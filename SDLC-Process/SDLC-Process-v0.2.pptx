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2.xml" ContentType="application/vnd.openxmlformats-officedocument.presentationml.notesSlide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2"/>
  </p:notesMasterIdLst>
  <p:sldIdLst>
    <p:sldId id="2147471570" r:id="rId5"/>
    <p:sldId id="257" r:id="rId6"/>
    <p:sldId id="2147471613" r:id="rId7"/>
    <p:sldId id="2147471614" r:id="rId8"/>
    <p:sldId id="2147471615" r:id="rId9"/>
    <p:sldId id="2147471616" r:id="rId10"/>
    <p:sldId id="2147471617" r:id="rId11"/>
    <p:sldId id="2147471618" r:id="rId12"/>
    <p:sldId id="2147471620" r:id="rId13"/>
    <p:sldId id="2147471621" r:id="rId14"/>
    <p:sldId id="2147471573" r:id="rId15"/>
    <p:sldId id="2147471608" r:id="rId16"/>
    <p:sldId id="2147471619" r:id="rId17"/>
    <p:sldId id="2147471626" r:id="rId18"/>
    <p:sldId id="2147471627" r:id="rId19"/>
    <p:sldId id="2147471628" r:id="rId20"/>
    <p:sldId id="214747162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69F4DD-49F4-4157-A31B-B22C44A5BD20}" v="73" dt="2026-05-15T10:56:42.1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04A7A5-02AC-4F9D-89DE-E5CE16720F29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1B234-158D-4A9B-8F82-61EA0E6149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772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9E767A-C06A-4DC5-8756-C3554C6D4962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7019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9E767A-C06A-4DC5-8756-C3554C6D4962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0158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807E7-3D44-F7AA-4AA5-C39E995A2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232CC-C26E-B676-45FE-A00450C43D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D132DE-564C-48C4-E970-BEF4FEBE5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9CBFDA-DD90-DAE4-7952-B33E7FB63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9E767A-C06A-4DC5-8756-C3554C6D4962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962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_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9902216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>
            <a:extLst>
              <a:ext uri="{FF2B5EF4-FFF2-40B4-BE49-F238E27FC236}">
                <a16:creationId xmlns:a16="http://schemas.microsoft.com/office/drawing/2014/main" id="{36B990D2-E4EE-BB9B-2DEF-6A59D7D04AA6}"/>
              </a:ext>
            </a:extLst>
          </p:cNvPr>
          <p:cNvSpPr/>
          <p:nvPr userDrawn="1"/>
        </p:nvSpPr>
        <p:spPr>
          <a:xfrm flipH="1">
            <a:off x="3124200" y="152400"/>
            <a:ext cx="8237496" cy="6705599"/>
          </a:xfrm>
          <a:prstGeom prst="triangle">
            <a:avLst>
              <a:gd name="adj" fmla="val 5063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lang="en-US"/>
            </a:pPr>
            <a:endParaRPr lang="en-US" sz="160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7B627E-EFC1-C2EB-FE7C-B21FE721E11C}"/>
              </a:ext>
            </a:extLst>
          </p:cNvPr>
          <p:cNvCxnSpPr/>
          <p:nvPr userDrawn="1"/>
        </p:nvCxnSpPr>
        <p:spPr>
          <a:xfrm>
            <a:off x="694764" y="4380526"/>
            <a:ext cx="1052052" cy="0"/>
          </a:xfrm>
          <a:prstGeom prst="line">
            <a:avLst/>
          </a:prstGeom>
          <a:ln w="38100">
            <a:solidFill>
              <a:srgbClr val="FFB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4">
            <a:extLst>
              <a:ext uri="{FF2B5EF4-FFF2-40B4-BE49-F238E27FC236}">
                <a16:creationId xmlns:a16="http://schemas.microsoft.com/office/drawing/2014/main" id="{9D4F93FC-94CA-2406-3DA9-3863B7722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99144"/>
            <a:ext cx="4026508" cy="1041971"/>
          </a:xfrm>
        </p:spPr>
        <p:txBody>
          <a:bodyPr>
            <a:normAutofit/>
          </a:bodyPr>
          <a:lstStyle>
            <a:lvl1pPr algn="l">
              <a:defRPr sz="3200" b="0">
                <a:latin typeface="+mj-lt"/>
              </a:defRPr>
            </a:lvl1pPr>
          </a:lstStyle>
          <a:p>
            <a:pPr>
              <a:defRPr lang="en-US"/>
            </a:pPr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DC3E69FE-C933-70FA-E6A3-B770EB45D6A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61417" y="1172090"/>
            <a:ext cx="8650274" cy="5685911"/>
          </a:xfrm>
          <a:custGeom>
            <a:avLst/>
            <a:gdLst>
              <a:gd name="connsiteX0" fmla="*/ 0 w 7894581"/>
              <a:gd name="connsiteY0" fmla="*/ 0 h 5184807"/>
              <a:gd name="connsiteX1" fmla="*/ 7894581 w 7894581"/>
              <a:gd name="connsiteY1" fmla="*/ 795291 h 5184807"/>
              <a:gd name="connsiteX2" fmla="*/ 7580169 w 7894581"/>
              <a:gd name="connsiteY2" fmla="*/ 5184807 h 5184807"/>
              <a:gd name="connsiteX3" fmla="*/ 1401698 w 7894581"/>
              <a:gd name="connsiteY3" fmla="*/ 5184807 h 5184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94580" h="5184807">
                <a:moveTo>
                  <a:pt x="0" y="0"/>
                </a:moveTo>
                <a:lnTo>
                  <a:pt x="7894581" y="795291"/>
                </a:lnTo>
                <a:lnTo>
                  <a:pt x="7580169" y="5184807"/>
                </a:lnTo>
                <a:lnTo>
                  <a:pt x="1401698" y="5184807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>
              <a:defRPr lang="en-US"/>
            </a:pPr>
            <a:r>
              <a:rPr lang="en-US"/>
              <a:t>Click icon to add picture</a:t>
            </a:r>
            <a:endParaRPr lang="en-IN"/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5EE6007D-A334-CC52-B590-8C1163D14F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" y="4647069"/>
            <a:ext cx="3733800" cy="568325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182880" indent="0">
              <a:buNone/>
              <a:defRPr/>
            </a:lvl2pPr>
            <a:lvl3pPr marL="365760" indent="0">
              <a:buNone/>
              <a:defRPr/>
            </a:lvl3pPr>
            <a:lvl4pPr marL="548640" indent="0">
              <a:buNone/>
              <a:defRPr/>
            </a:lvl4pPr>
            <a:lvl5pPr marL="731520" indent="0">
              <a:buNone/>
              <a:defRPr/>
            </a:lvl5pPr>
          </a:lstStyle>
          <a:p>
            <a:pPr lvl="0">
              <a:defRPr lang="en-US"/>
            </a:pPr>
            <a:r>
              <a:rPr lang="en-US"/>
              <a:t>Click to edit Master text styles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D77CF2-EBEB-6615-6579-CB16B310D4AC}"/>
              </a:ext>
            </a:extLst>
          </p:cNvPr>
          <p:cNvGrpSpPr/>
          <p:nvPr userDrawn="1"/>
        </p:nvGrpSpPr>
        <p:grpSpPr>
          <a:xfrm>
            <a:off x="694764" y="698727"/>
            <a:ext cx="1621524" cy="1000004"/>
            <a:chOff x="609599" y="698727"/>
            <a:chExt cx="1621524" cy="1000004"/>
          </a:xfrm>
        </p:grpSpPr>
        <p:grpSp>
          <p:nvGrpSpPr>
            <p:cNvPr id="44" name="Graphic 2">
              <a:extLst>
                <a:ext uri="{FF2B5EF4-FFF2-40B4-BE49-F238E27FC236}">
                  <a16:creationId xmlns:a16="http://schemas.microsoft.com/office/drawing/2014/main" id="{198F1E10-670E-9AA2-B017-A1FBD6F05AC7}"/>
                </a:ext>
              </a:extLst>
            </p:cNvPr>
            <p:cNvGrpSpPr/>
            <p:nvPr/>
          </p:nvGrpSpPr>
          <p:grpSpPr>
            <a:xfrm>
              <a:off x="609599" y="1457807"/>
              <a:ext cx="1621524" cy="240924"/>
              <a:chOff x="643099" y="1383073"/>
              <a:chExt cx="1515530" cy="225177"/>
            </a:xfrm>
            <a:solidFill>
              <a:srgbClr val="FFFFFF"/>
            </a:solidFill>
          </p:grpSpPr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6511227-B55E-1598-3845-065579101896}"/>
                  </a:ext>
                </a:extLst>
              </p:cNvPr>
              <p:cNvSpPr/>
              <p:nvPr/>
            </p:nvSpPr>
            <p:spPr>
              <a:xfrm>
                <a:off x="643099" y="1447410"/>
                <a:ext cx="145170" cy="158638"/>
              </a:xfrm>
              <a:custGeom>
                <a:avLst/>
                <a:gdLst>
                  <a:gd name="connsiteX0" fmla="*/ 537 w 145170"/>
                  <a:gd name="connsiteY0" fmla="*/ 154672 h 158638"/>
                  <a:gd name="connsiteX1" fmla="*/ 57823 w 145170"/>
                  <a:gd name="connsiteY1" fmla="*/ 78438 h 158638"/>
                  <a:gd name="connsiteX2" fmla="*/ 57823 w 145170"/>
                  <a:gd name="connsiteY2" fmla="*/ 75353 h 158638"/>
                  <a:gd name="connsiteX3" fmla="*/ 4503 w 145170"/>
                  <a:gd name="connsiteY3" fmla="*/ 3966 h 158638"/>
                  <a:gd name="connsiteX4" fmla="*/ 6266 w 145170"/>
                  <a:gd name="connsiteY4" fmla="*/ 0 h 158638"/>
                  <a:gd name="connsiteX5" fmla="*/ 30502 w 145170"/>
                  <a:gd name="connsiteY5" fmla="*/ 0 h 158638"/>
                  <a:gd name="connsiteX6" fmla="*/ 32705 w 145170"/>
                  <a:gd name="connsiteY6" fmla="*/ 881 h 158638"/>
                  <a:gd name="connsiteX7" fmla="*/ 70602 w 145170"/>
                  <a:gd name="connsiteY7" fmla="*/ 56845 h 158638"/>
                  <a:gd name="connsiteX8" fmla="*/ 74568 w 145170"/>
                  <a:gd name="connsiteY8" fmla="*/ 56845 h 158638"/>
                  <a:gd name="connsiteX9" fmla="*/ 112465 w 145170"/>
                  <a:gd name="connsiteY9" fmla="*/ 881 h 158638"/>
                  <a:gd name="connsiteX10" fmla="*/ 114668 w 145170"/>
                  <a:gd name="connsiteY10" fmla="*/ 0 h 158638"/>
                  <a:gd name="connsiteX11" fmla="*/ 138905 w 145170"/>
                  <a:gd name="connsiteY11" fmla="*/ 0 h 158638"/>
                  <a:gd name="connsiteX12" fmla="*/ 140667 w 145170"/>
                  <a:gd name="connsiteY12" fmla="*/ 3966 h 158638"/>
                  <a:gd name="connsiteX13" fmla="*/ 87347 w 145170"/>
                  <a:gd name="connsiteY13" fmla="*/ 75353 h 158638"/>
                  <a:gd name="connsiteX14" fmla="*/ 87347 w 145170"/>
                  <a:gd name="connsiteY14" fmla="*/ 78438 h 158638"/>
                  <a:gd name="connsiteX15" fmla="*/ 144633 w 145170"/>
                  <a:gd name="connsiteY15" fmla="*/ 154672 h 158638"/>
                  <a:gd name="connsiteX16" fmla="*/ 142871 w 145170"/>
                  <a:gd name="connsiteY16" fmla="*/ 158638 h 158638"/>
                  <a:gd name="connsiteX17" fmla="*/ 118634 w 145170"/>
                  <a:gd name="connsiteY17" fmla="*/ 158638 h 158638"/>
                  <a:gd name="connsiteX18" fmla="*/ 116431 w 145170"/>
                  <a:gd name="connsiteY18" fmla="*/ 157757 h 158638"/>
                  <a:gd name="connsiteX19" fmla="*/ 74568 w 145170"/>
                  <a:gd name="connsiteY19" fmla="*/ 96945 h 158638"/>
                  <a:gd name="connsiteX20" fmla="*/ 70602 w 145170"/>
                  <a:gd name="connsiteY20" fmla="*/ 96945 h 158638"/>
                  <a:gd name="connsiteX21" fmla="*/ 28299 w 145170"/>
                  <a:gd name="connsiteY21" fmla="*/ 157757 h 158638"/>
                  <a:gd name="connsiteX22" fmla="*/ 26095 w 145170"/>
                  <a:gd name="connsiteY22" fmla="*/ 158638 h 158638"/>
                  <a:gd name="connsiteX23" fmla="*/ 2300 w 145170"/>
                  <a:gd name="connsiteY23" fmla="*/ 158638 h 158638"/>
                  <a:gd name="connsiteX24" fmla="*/ 537 w 145170"/>
                  <a:gd name="connsiteY24" fmla="*/ 154672 h 158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45170" h="158638">
                    <a:moveTo>
                      <a:pt x="537" y="154672"/>
                    </a:moveTo>
                    <a:lnTo>
                      <a:pt x="57823" y="78438"/>
                    </a:lnTo>
                    <a:cubicBezTo>
                      <a:pt x="58264" y="77556"/>
                      <a:pt x="58264" y="76234"/>
                      <a:pt x="57823" y="75353"/>
                    </a:cubicBezTo>
                    <a:lnTo>
                      <a:pt x="4503" y="3966"/>
                    </a:lnTo>
                    <a:cubicBezTo>
                      <a:pt x="3181" y="2203"/>
                      <a:pt x="4503" y="0"/>
                      <a:pt x="6266" y="0"/>
                    </a:cubicBezTo>
                    <a:lnTo>
                      <a:pt x="30502" y="0"/>
                    </a:lnTo>
                    <a:cubicBezTo>
                      <a:pt x="31383" y="0"/>
                      <a:pt x="32265" y="441"/>
                      <a:pt x="32705" y="881"/>
                    </a:cubicBezTo>
                    <a:lnTo>
                      <a:pt x="70602" y="56845"/>
                    </a:lnTo>
                    <a:cubicBezTo>
                      <a:pt x="71484" y="58167"/>
                      <a:pt x="73687" y="58167"/>
                      <a:pt x="74568" y="56845"/>
                    </a:cubicBezTo>
                    <a:lnTo>
                      <a:pt x="112465" y="881"/>
                    </a:lnTo>
                    <a:cubicBezTo>
                      <a:pt x="112906" y="0"/>
                      <a:pt x="113787" y="0"/>
                      <a:pt x="114668" y="0"/>
                    </a:cubicBezTo>
                    <a:lnTo>
                      <a:pt x="138905" y="0"/>
                    </a:lnTo>
                    <a:cubicBezTo>
                      <a:pt x="141108" y="0"/>
                      <a:pt x="141989" y="2203"/>
                      <a:pt x="140667" y="3966"/>
                    </a:cubicBezTo>
                    <a:lnTo>
                      <a:pt x="87347" y="75353"/>
                    </a:lnTo>
                    <a:cubicBezTo>
                      <a:pt x="86907" y="76234"/>
                      <a:pt x="86907" y="77556"/>
                      <a:pt x="87347" y="78438"/>
                    </a:cubicBezTo>
                    <a:lnTo>
                      <a:pt x="144633" y="154672"/>
                    </a:lnTo>
                    <a:cubicBezTo>
                      <a:pt x="145955" y="156435"/>
                      <a:pt x="144633" y="158638"/>
                      <a:pt x="142871" y="158638"/>
                    </a:cubicBezTo>
                    <a:lnTo>
                      <a:pt x="118634" y="158638"/>
                    </a:lnTo>
                    <a:cubicBezTo>
                      <a:pt x="117753" y="158638"/>
                      <a:pt x="116872" y="158197"/>
                      <a:pt x="116431" y="157757"/>
                    </a:cubicBezTo>
                    <a:lnTo>
                      <a:pt x="74568" y="96945"/>
                    </a:lnTo>
                    <a:cubicBezTo>
                      <a:pt x="73687" y="95624"/>
                      <a:pt x="71484" y="95624"/>
                      <a:pt x="70602" y="96945"/>
                    </a:cubicBezTo>
                    <a:lnTo>
                      <a:pt x="28299" y="157757"/>
                    </a:lnTo>
                    <a:cubicBezTo>
                      <a:pt x="27858" y="158197"/>
                      <a:pt x="26977" y="158638"/>
                      <a:pt x="26095" y="158638"/>
                    </a:cubicBezTo>
                    <a:lnTo>
                      <a:pt x="2300" y="158638"/>
                    </a:lnTo>
                    <a:cubicBezTo>
                      <a:pt x="537" y="158638"/>
                      <a:pt x="-785" y="155994"/>
                      <a:pt x="537" y="154672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4A83DC3E-40E5-94DB-4A73-B129EA4550E7}"/>
                  </a:ext>
                </a:extLst>
              </p:cNvPr>
              <p:cNvSpPr/>
              <p:nvPr/>
            </p:nvSpPr>
            <p:spPr>
              <a:xfrm>
                <a:off x="786851" y="1444325"/>
                <a:ext cx="151868" cy="163926"/>
              </a:xfrm>
              <a:custGeom>
                <a:avLst/>
                <a:gdLst>
                  <a:gd name="connsiteX0" fmla="*/ 77997 w 151868"/>
                  <a:gd name="connsiteY0" fmla="*/ 163926 h 163926"/>
                  <a:gd name="connsiteX1" fmla="*/ 36575 w 151868"/>
                  <a:gd name="connsiteY1" fmla="*/ 152910 h 163926"/>
                  <a:gd name="connsiteX2" fmla="*/ 9695 w 151868"/>
                  <a:gd name="connsiteY2" fmla="*/ 123385 h 163926"/>
                  <a:gd name="connsiteX3" fmla="*/ 0 w 151868"/>
                  <a:gd name="connsiteY3" fmla="*/ 81963 h 163926"/>
                  <a:gd name="connsiteX4" fmla="*/ 9695 w 151868"/>
                  <a:gd name="connsiteY4" fmla="*/ 40541 h 163926"/>
                  <a:gd name="connsiteX5" fmla="*/ 36575 w 151868"/>
                  <a:gd name="connsiteY5" fmla="*/ 11017 h 163926"/>
                  <a:gd name="connsiteX6" fmla="*/ 77997 w 151868"/>
                  <a:gd name="connsiteY6" fmla="*/ 0 h 163926"/>
                  <a:gd name="connsiteX7" fmla="*/ 126029 w 151868"/>
                  <a:gd name="connsiteY7" fmla="*/ 14542 h 163926"/>
                  <a:gd name="connsiteX8" fmla="*/ 151588 w 151868"/>
                  <a:gd name="connsiteY8" fmla="*/ 48913 h 163926"/>
                  <a:gd name="connsiteX9" fmla="*/ 149384 w 151868"/>
                  <a:gd name="connsiteY9" fmla="*/ 51998 h 163926"/>
                  <a:gd name="connsiteX10" fmla="*/ 128673 w 151868"/>
                  <a:gd name="connsiteY10" fmla="*/ 51998 h 163926"/>
                  <a:gd name="connsiteX11" fmla="*/ 126470 w 151868"/>
                  <a:gd name="connsiteY11" fmla="*/ 50676 h 163926"/>
                  <a:gd name="connsiteX12" fmla="*/ 109725 w 151868"/>
                  <a:gd name="connsiteY12" fmla="*/ 29965 h 163926"/>
                  <a:gd name="connsiteX13" fmla="*/ 81082 w 151868"/>
                  <a:gd name="connsiteY13" fmla="*/ 21593 h 163926"/>
                  <a:gd name="connsiteX14" fmla="*/ 50676 w 151868"/>
                  <a:gd name="connsiteY14" fmla="*/ 29965 h 163926"/>
                  <a:gd name="connsiteX15" fmla="*/ 30846 w 151868"/>
                  <a:gd name="connsiteY15" fmla="*/ 51998 h 163926"/>
                  <a:gd name="connsiteX16" fmla="*/ 23796 w 151868"/>
                  <a:gd name="connsiteY16" fmla="*/ 81963 h 163926"/>
                  <a:gd name="connsiteX17" fmla="*/ 30846 w 151868"/>
                  <a:gd name="connsiteY17" fmla="*/ 111928 h 163926"/>
                  <a:gd name="connsiteX18" fmla="*/ 50676 w 151868"/>
                  <a:gd name="connsiteY18" fmla="*/ 133961 h 163926"/>
                  <a:gd name="connsiteX19" fmla="*/ 81082 w 151868"/>
                  <a:gd name="connsiteY19" fmla="*/ 142334 h 163926"/>
                  <a:gd name="connsiteX20" fmla="*/ 109725 w 151868"/>
                  <a:gd name="connsiteY20" fmla="*/ 133961 h 163926"/>
                  <a:gd name="connsiteX21" fmla="*/ 126470 w 151868"/>
                  <a:gd name="connsiteY21" fmla="*/ 113250 h 163926"/>
                  <a:gd name="connsiteX22" fmla="*/ 128673 w 151868"/>
                  <a:gd name="connsiteY22" fmla="*/ 111928 h 163926"/>
                  <a:gd name="connsiteX23" fmla="*/ 149384 w 151868"/>
                  <a:gd name="connsiteY23" fmla="*/ 111928 h 163926"/>
                  <a:gd name="connsiteX24" fmla="*/ 151588 w 151868"/>
                  <a:gd name="connsiteY24" fmla="*/ 115013 h 163926"/>
                  <a:gd name="connsiteX25" fmla="*/ 126029 w 151868"/>
                  <a:gd name="connsiteY25" fmla="*/ 149384 h 163926"/>
                  <a:gd name="connsiteX26" fmla="*/ 77997 w 151868"/>
                  <a:gd name="connsiteY26" fmla="*/ 163926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51868" h="163926">
                    <a:moveTo>
                      <a:pt x="77997" y="163926"/>
                    </a:moveTo>
                    <a:cubicBezTo>
                      <a:pt x="62133" y="163926"/>
                      <a:pt x="48473" y="160401"/>
                      <a:pt x="36575" y="152910"/>
                    </a:cubicBezTo>
                    <a:cubicBezTo>
                      <a:pt x="25118" y="145418"/>
                      <a:pt x="15864" y="135724"/>
                      <a:pt x="9695" y="123385"/>
                    </a:cubicBezTo>
                    <a:cubicBezTo>
                      <a:pt x="308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5" y="40541"/>
                    </a:cubicBezTo>
                    <a:cubicBezTo>
                      <a:pt x="16304" y="28202"/>
                      <a:pt x="25118" y="18508"/>
                      <a:pt x="36575" y="11017"/>
                    </a:cubicBezTo>
                    <a:cubicBezTo>
                      <a:pt x="48032" y="3525"/>
                      <a:pt x="62133" y="0"/>
                      <a:pt x="77997" y="0"/>
                    </a:cubicBezTo>
                    <a:cubicBezTo>
                      <a:pt x="96945" y="0"/>
                      <a:pt x="112809" y="4847"/>
                      <a:pt x="126029" y="14542"/>
                    </a:cubicBezTo>
                    <a:cubicBezTo>
                      <a:pt x="138368" y="23355"/>
                      <a:pt x="146740" y="35253"/>
                      <a:pt x="151588" y="48913"/>
                    </a:cubicBezTo>
                    <a:cubicBezTo>
                      <a:pt x="152028" y="50676"/>
                      <a:pt x="150706" y="51998"/>
                      <a:pt x="149384" y="51998"/>
                    </a:cubicBezTo>
                    <a:lnTo>
                      <a:pt x="128673" y="51998"/>
                    </a:lnTo>
                    <a:cubicBezTo>
                      <a:pt x="127792" y="51998"/>
                      <a:pt x="126910" y="51557"/>
                      <a:pt x="126470" y="50676"/>
                    </a:cubicBezTo>
                    <a:cubicBezTo>
                      <a:pt x="122945" y="42304"/>
                      <a:pt x="117216" y="35253"/>
                      <a:pt x="109725" y="29965"/>
                    </a:cubicBezTo>
                    <a:cubicBezTo>
                      <a:pt x="101793" y="24236"/>
                      <a:pt x="92098" y="21593"/>
                      <a:pt x="81082" y="21593"/>
                    </a:cubicBezTo>
                    <a:cubicBezTo>
                      <a:pt x="69625" y="21593"/>
                      <a:pt x="59489" y="24236"/>
                      <a:pt x="50676" y="29965"/>
                    </a:cubicBezTo>
                    <a:cubicBezTo>
                      <a:pt x="41863" y="35253"/>
                      <a:pt x="35253" y="42744"/>
                      <a:pt x="30846" y="51998"/>
                    </a:cubicBezTo>
                    <a:cubicBezTo>
                      <a:pt x="25999" y="61252"/>
                      <a:pt x="23796" y="70947"/>
                      <a:pt x="23796" y="81963"/>
                    </a:cubicBezTo>
                    <a:cubicBezTo>
                      <a:pt x="23796" y="92539"/>
                      <a:pt x="25999" y="102674"/>
                      <a:pt x="30846" y="111928"/>
                    </a:cubicBezTo>
                    <a:cubicBezTo>
                      <a:pt x="35694" y="121182"/>
                      <a:pt x="42303" y="128673"/>
                      <a:pt x="50676" y="133961"/>
                    </a:cubicBezTo>
                    <a:cubicBezTo>
                      <a:pt x="59489" y="139249"/>
                      <a:pt x="69625" y="142334"/>
                      <a:pt x="81082" y="142334"/>
                    </a:cubicBezTo>
                    <a:cubicBezTo>
                      <a:pt x="92098" y="142334"/>
                      <a:pt x="101793" y="139690"/>
                      <a:pt x="109725" y="133961"/>
                    </a:cubicBezTo>
                    <a:cubicBezTo>
                      <a:pt x="117216" y="128673"/>
                      <a:pt x="122945" y="121623"/>
                      <a:pt x="126470" y="113250"/>
                    </a:cubicBezTo>
                    <a:cubicBezTo>
                      <a:pt x="126910" y="112369"/>
                      <a:pt x="127792" y="111928"/>
                      <a:pt x="128673" y="111928"/>
                    </a:cubicBezTo>
                    <a:lnTo>
                      <a:pt x="149384" y="111928"/>
                    </a:lnTo>
                    <a:cubicBezTo>
                      <a:pt x="151147" y="111928"/>
                      <a:pt x="152469" y="113691"/>
                      <a:pt x="151588" y="115013"/>
                    </a:cubicBezTo>
                    <a:cubicBezTo>
                      <a:pt x="146740" y="129114"/>
                      <a:pt x="137927" y="140571"/>
                      <a:pt x="126029" y="149384"/>
                    </a:cubicBezTo>
                    <a:cubicBezTo>
                      <a:pt x="112809" y="159079"/>
                      <a:pt x="96505" y="163926"/>
                      <a:pt x="77997" y="163926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0C80FB50-A88D-0B19-4A03-7F71941759B5}"/>
                  </a:ext>
                </a:extLst>
              </p:cNvPr>
              <p:cNvSpPr/>
              <p:nvPr/>
            </p:nvSpPr>
            <p:spPr>
              <a:xfrm>
                <a:off x="953862" y="1444325"/>
                <a:ext cx="157316" cy="163926"/>
              </a:xfrm>
              <a:custGeom>
                <a:avLst/>
                <a:gdLst>
                  <a:gd name="connsiteX0" fmla="*/ 80641 w 157316"/>
                  <a:gd name="connsiteY0" fmla="*/ 163926 h 163926"/>
                  <a:gd name="connsiteX1" fmla="*/ 38338 w 157316"/>
                  <a:gd name="connsiteY1" fmla="*/ 152910 h 163926"/>
                  <a:gd name="connsiteX2" fmla="*/ 10135 w 157316"/>
                  <a:gd name="connsiteY2" fmla="*/ 123385 h 163926"/>
                  <a:gd name="connsiteX3" fmla="*/ 0 w 157316"/>
                  <a:gd name="connsiteY3" fmla="*/ 81963 h 163926"/>
                  <a:gd name="connsiteX4" fmla="*/ 9695 w 157316"/>
                  <a:gd name="connsiteY4" fmla="*/ 40541 h 163926"/>
                  <a:gd name="connsiteX5" fmla="*/ 37016 w 157316"/>
                  <a:gd name="connsiteY5" fmla="*/ 11017 h 163926"/>
                  <a:gd name="connsiteX6" fmla="*/ 78878 w 157316"/>
                  <a:gd name="connsiteY6" fmla="*/ 0 h 163926"/>
                  <a:gd name="connsiteX7" fmla="*/ 120741 w 157316"/>
                  <a:gd name="connsiteY7" fmla="*/ 11017 h 163926"/>
                  <a:gd name="connsiteX8" fmla="*/ 147622 w 157316"/>
                  <a:gd name="connsiteY8" fmla="*/ 40541 h 163926"/>
                  <a:gd name="connsiteX9" fmla="*/ 157316 w 157316"/>
                  <a:gd name="connsiteY9" fmla="*/ 81963 h 163926"/>
                  <a:gd name="connsiteX10" fmla="*/ 157316 w 157316"/>
                  <a:gd name="connsiteY10" fmla="*/ 89014 h 163926"/>
                  <a:gd name="connsiteX11" fmla="*/ 154672 w 157316"/>
                  <a:gd name="connsiteY11" fmla="*/ 91658 h 163926"/>
                  <a:gd name="connsiteX12" fmla="*/ 27321 w 157316"/>
                  <a:gd name="connsiteY12" fmla="*/ 91658 h 163926"/>
                  <a:gd name="connsiteX13" fmla="*/ 24677 w 157316"/>
                  <a:gd name="connsiteY13" fmla="*/ 94742 h 163926"/>
                  <a:gd name="connsiteX14" fmla="*/ 33050 w 157316"/>
                  <a:gd name="connsiteY14" fmla="*/ 117216 h 163926"/>
                  <a:gd name="connsiteX15" fmla="*/ 52439 w 157316"/>
                  <a:gd name="connsiteY15" fmla="*/ 135724 h 163926"/>
                  <a:gd name="connsiteX16" fmla="*/ 80200 w 157316"/>
                  <a:gd name="connsiteY16" fmla="*/ 142334 h 163926"/>
                  <a:gd name="connsiteX17" fmla="*/ 108403 w 157316"/>
                  <a:gd name="connsiteY17" fmla="*/ 134842 h 163926"/>
                  <a:gd name="connsiteX18" fmla="*/ 125588 w 157316"/>
                  <a:gd name="connsiteY18" fmla="*/ 116775 h 163926"/>
                  <a:gd name="connsiteX19" fmla="*/ 127792 w 157316"/>
                  <a:gd name="connsiteY19" fmla="*/ 115453 h 163926"/>
                  <a:gd name="connsiteX20" fmla="*/ 148503 w 157316"/>
                  <a:gd name="connsiteY20" fmla="*/ 115453 h 163926"/>
                  <a:gd name="connsiteX21" fmla="*/ 150706 w 157316"/>
                  <a:gd name="connsiteY21" fmla="*/ 118979 h 163926"/>
                  <a:gd name="connsiteX22" fmla="*/ 126029 w 157316"/>
                  <a:gd name="connsiteY22" fmla="*/ 150266 h 163926"/>
                  <a:gd name="connsiteX23" fmla="*/ 80641 w 157316"/>
                  <a:gd name="connsiteY23" fmla="*/ 163926 h 163926"/>
                  <a:gd name="connsiteX24" fmla="*/ 28202 w 157316"/>
                  <a:gd name="connsiteY24" fmla="*/ 69625 h 163926"/>
                  <a:gd name="connsiteX25" fmla="*/ 129995 w 157316"/>
                  <a:gd name="connsiteY25" fmla="*/ 69625 h 163926"/>
                  <a:gd name="connsiteX26" fmla="*/ 132639 w 157316"/>
                  <a:gd name="connsiteY26" fmla="*/ 66540 h 163926"/>
                  <a:gd name="connsiteX27" fmla="*/ 115894 w 157316"/>
                  <a:gd name="connsiteY27" fmla="*/ 35694 h 163926"/>
                  <a:gd name="connsiteX28" fmla="*/ 79319 w 157316"/>
                  <a:gd name="connsiteY28" fmla="*/ 22033 h 163926"/>
                  <a:gd name="connsiteX29" fmla="*/ 42744 w 157316"/>
                  <a:gd name="connsiteY29" fmla="*/ 35694 h 163926"/>
                  <a:gd name="connsiteX30" fmla="*/ 25999 w 157316"/>
                  <a:gd name="connsiteY30" fmla="*/ 66540 h 163926"/>
                  <a:gd name="connsiteX31" fmla="*/ 28202 w 157316"/>
                  <a:gd name="connsiteY31" fmla="*/ 69625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57316" h="163926">
                    <a:moveTo>
                      <a:pt x="80641" y="163926"/>
                    </a:moveTo>
                    <a:cubicBezTo>
                      <a:pt x="64777" y="163926"/>
                      <a:pt x="50676" y="160401"/>
                      <a:pt x="38338" y="152910"/>
                    </a:cubicBezTo>
                    <a:cubicBezTo>
                      <a:pt x="26440" y="145418"/>
                      <a:pt x="16745" y="135724"/>
                      <a:pt x="10135" y="123385"/>
                    </a:cubicBezTo>
                    <a:cubicBezTo>
                      <a:pt x="352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5" y="40541"/>
                    </a:cubicBezTo>
                    <a:cubicBezTo>
                      <a:pt x="15864" y="28202"/>
                      <a:pt x="25118" y="18508"/>
                      <a:pt x="37016" y="11017"/>
                    </a:cubicBezTo>
                    <a:cubicBezTo>
                      <a:pt x="48913" y="3525"/>
                      <a:pt x="63015" y="0"/>
                      <a:pt x="78878" y="0"/>
                    </a:cubicBezTo>
                    <a:cubicBezTo>
                      <a:pt x="95183" y="0"/>
                      <a:pt x="109284" y="3525"/>
                      <a:pt x="120741" y="11017"/>
                    </a:cubicBezTo>
                    <a:cubicBezTo>
                      <a:pt x="132639" y="18508"/>
                      <a:pt x="141452" y="28202"/>
                      <a:pt x="147622" y="40541"/>
                    </a:cubicBezTo>
                    <a:cubicBezTo>
                      <a:pt x="153791" y="52879"/>
                      <a:pt x="157316" y="66540"/>
                      <a:pt x="157316" y="81963"/>
                    </a:cubicBezTo>
                    <a:lnTo>
                      <a:pt x="157316" y="89014"/>
                    </a:lnTo>
                    <a:cubicBezTo>
                      <a:pt x="157316" y="90336"/>
                      <a:pt x="156435" y="91658"/>
                      <a:pt x="154672" y="91658"/>
                    </a:cubicBezTo>
                    <a:lnTo>
                      <a:pt x="27321" y="91658"/>
                    </a:lnTo>
                    <a:cubicBezTo>
                      <a:pt x="25999" y="91658"/>
                      <a:pt x="24677" y="92980"/>
                      <a:pt x="24677" y="94742"/>
                    </a:cubicBezTo>
                    <a:cubicBezTo>
                      <a:pt x="25999" y="103115"/>
                      <a:pt x="29084" y="110606"/>
                      <a:pt x="33050" y="117216"/>
                    </a:cubicBezTo>
                    <a:cubicBezTo>
                      <a:pt x="37897" y="125148"/>
                      <a:pt x="44066" y="130876"/>
                      <a:pt x="52439" y="135724"/>
                    </a:cubicBezTo>
                    <a:cubicBezTo>
                      <a:pt x="60371" y="140130"/>
                      <a:pt x="69625" y="142334"/>
                      <a:pt x="80200" y="142334"/>
                    </a:cubicBezTo>
                    <a:cubicBezTo>
                      <a:pt x="91217" y="142334"/>
                      <a:pt x="100911" y="139690"/>
                      <a:pt x="108403" y="134842"/>
                    </a:cubicBezTo>
                    <a:cubicBezTo>
                      <a:pt x="115453" y="129995"/>
                      <a:pt x="121182" y="124267"/>
                      <a:pt x="125588" y="116775"/>
                    </a:cubicBezTo>
                    <a:cubicBezTo>
                      <a:pt x="126029" y="115894"/>
                      <a:pt x="126910" y="115453"/>
                      <a:pt x="127792" y="115453"/>
                    </a:cubicBezTo>
                    <a:lnTo>
                      <a:pt x="148503" y="115453"/>
                    </a:lnTo>
                    <a:cubicBezTo>
                      <a:pt x="150266" y="115453"/>
                      <a:pt x="151587" y="117216"/>
                      <a:pt x="150706" y="118979"/>
                    </a:cubicBezTo>
                    <a:cubicBezTo>
                      <a:pt x="144978" y="131758"/>
                      <a:pt x="137046" y="141893"/>
                      <a:pt x="126029" y="150266"/>
                    </a:cubicBezTo>
                    <a:cubicBezTo>
                      <a:pt x="115013" y="159519"/>
                      <a:pt x="99589" y="163926"/>
                      <a:pt x="80641" y="163926"/>
                    </a:cubicBezTo>
                    <a:close/>
                    <a:moveTo>
                      <a:pt x="28202" y="69625"/>
                    </a:moveTo>
                    <a:lnTo>
                      <a:pt x="129995" y="69625"/>
                    </a:lnTo>
                    <a:cubicBezTo>
                      <a:pt x="131758" y="69625"/>
                      <a:pt x="132639" y="68303"/>
                      <a:pt x="132639" y="66540"/>
                    </a:cubicBezTo>
                    <a:cubicBezTo>
                      <a:pt x="129995" y="54201"/>
                      <a:pt x="124707" y="44066"/>
                      <a:pt x="115894" y="35694"/>
                    </a:cubicBezTo>
                    <a:cubicBezTo>
                      <a:pt x="106640" y="26440"/>
                      <a:pt x="94302" y="22033"/>
                      <a:pt x="79319" y="22033"/>
                    </a:cubicBezTo>
                    <a:cubicBezTo>
                      <a:pt x="63896" y="22033"/>
                      <a:pt x="51998" y="26440"/>
                      <a:pt x="42744" y="35694"/>
                    </a:cubicBezTo>
                    <a:cubicBezTo>
                      <a:pt x="34372" y="44066"/>
                      <a:pt x="28643" y="54201"/>
                      <a:pt x="25999" y="66540"/>
                    </a:cubicBezTo>
                    <a:cubicBezTo>
                      <a:pt x="25558" y="68303"/>
                      <a:pt x="26880" y="69625"/>
                      <a:pt x="28202" y="69625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1F3CFEBC-84E2-1965-6DF3-3096B47D80ED}"/>
                  </a:ext>
                </a:extLst>
              </p:cNvPr>
              <p:cNvSpPr/>
              <p:nvPr/>
            </p:nvSpPr>
            <p:spPr>
              <a:xfrm>
                <a:off x="1130567" y="1444325"/>
                <a:ext cx="157316" cy="163926"/>
              </a:xfrm>
              <a:custGeom>
                <a:avLst/>
                <a:gdLst>
                  <a:gd name="connsiteX0" fmla="*/ 80641 w 157316"/>
                  <a:gd name="connsiteY0" fmla="*/ 163926 h 163926"/>
                  <a:gd name="connsiteX1" fmla="*/ 38338 w 157316"/>
                  <a:gd name="connsiteY1" fmla="*/ 152910 h 163926"/>
                  <a:gd name="connsiteX2" fmla="*/ 10135 w 157316"/>
                  <a:gd name="connsiteY2" fmla="*/ 123385 h 163926"/>
                  <a:gd name="connsiteX3" fmla="*/ 0 w 157316"/>
                  <a:gd name="connsiteY3" fmla="*/ 81963 h 163926"/>
                  <a:gd name="connsiteX4" fmla="*/ 9695 w 157316"/>
                  <a:gd name="connsiteY4" fmla="*/ 40541 h 163926"/>
                  <a:gd name="connsiteX5" fmla="*/ 37016 w 157316"/>
                  <a:gd name="connsiteY5" fmla="*/ 11017 h 163926"/>
                  <a:gd name="connsiteX6" fmla="*/ 78878 w 157316"/>
                  <a:gd name="connsiteY6" fmla="*/ 0 h 163926"/>
                  <a:gd name="connsiteX7" fmla="*/ 120741 w 157316"/>
                  <a:gd name="connsiteY7" fmla="*/ 11017 h 163926"/>
                  <a:gd name="connsiteX8" fmla="*/ 147622 w 157316"/>
                  <a:gd name="connsiteY8" fmla="*/ 40541 h 163926"/>
                  <a:gd name="connsiteX9" fmla="*/ 157316 w 157316"/>
                  <a:gd name="connsiteY9" fmla="*/ 81963 h 163926"/>
                  <a:gd name="connsiteX10" fmla="*/ 157316 w 157316"/>
                  <a:gd name="connsiteY10" fmla="*/ 89014 h 163926"/>
                  <a:gd name="connsiteX11" fmla="*/ 154672 w 157316"/>
                  <a:gd name="connsiteY11" fmla="*/ 91658 h 163926"/>
                  <a:gd name="connsiteX12" fmla="*/ 27321 w 157316"/>
                  <a:gd name="connsiteY12" fmla="*/ 91658 h 163926"/>
                  <a:gd name="connsiteX13" fmla="*/ 24677 w 157316"/>
                  <a:gd name="connsiteY13" fmla="*/ 94742 h 163926"/>
                  <a:gd name="connsiteX14" fmla="*/ 33050 w 157316"/>
                  <a:gd name="connsiteY14" fmla="*/ 117216 h 163926"/>
                  <a:gd name="connsiteX15" fmla="*/ 52439 w 157316"/>
                  <a:gd name="connsiteY15" fmla="*/ 135724 h 163926"/>
                  <a:gd name="connsiteX16" fmla="*/ 80200 w 157316"/>
                  <a:gd name="connsiteY16" fmla="*/ 142334 h 163926"/>
                  <a:gd name="connsiteX17" fmla="*/ 108403 w 157316"/>
                  <a:gd name="connsiteY17" fmla="*/ 134842 h 163926"/>
                  <a:gd name="connsiteX18" fmla="*/ 125588 w 157316"/>
                  <a:gd name="connsiteY18" fmla="*/ 116775 h 163926"/>
                  <a:gd name="connsiteX19" fmla="*/ 127792 w 157316"/>
                  <a:gd name="connsiteY19" fmla="*/ 115453 h 163926"/>
                  <a:gd name="connsiteX20" fmla="*/ 148503 w 157316"/>
                  <a:gd name="connsiteY20" fmla="*/ 115453 h 163926"/>
                  <a:gd name="connsiteX21" fmla="*/ 150706 w 157316"/>
                  <a:gd name="connsiteY21" fmla="*/ 118979 h 163926"/>
                  <a:gd name="connsiteX22" fmla="*/ 126029 w 157316"/>
                  <a:gd name="connsiteY22" fmla="*/ 150266 h 163926"/>
                  <a:gd name="connsiteX23" fmla="*/ 80641 w 157316"/>
                  <a:gd name="connsiteY23" fmla="*/ 163926 h 163926"/>
                  <a:gd name="connsiteX24" fmla="*/ 28202 w 157316"/>
                  <a:gd name="connsiteY24" fmla="*/ 69625 h 163926"/>
                  <a:gd name="connsiteX25" fmla="*/ 129995 w 157316"/>
                  <a:gd name="connsiteY25" fmla="*/ 69625 h 163926"/>
                  <a:gd name="connsiteX26" fmla="*/ 132639 w 157316"/>
                  <a:gd name="connsiteY26" fmla="*/ 66540 h 163926"/>
                  <a:gd name="connsiteX27" fmla="*/ 115894 w 157316"/>
                  <a:gd name="connsiteY27" fmla="*/ 35694 h 163926"/>
                  <a:gd name="connsiteX28" fmla="*/ 79319 w 157316"/>
                  <a:gd name="connsiteY28" fmla="*/ 22033 h 163926"/>
                  <a:gd name="connsiteX29" fmla="*/ 42744 w 157316"/>
                  <a:gd name="connsiteY29" fmla="*/ 35694 h 163926"/>
                  <a:gd name="connsiteX30" fmla="*/ 25999 w 157316"/>
                  <a:gd name="connsiteY30" fmla="*/ 66540 h 163926"/>
                  <a:gd name="connsiteX31" fmla="*/ 28202 w 157316"/>
                  <a:gd name="connsiteY31" fmla="*/ 69625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57316" h="163926">
                    <a:moveTo>
                      <a:pt x="80641" y="163926"/>
                    </a:moveTo>
                    <a:cubicBezTo>
                      <a:pt x="64777" y="163926"/>
                      <a:pt x="50676" y="160401"/>
                      <a:pt x="38338" y="152910"/>
                    </a:cubicBezTo>
                    <a:cubicBezTo>
                      <a:pt x="26440" y="145418"/>
                      <a:pt x="16745" y="135724"/>
                      <a:pt x="10135" y="123385"/>
                    </a:cubicBezTo>
                    <a:cubicBezTo>
                      <a:pt x="352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5" y="40541"/>
                    </a:cubicBezTo>
                    <a:cubicBezTo>
                      <a:pt x="15864" y="28202"/>
                      <a:pt x="25118" y="18508"/>
                      <a:pt x="37016" y="11017"/>
                    </a:cubicBezTo>
                    <a:cubicBezTo>
                      <a:pt x="48913" y="3525"/>
                      <a:pt x="63015" y="0"/>
                      <a:pt x="78878" y="0"/>
                    </a:cubicBezTo>
                    <a:cubicBezTo>
                      <a:pt x="95183" y="0"/>
                      <a:pt x="109284" y="3525"/>
                      <a:pt x="120741" y="11017"/>
                    </a:cubicBezTo>
                    <a:cubicBezTo>
                      <a:pt x="132639" y="18508"/>
                      <a:pt x="141452" y="28202"/>
                      <a:pt x="147622" y="40541"/>
                    </a:cubicBezTo>
                    <a:cubicBezTo>
                      <a:pt x="153791" y="52879"/>
                      <a:pt x="157316" y="66540"/>
                      <a:pt x="157316" y="81963"/>
                    </a:cubicBezTo>
                    <a:lnTo>
                      <a:pt x="157316" y="89014"/>
                    </a:lnTo>
                    <a:cubicBezTo>
                      <a:pt x="157316" y="90336"/>
                      <a:pt x="156435" y="91658"/>
                      <a:pt x="154672" y="91658"/>
                    </a:cubicBezTo>
                    <a:lnTo>
                      <a:pt x="27321" y="91658"/>
                    </a:lnTo>
                    <a:cubicBezTo>
                      <a:pt x="25999" y="91658"/>
                      <a:pt x="24677" y="92980"/>
                      <a:pt x="24677" y="94742"/>
                    </a:cubicBezTo>
                    <a:cubicBezTo>
                      <a:pt x="25999" y="103115"/>
                      <a:pt x="29084" y="110606"/>
                      <a:pt x="33050" y="117216"/>
                    </a:cubicBezTo>
                    <a:cubicBezTo>
                      <a:pt x="37897" y="125148"/>
                      <a:pt x="44066" y="130876"/>
                      <a:pt x="52439" y="135724"/>
                    </a:cubicBezTo>
                    <a:cubicBezTo>
                      <a:pt x="60371" y="140130"/>
                      <a:pt x="69624" y="142334"/>
                      <a:pt x="80200" y="142334"/>
                    </a:cubicBezTo>
                    <a:cubicBezTo>
                      <a:pt x="91217" y="142334"/>
                      <a:pt x="100911" y="139690"/>
                      <a:pt x="108403" y="134842"/>
                    </a:cubicBezTo>
                    <a:cubicBezTo>
                      <a:pt x="115453" y="129995"/>
                      <a:pt x="121182" y="124267"/>
                      <a:pt x="125588" y="116775"/>
                    </a:cubicBezTo>
                    <a:cubicBezTo>
                      <a:pt x="126029" y="115894"/>
                      <a:pt x="126910" y="115453"/>
                      <a:pt x="127792" y="115453"/>
                    </a:cubicBezTo>
                    <a:lnTo>
                      <a:pt x="148503" y="115453"/>
                    </a:lnTo>
                    <a:cubicBezTo>
                      <a:pt x="150265" y="115453"/>
                      <a:pt x="151587" y="117216"/>
                      <a:pt x="150706" y="118979"/>
                    </a:cubicBezTo>
                    <a:cubicBezTo>
                      <a:pt x="144978" y="131758"/>
                      <a:pt x="137046" y="141893"/>
                      <a:pt x="126029" y="150266"/>
                    </a:cubicBezTo>
                    <a:cubicBezTo>
                      <a:pt x="114572" y="159519"/>
                      <a:pt x="99589" y="163926"/>
                      <a:pt x="80641" y="163926"/>
                    </a:cubicBezTo>
                    <a:close/>
                    <a:moveTo>
                      <a:pt x="28202" y="69625"/>
                    </a:moveTo>
                    <a:lnTo>
                      <a:pt x="129995" y="69625"/>
                    </a:lnTo>
                    <a:cubicBezTo>
                      <a:pt x="131758" y="69625"/>
                      <a:pt x="132639" y="68303"/>
                      <a:pt x="132639" y="66540"/>
                    </a:cubicBezTo>
                    <a:cubicBezTo>
                      <a:pt x="129995" y="54201"/>
                      <a:pt x="124707" y="44066"/>
                      <a:pt x="115894" y="35694"/>
                    </a:cubicBezTo>
                    <a:cubicBezTo>
                      <a:pt x="106640" y="26440"/>
                      <a:pt x="94302" y="22033"/>
                      <a:pt x="79319" y="22033"/>
                    </a:cubicBezTo>
                    <a:cubicBezTo>
                      <a:pt x="64337" y="22033"/>
                      <a:pt x="51998" y="26440"/>
                      <a:pt x="42744" y="35694"/>
                    </a:cubicBezTo>
                    <a:cubicBezTo>
                      <a:pt x="34372" y="44066"/>
                      <a:pt x="28643" y="54201"/>
                      <a:pt x="25999" y="66540"/>
                    </a:cubicBezTo>
                    <a:cubicBezTo>
                      <a:pt x="25558" y="68303"/>
                      <a:pt x="26440" y="69625"/>
                      <a:pt x="28202" y="69625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C290FEB7-1A05-BFE1-4F33-F862991B473C}"/>
                  </a:ext>
                </a:extLst>
              </p:cNvPr>
              <p:cNvSpPr/>
              <p:nvPr/>
            </p:nvSpPr>
            <p:spPr>
              <a:xfrm>
                <a:off x="1307272" y="1383073"/>
                <a:ext cx="158197" cy="225177"/>
              </a:xfrm>
              <a:custGeom>
                <a:avLst/>
                <a:gdLst>
                  <a:gd name="connsiteX0" fmla="*/ 77116 w 158197"/>
                  <a:gd name="connsiteY0" fmla="*/ 225178 h 225177"/>
                  <a:gd name="connsiteX1" fmla="*/ 36575 w 158197"/>
                  <a:gd name="connsiteY1" fmla="*/ 214161 h 225177"/>
                  <a:gd name="connsiteX2" fmla="*/ 9695 w 158197"/>
                  <a:gd name="connsiteY2" fmla="*/ 184637 h 225177"/>
                  <a:gd name="connsiteX3" fmla="*/ 0 w 158197"/>
                  <a:gd name="connsiteY3" fmla="*/ 143215 h 225177"/>
                  <a:gd name="connsiteX4" fmla="*/ 9695 w 158197"/>
                  <a:gd name="connsiteY4" fmla="*/ 101793 h 225177"/>
                  <a:gd name="connsiteX5" fmla="*/ 36575 w 158197"/>
                  <a:gd name="connsiteY5" fmla="*/ 72268 h 225177"/>
                  <a:gd name="connsiteX6" fmla="*/ 77116 w 158197"/>
                  <a:gd name="connsiteY6" fmla="*/ 61252 h 225177"/>
                  <a:gd name="connsiteX7" fmla="*/ 111047 w 158197"/>
                  <a:gd name="connsiteY7" fmla="*/ 68743 h 225177"/>
                  <a:gd name="connsiteX8" fmla="*/ 129554 w 158197"/>
                  <a:gd name="connsiteY8" fmla="*/ 83726 h 225177"/>
                  <a:gd name="connsiteX9" fmla="*/ 133961 w 158197"/>
                  <a:gd name="connsiteY9" fmla="*/ 81963 h 225177"/>
                  <a:gd name="connsiteX10" fmla="*/ 133961 w 158197"/>
                  <a:gd name="connsiteY10" fmla="*/ 2644 h 225177"/>
                  <a:gd name="connsiteX11" fmla="*/ 136605 w 158197"/>
                  <a:gd name="connsiteY11" fmla="*/ 0 h 225177"/>
                  <a:gd name="connsiteX12" fmla="*/ 155553 w 158197"/>
                  <a:gd name="connsiteY12" fmla="*/ 0 h 225177"/>
                  <a:gd name="connsiteX13" fmla="*/ 158197 w 158197"/>
                  <a:gd name="connsiteY13" fmla="*/ 2644 h 225177"/>
                  <a:gd name="connsiteX14" fmla="*/ 158197 w 158197"/>
                  <a:gd name="connsiteY14" fmla="*/ 219449 h 225177"/>
                  <a:gd name="connsiteX15" fmla="*/ 155553 w 158197"/>
                  <a:gd name="connsiteY15" fmla="*/ 222093 h 225177"/>
                  <a:gd name="connsiteX16" fmla="*/ 136605 w 158197"/>
                  <a:gd name="connsiteY16" fmla="*/ 222093 h 225177"/>
                  <a:gd name="connsiteX17" fmla="*/ 133961 w 158197"/>
                  <a:gd name="connsiteY17" fmla="*/ 219449 h 225177"/>
                  <a:gd name="connsiteX18" fmla="*/ 133961 w 158197"/>
                  <a:gd name="connsiteY18" fmla="*/ 203586 h 225177"/>
                  <a:gd name="connsiteX19" fmla="*/ 129554 w 158197"/>
                  <a:gd name="connsiteY19" fmla="*/ 201823 h 225177"/>
                  <a:gd name="connsiteX20" fmla="*/ 111047 w 158197"/>
                  <a:gd name="connsiteY20" fmla="*/ 216805 h 225177"/>
                  <a:gd name="connsiteX21" fmla="*/ 77116 w 158197"/>
                  <a:gd name="connsiteY21" fmla="*/ 225178 h 225177"/>
                  <a:gd name="connsiteX22" fmla="*/ 80200 w 158197"/>
                  <a:gd name="connsiteY22" fmla="*/ 204026 h 225177"/>
                  <a:gd name="connsiteX23" fmla="*/ 110165 w 158197"/>
                  <a:gd name="connsiteY23" fmla="*/ 195654 h 225177"/>
                  <a:gd name="connsiteX24" fmla="*/ 128673 w 158197"/>
                  <a:gd name="connsiteY24" fmla="*/ 173621 h 225177"/>
                  <a:gd name="connsiteX25" fmla="*/ 134842 w 158197"/>
                  <a:gd name="connsiteY25" fmla="*/ 143656 h 225177"/>
                  <a:gd name="connsiteX26" fmla="*/ 128673 w 158197"/>
                  <a:gd name="connsiteY26" fmla="*/ 113691 h 225177"/>
                  <a:gd name="connsiteX27" fmla="*/ 110165 w 158197"/>
                  <a:gd name="connsiteY27" fmla="*/ 91658 h 225177"/>
                  <a:gd name="connsiteX28" fmla="*/ 80200 w 158197"/>
                  <a:gd name="connsiteY28" fmla="*/ 83285 h 225177"/>
                  <a:gd name="connsiteX29" fmla="*/ 50235 w 158197"/>
                  <a:gd name="connsiteY29" fmla="*/ 91658 h 225177"/>
                  <a:gd name="connsiteX30" fmla="*/ 30846 w 158197"/>
                  <a:gd name="connsiteY30" fmla="*/ 113691 h 225177"/>
                  <a:gd name="connsiteX31" fmla="*/ 24236 w 158197"/>
                  <a:gd name="connsiteY31" fmla="*/ 143656 h 225177"/>
                  <a:gd name="connsiteX32" fmla="*/ 30846 w 158197"/>
                  <a:gd name="connsiteY32" fmla="*/ 173621 h 225177"/>
                  <a:gd name="connsiteX33" fmla="*/ 50235 w 158197"/>
                  <a:gd name="connsiteY33" fmla="*/ 195654 h 225177"/>
                  <a:gd name="connsiteX34" fmla="*/ 80200 w 158197"/>
                  <a:gd name="connsiteY34" fmla="*/ 204026 h 225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58197" h="225177">
                    <a:moveTo>
                      <a:pt x="77116" y="225178"/>
                    </a:moveTo>
                    <a:cubicBezTo>
                      <a:pt x="61693" y="225178"/>
                      <a:pt x="48032" y="221653"/>
                      <a:pt x="36575" y="214161"/>
                    </a:cubicBezTo>
                    <a:cubicBezTo>
                      <a:pt x="25118" y="206670"/>
                      <a:pt x="16304" y="196976"/>
                      <a:pt x="9695" y="184637"/>
                    </a:cubicBezTo>
                    <a:cubicBezTo>
                      <a:pt x="3525" y="172299"/>
                      <a:pt x="0" y="158638"/>
                      <a:pt x="0" y="143215"/>
                    </a:cubicBezTo>
                    <a:cubicBezTo>
                      <a:pt x="0" y="127792"/>
                      <a:pt x="3085" y="114131"/>
                      <a:pt x="9695" y="101793"/>
                    </a:cubicBezTo>
                    <a:cubicBezTo>
                      <a:pt x="15864" y="89454"/>
                      <a:pt x="25118" y="79760"/>
                      <a:pt x="36575" y="72268"/>
                    </a:cubicBezTo>
                    <a:cubicBezTo>
                      <a:pt x="48032" y="64777"/>
                      <a:pt x="61693" y="61252"/>
                      <a:pt x="77116" y="61252"/>
                    </a:cubicBezTo>
                    <a:cubicBezTo>
                      <a:pt x="90336" y="61252"/>
                      <a:pt x="101352" y="63896"/>
                      <a:pt x="111047" y="68743"/>
                    </a:cubicBezTo>
                    <a:cubicBezTo>
                      <a:pt x="118097" y="72709"/>
                      <a:pt x="124707" y="77556"/>
                      <a:pt x="129554" y="83726"/>
                    </a:cubicBezTo>
                    <a:cubicBezTo>
                      <a:pt x="130876" y="85488"/>
                      <a:pt x="133961" y="84607"/>
                      <a:pt x="133961" y="81963"/>
                    </a:cubicBezTo>
                    <a:lnTo>
                      <a:pt x="133961" y="2644"/>
                    </a:lnTo>
                    <a:cubicBezTo>
                      <a:pt x="133961" y="1322"/>
                      <a:pt x="134842" y="0"/>
                      <a:pt x="136605" y="0"/>
                    </a:cubicBezTo>
                    <a:lnTo>
                      <a:pt x="155553" y="0"/>
                    </a:lnTo>
                    <a:cubicBezTo>
                      <a:pt x="156875" y="0"/>
                      <a:pt x="158197" y="881"/>
                      <a:pt x="158197" y="2644"/>
                    </a:cubicBezTo>
                    <a:lnTo>
                      <a:pt x="158197" y="219449"/>
                    </a:lnTo>
                    <a:cubicBezTo>
                      <a:pt x="158197" y="220771"/>
                      <a:pt x="157316" y="222093"/>
                      <a:pt x="155553" y="222093"/>
                    </a:cubicBezTo>
                    <a:lnTo>
                      <a:pt x="136605" y="222093"/>
                    </a:lnTo>
                    <a:cubicBezTo>
                      <a:pt x="135283" y="222093"/>
                      <a:pt x="133961" y="221212"/>
                      <a:pt x="133961" y="219449"/>
                    </a:cubicBezTo>
                    <a:lnTo>
                      <a:pt x="133961" y="203586"/>
                    </a:lnTo>
                    <a:cubicBezTo>
                      <a:pt x="133961" y="201382"/>
                      <a:pt x="131317" y="200501"/>
                      <a:pt x="129554" y="201823"/>
                    </a:cubicBezTo>
                    <a:cubicBezTo>
                      <a:pt x="124266" y="207992"/>
                      <a:pt x="118097" y="212840"/>
                      <a:pt x="111047" y="216805"/>
                    </a:cubicBezTo>
                    <a:cubicBezTo>
                      <a:pt x="101352" y="222975"/>
                      <a:pt x="89895" y="225178"/>
                      <a:pt x="77116" y="225178"/>
                    </a:cubicBezTo>
                    <a:close/>
                    <a:moveTo>
                      <a:pt x="80200" y="204026"/>
                    </a:moveTo>
                    <a:cubicBezTo>
                      <a:pt x="92098" y="204026"/>
                      <a:pt x="102233" y="201382"/>
                      <a:pt x="110165" y="195654"/>
                    </a:cubicBezTo>
                    <a:cubicBezTo>
                      <a:pt x="118097" y="190366"/>
                      <a:pt x="124266" y="182874"/>
                      <a:pt x="128673" y="173621"/>
                    </a:cubicBezTo>
                    <a:cubicBezTo>
                      <a:pt x="133080" y="164367"/>
                      <a:pt x="134842" y="154231"/>
                      <a:pt x="134842" y="143656"/>
                    </a:cubicBezTo>
                    <a:cubicBezTo>
                      <a:pt x="134842" y="132639"/>
                      <a:pt x="132639" y="122504"/>
                      <a:pt x="128673" y="113691"/>
                    </a:cubicBezTo>
                    <a:cubicBezTo>
                      <a:pt x="124266" y="104437"/>
                      <a:pt x="118097" y="97386"/>
                      <a:pt x="110165" y="91658"/>
                    </a:cubicBezTo>
                    <a:cubicBezTo>
                      <a:pt x="102233" y="86370"/>
                      <a:pt x="92098" y="83285"/>
                      <a:pt x="80200" y="83285"/>
                    </a:cubicBezTo>
                    <a:cubicBezTo>
                      <a:pt x="68743" y="83285"/>
                      <a:pt x="58608" y="85929"/>
                      <a:pt x="50235" y="91658"/>
                    </a:cubicBezTo>
                    <a:cubicBezTo>
                      <a:pt x="41863" y="96945"/>
                      <a:pt x="35253" y="104437"/>
                      <a:pt x="30846" y="113691"/>
                    </a:cubicBezTo>
                    <a:cubicBezTo>
                      <a:pt x="26440" y="122944"/>
                      <a:pt x="24236" y="132639"/>
                      <a:pt x="24236" y="143656"/>
                    </a:cubicBezTo>
                    <a:cubicBezTo>
                      <a:pt x="24236" y="154231"/>
                      <a:pt x="26440" y="164367"/>
                      <a:pt x="30846" y="173621"/>
                    </a:cubicBezTo>
                    <a:cubicBezTo>
                      <a:pt x="35253" y="182874"/>
                      <a:pt x="41863" y="190366"/>
                      <a:pt x="50235" y="195654"/>
                    </a:cubicBezTo>
                    <a:cubicBezTo>
                      <a:pt x="58608" y="200942"/>
                      <a:pt x="68303" y="204026"/>
                      <a:pt x="80200" y="204026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74AF401F-9A9E-BAA0-BC16-DED2EDDA6638}"/>
                  </a:ext>
                </a:extLst>
              </p:cNvPr>
              <p:cNvSpPr/>
              <p:nvPr/>
            </p:nvSpPr>
            <p:spPr>
              <a:xfrm>
                <a:off x="1487943" y="1444325"/>
                <a:ext cx="158197" cy="163926"/>
              </a:xfrm>
              <a:custGeom>
                <a:avLst/>
                <a:gdLst>
                  <a:gd name="connsiteX0" fmla="*/ 77116 w 158197"/>
                  <a:gd name="connsiteY0" fmla="*/ 163926 h 163926"/>
                  <a:gd name="connsiteX1" fmla="*/ 36575 w 158197"/>
                  <a:gd name="connsiteY1" fmla="*/ 152910 h 163926"/>
                  <a:gd name="connsiteX2" fmla="*/ 9695 w 158197"/>
                  <a:gd name="connsiteY2" fmla="*/ 123385 h 163926"/>
                  <a:gd name="connsiteX3" fmla="*/ 0 w 158197"/>
                  <a:gd name="connsiteY3" fmla="*/ 81963 h 163926"/>
                  <a:gd name="connsiteX4" fmla="*/ 9695 w 158197"/>
                  <a:gd name="connsiteY4" fmla="*/ 40541 h 163926"/>
                  <a:gd name="connsiteX5" fmla="*/ 36575 w 158197"/>
                  <a:gd name="connsiteY5" fmla="*/ 11017 h 163926"/>
                  <a:gd name="connsiteX6" fmla="*/ 77116 w 158197"/>
                  <a:gd name="connsiteY6" fmla="*/ 0 h 163926"/>
                  <a:gd name="connsiteX7" fmla="*/ 111047 w 158197"/>
                  <a:gd name="connsiteY7" fmla="*/ 7491 h 163926"/>
                  <a:gd name="connsiteX8" fmla="*/ 129554 w 158197"/>
                  <a:gd name="connsiteY8" fmla="*/ 22474 h 163926"/>
                  <a:gd name="connsiteX9" fmla="*/ 133961 w 158197"/>
                  <a:gd name="connsiteY9" fmla="*/ 20711 h 163926"/>
                  <a:gd name="connsiteX10" fmla="*/ 133961 w 158197"/>
                  <a:gd name="connsiteY10" fmla="*/ 4847 h 163926"/>
                  <a:gd name="connsiteX11" fmla="*/ 136605 w 158197"/>
                  <a:gd name="connsiteY11" fmla="*/ 2203 h 163926"/>
                  <a:gd name="connsiteX12" fmla="*/ 155553 w 158197"/>
                  <a:gd name="connsiteY12" fmla="*/ 2203 h 163926"/>
                  <a:gd name="connsiteX13" fmla="*/ 158197 w 158197"/>
                  <a:gd name="connsiteY13" fmla="*/ 4847 h 163926"/>
                  <a:gd name="connsiteX14" fmla="*/ 158197 w 158197"/>
                  <a:gd name="connsiteY14" fmla="*/ 158198 h 163926"/>
                  <a:gd name="connsiteX15" fmla="*/ 155553 w 158197"/>
                  <a:gd name="connsiteY15" fmla="*/ 160841 h 163926"/>
                  <a:gd name="connsiteX16" fmla="*/ 136605 w 158197"/>
                  <a:gd name="connsiteY16" fmla="*/ 160841 h 163926"/>
                  <a:gd name="connsiteX17" fmla="*/ 133961 w 158197"/>
                  <a:gd name="connsiteY17" fmla="*/ 158198 h 163926"/>
                  <a:gd name="connsiteX18" fmla="*/ 133961 w 158197"/>
                  <a:gd name="connsiteY18" fmla="*/ 142334 h 163926"/>
                  <a:gd name="connsiteX19" fmla="*/ 129554 w 158197"/>
                  <a:gd name="connsiteY19" fmla="*/ 140571 h 163926"/>
                  <a:gd name="connsiteX20" fmla="*/ 111047 w 158197"/>
                  <a:gd name="connsiteY20" fmla="*/ 155554 h 163926"/>
                  <a:gd name="connsiteX21" fmla="*/ 77116 w 158197"/>
                  <a:gd name="connsiteY21" fmla="*/ 163926 h 163926"/>
                  <a:gd name="connsiteX22" fmla="*/ 80200 w 158197"/>
                  <a:gd name="connsiteY22" fmla="*/ 142774 h 163926"/>
                  <a:gd name="connsiteX23" fmla="*/ 110165 w 158197"/>
                  <a:gd name="connsiteY23" fmla="*/ 134402 h 163926"/>
                  <a:gd name="connsiteX24" fmla="*/ 128673 w 158197"/>
                  <a:gd name="connsiteY24" fmla="*/ 112369 h 163926"/>
                  <a:gd name="connsiteX25" fmla="*/ 134842 w 158197"/>
                  <a:gd name="connsiteY25" fmla="*/ 82404 h 163926"/>
                  <a:gd name="connsiteX26" fmla="*/ 128673 w 158197"/>
                  <a:gd name="connsiteY26" fmla="*/ 52439 h 163926"/>
                  <a:gd name="connsiteX27" fmla="*/ 110165 w 158197"/>
                  <a:gd name="connsiteY27" fmla="*/ 30406 h 163926"/>
                  <a:gd name="connsiteX28" fmla="*/ 80200 w 158197"/>
                  <a:gd name="connsiteY28" fmla="*/ 22033 h 163926"/>
                  <a:gd name="connsiteX29" fmla="*/ 50235 w 158197"/>
                  <a:gd name="connsiteY29" fmla="*/ 30406 h 163926"/>
                  <a:gd name="connsiteX30" fmla="*/ 30846 w 158197"/>
                  <a:gd name="connsiteY30" fmla="*/ 52439 h 163926"/>
                  <a:gd name="connsiteX31" fmla="*/ 24236 w 158197"/>
                  <a:gd name="connsiteY31" fmla="*/ 82404 h 163926"/>
                  <a:gd name="connsiteX32" fmla="*/ 30846 w 158197"/>
                  <a:gd name="connsiteY32" fmla="*/ 112369 h 163926"/>
                  <a:gd name="connsiteX33" fmla="*/ 50235 w 158197"/>
                  <a:gd name="connsiteY33" fmla="*/ 134402 h 163926"/>
                  <a:gd name="connsiteX34" fmla="*/ 80200 w 158197"/>
                  <a:gd name="connsiteY34" fmla="*/ 142774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58197" h="163926">
                    <a:moveTo>
                      <a:pt x="77116" y="163926"/>
                    </a:moveTo>
                    <a:cubicBezTo>
                      <a:pt x="61693" y="163926"/>
                      <a:pt x="48032" y="160401"/>
                      <a:pt x="36575" y="152910"/>
                    </a:cubicBezTo>
                    <a:cubicBezTo>
                      <a:pt x="25118" y="145418"/>
                      <a:pt x="16304" y="135724"/>
                      <a:pt x="9695" y="123385"/>
                    </a:cubicBezTo>
                    <a:cubicBezTo>
                      <a:pt x="352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5" y="40541"/>
                    </a:cubicBezTo>
                    <a:cubicBezTo>
                      <a:pt x="15864" y="28202"/>
                      <a:pt x="25118" y="18508"/>
                      <a:pt x="36575" y="11017"/>
                    </a:cubicBezTo>
                    <a:cubicBezTo>
                      <a:pt x="48032" y="3525"/>
                      <a:pt x="61693" y="0"/>
                      <a:pt x="77116" y="0"/>
                    </a:cubicBezTo>
                    <a:cubicBezTo>
                      <a:pt x="90336" y="0"/>
                      <a:pt x="101352" y="2644"/>
                      <a:pt x="111047" y="7491"/>
                    </a:cubicBezTo>
                    <a:cubicBezTo>
                      <a:pt x="118097" y="11457"/>
                      <a:pt x="124707" y="16305"/>
                      <a:pt x="129554" y="22474"/>
                    </a:cubicBezTo>
                    <a:cubicBezTo>
                      <a:pt x="130876" y="24236"/>
                      <a:pt x="133961" y="23355"/>
                      <a:pt x="133961" y="20711"/>
                    </a:cubicBezTo>
                    <a:lnTo>
                      <a:pt x="133961" y="4847"/>
                    </a:lnTo>
                    <a:cubicBezTo>
                      <a:pt x="133961" y="3525"/>
                      <a:pt x="134842" y="2203"/>
                      <a:pt x="136605" y="2203"/>
                    </a:cubicBezTo>
                    <a:lnTo>
                      <a:pt x="155553" y="2203"/>
                    </a:lnTo>
                    <a:cubicBezTo>
                      <a:pt x="156875" y="2203"/>
                      <a:pt x="158197" y="3085"/>
                      <a:pt x="158197" y="4847"/>
                    </a:cubicBezTo>
                    <a:lnTo>
                      <a:pt x="158197" y="158198"/>
                    </a:lnTo>
                    <a:cubicBezTo>
                      <a:pt x="158197" y="159519"/>
                      <a:pt x="157316" y="160841"/>
                      <a:pt x="155553" y="160841"/>
                    </a:cubicBezTo>
                    <a:lnTo>
                      <a:pt x="136605" y="160841"/>
                    </a:lnTo>
                    <a:cubicBezTo>
                      <a:pt x="135283" y="160841"/>
                      <a:pt x="133961" y="159960"/>
                      <a:pt x="133961" y="158198"/>
                    </a:cubicBezTo>
                    <a:lnTo>
                      <a:pt x="133961" y="142334"/>
                    </a:lnTo>
                    <a:cubicBezTo>
                      <a:pt x="133961" y="140130"/>
                      <a:pt x="131317" y="139249"/>
                      <a:pt x="129554" y="140571"/>
                    </a:cubicBezTo>
                    <a:cubicBezTo>
                      <a:pt x="124266" y="146740"/>
                      <a:pt x="118097" y="151588"/>
                      <a:pt x="111047" y="155554"/>
                    </a:cubicBezTo>
                    <a:cubicBezTo>
                      <a:pt x="101352" y="161723"/>
                      <a:pt x="89895" y="163926"/>
                      <a:pt x="77116" y="163926"/>
                    </a:cubicBezTo>
                    <a:close/>
                    <a:moveTo>
                      <a:pt x="80200" y="142774"/>
                    </a:moveTo>
                    <a:cubicBezTo>
                      <a:pt x="92098" y="142774"/>
                      <a:pt x="102233" y="140130"/>
                      <a:pt x="110165" y="134402"/>
                    </a:cubicBezTo>
                    <a:cubicBezTo>
                      <a:pt x="118097" y="129114"/>
                      <a:pt x="124266" y="121623"/>
                      <a:pt x="128673" y="112369"/>
                    </a:cubicBezTo>
                    <a:cubicBezTo>
                      <a:pt x="133080" y="103115"/>
                      <a:pt x="134842" y="92980"/>
                      <a:pt x="134842" y="82404"/>
                    </a:cubicBezTo>
                    <a:cubicBezTo>
                      <a:pt x="134842" y="71387"/>
                      <a:pt x="132639" y="61252"/>
                      <a:pt x="128673" y="52439"/>
                    </a:cubicBezTo>
                    <a:cubicBezTo>
                      <a:pt x="124266" y="43185"/>
                      <a:pt x="118097" y="36134"/>
                      <a:pt x="110165" y="30406"/>
                    </a:cubicBezTo>
                    <a:cubicBezTo>
                      <a:pt x="102233" y="25118"/>
                      <a:pt x="92098" y="22033"/>
                      <a:pt x="80200" y="22033"/>
                    </a:cubicBezTo>
                    <a:cubicBezTo>
                      <a:pt x="68743" y="22033"/>
                      <a:pt x="58608" y="24677"/>
                      <a:pt x="50235" y="30406"/>
                    </a:cubicBezTo>
                    <a:cubicBezTo>
                      <a:pt x="41863" y="35694"/>
                      <a:pt x="35253" y="43185"/>
                      <a:pt x="30846" y="52439"/>
                    </a:cubicBezTo>
                    <a:cubicBezTo>
                      <a:pt x="26440" y="61693"/>
                      <a:pt x="24236" y="71387"/>
                      <a:pt x="24236" y="82404"/>
                    </a:cubicBezTo>
                    <a:cubicBezTo>
                      <a:pt x="24236" y="92980"/>
                      <a:pt x="26440" y="103115"/>
                      <a:pt x="30846" y="112369"/>
                    </a:cubicBezTo>
                    <a:cubicBezTo>
                      <a:pt x="35253" y="121623"/>
                      <a:pt x="41863" y="129114"/>
                      <a:pt x="50235" y="134402"/>
                    </a:cubicBezTo>
                    <a:cubicBezTo>
                      <a:pt x="58608" y="139690"/>
                      <a:pt x="68303" y="142774"/>
                      <a:pt x="80200" y="142774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3DD88B1-1B38-3C39-180E-30D22E07D7FB}"/>
                  </a:ext>
                </a:extLst>
              </p:cNvPr>
              <p:cNvSpPr/>
              <p:nvPr/>
            </p:nvSpPr>
            <p:spPr>
              <a:xfrm>
                <a:off x="1673902" y="1445207"/>
                <a:ext cx="140130" cy="161722"/>
              </a:xfrm>
              <a:custGeom>
                <a:avLst/>
                <a:gdLst>
                  <a:gd name="connsiteX0" fmla="*/ 0 w 140130"/>
                  <a:gd name="connsiteY0" fmla="*/ 158197 h 161722"/>
                  <a:gd name="connsiteX1" fmla="*/ 0 w 140130"/>
                  <a:gd name="connsiteY1" fmla="*/ 4847 h 161722"/>
                  <a:gd name="connsiteX2" fmla="*/ 2644 w 140130"/>
                  <a:gd name="connsiteY2" fmla="*/ 2203 h 161722"/>
                  <a:gd name="connsiteX3" fmla="*/ 21592 w 140130"/>
                  <a:gd name="connsiteY3" fmla="*/ 2203 h 161722"/>
                  <a:gd name="connsiteX4" fmla="*/ 24236 w 140130"/>
                  <a:gd name="connsiteY4" fmla="*/ 4847 h 161722"/>
                  <a:gd name="connsiteX5" fmla="*/ 24236 w 140130"/>
                  <a:gd name="connsiteY5" fmla="*/ 20270 h 161722"/>
                  <a:gd name="connsiteX6" fmla="*/ 28643 w 140130"/>
                  <a:gd name="connsiteY6" fmla="*/ 22033 h 161722"/>
                  <a:gd name="connsiteX7" fmla="*/ 45388 w 140130"/>
                  <a:gd name="connsiteY7" fmla="*/ 7932 h 161722"/>
                  <a:gd name="connsiteX8" fmla="*/ 77116 w 140130"/>
                  <a:gd name="connsiteY8" fmla="*/ 0 h 161722"/>
                  <a:gd name="connsiteX9" fmla="*/ 107962 w 140130"/>
                  <a:gd name="connsiteY9" fmla="*/ 7932 h 161722"/>
                  <a:gd name="connsiteX10" fmla="*/ 131317 w 140130"/>
                  <a:gd name="connsiteY10" fmla="*/ 31287 h 161722"/>
                  <a:gd name="connsiteX11" fmla="*/ 140130 w 140130"/>
                  <a:gd name="connsiteY11" fmla="*/ 69184 h 161722"/>
                  <a:gd name="connsiteX12" fmla="*/ 140130 w 140130"/>
                  <a:gd name="connsiteY12" fmla="*/ 159079 h 161722"/>
                  <a:gd name="connsiteX13" fmla="*/ 137486 w 140130"/>
                  <a:gd name="connsiteY13" fmla="*/ 161723 h 161722"/>
                  <a:gd name="connsiteX14" fmla="*/ 118538 w 140130"/>
                  <a:gd name="connsiteY14" fmla="*/ 161723 h 161722"/>
                  <a:gd name="connsiteX15" fmla="*/ 115894 w 140130"/>
                  <a:gd name="connsiteY15" fmla="*/ 159079 h 161722"/>
                  <a:gd name="connsiteX16" fmla="*/ 115894 w 140130"/>
                  <a:gd name="connsiteY16" fmla="*/ 70065 h 161722"/>
                  <a:gd name="connsiteX17" fmla="*/ 103555 w 140130"/>
                  <a:gd name="connsiteY17" fmla="*/ 35253 h 161722"/>
                  <a:gd name="connsiteX18" fmla="*/ 71387 w 140130"/>
                  <a:gd name="connsiteY18" fmla="*/ 22033 h 161722"/>
                  <a:gd name="connsiteX19" fmla="*/ 47151 w 140130"/>
                  <a:gd name="connsiteY19" fmla="*/ 28202 h 161722"/>
                  <a:gd name="connsiteX20" fmla="*/ 29965 w 140130"/>
                  <a:gd name="connsiteY20" fmla="*/ 44948 h 161722"/>
                  <a:gd name="connsiteX21" fmla="*/ 23355 w 140130"/>
                  <a:gd name="connsiteY21" fmla="*/ 70065 h 161722"/>
                  <a:gd name="connsiteX22" fmla="*/ 23355 w 140130"/>
                  <a:gd name="connsiteY22" fmla="*/ 159079 h 161722"/>
                  <a:gd name="connsiteX23" fmla="*/ 20711 w 140130"/>
                  <a:gd name="connsiteY23" fmla="*/ 161723 h 161722"/>
                  <a:gd name="connsiteX24" fmla="*/ 1763 w 140130"/>
                  <a:gd name="connsiteY24" fmla="*/ 161723 h 161722"/>
                  <a:gd name="connsiteX25" fmla="*/ 0 w 140130"/>
                  <a:gd name="connsiteY25" fmla="*/ 158197 h 1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140130" h="161722">
                    <a:moveTo>
                      <a:pt x="0" y="158197"/>
                    </a:moveTo>
                    <a:lnTo>
                      <a:pt x="0" y="4847"/>
                    </a:lnTo>
                    <a:cubicBezTo>
                      <a:pt x="0" y="3525"/>
                      <a:pt x="881" y="2203"/>
                      <a:pt x="2644" y="2203"/>
                    </a:cubicBezTo>
                    <a:lnTo>
                      <a:pt x="21592" y="2203"/>
                    </a:lnTo>
                    <a:cubicBezTo>
                      <a:pt x="22914" y="2203"/>
                      <a:pt x="24236" y="3085"/>
                      <a:pt x="24236" y="4847"/>
                    </a:cubicBezTo>
                    <a:lnTo>
                      <a:pt x="24236" y="20270"/>
                    </a:lnTo>
                    <a:cubicBezTo>
                      <a:pt x="24236" y="22474"/>
                      <a:pt x="26880" y="23355"/>
                      <a:pt x="28643" y="22033"/>
                    </a:cubicBezTo>
                    <a:cubicBezTo>
                      <a:pt x="33490" y="16745"/>
                      <a:pt x="39219" y="11898"/>
                      <a:pt x="45388" y="7932"/>
                    </a:cubicBezTo>
                    <a:cubicBezTo>
                      <a:pt x="53761" y="2644"/>
                      <a:pt x="64337" y="0"/>
                      <a:pt x="77116" y="0"/>
                    </a:cubicBezTo>
                    <a:cubicBezTo>
                      <a:pt x="88132" y="0"/>
                      <a:pt x="98268" y="2644"/>
                      <a:pt x="107962" y="7932"/>
                    </a:cubicBezTo>
                    <a:cubicBezTo>
                      <a:pt x="117657" y="13220"/>
                      <a:pt x="125588" y="20711"/>
                      <a:pt x="131317" y="31287"/>
                    </a:cubicBezTo>
                    <a:cubicBezTo>
                      <a:pt x="137486" y="41422"/>
                      <a:pt x="140130" y="54201"/>
                      <a:pt x="140130" y="69184"/>
                    </a:cubicBezTo>
                    <a:lnTo>
                      <a:pt x="140130" y="159079"/>
                    </a:lnTo>
                    <a:cubicBezTo>
                      <a:pt x="140130" y="160401"/>
                      <a:pt x="139249" y="161723"/>
                      <a:pt x="137486" y="161723"/>
                    </a:cubicBezTo>
                    <a:lnTo>
                      <a:pt x="118538" y="161723"/>
                    </a:lnTo>
                    <a:cubicBezTo>
                      <a:pt x="117216" y="161723"/>
                      <a:pt x="115894" y="160841"/>
                      <a:pt x="115894" y="159079"/>
                    </a:cubicBezTo>
                    <a:lnTo>
                      <a:pt x="115894" y="70065"/>
                    </a:lnTo>
                    <a:cubicBezTo>
                      <a:pt x="115894" y="55523"/>
                      <a:pt x="111928" y="44066"/>
                      <a:pt x="103555" y="35253"/>
                    </a:cubicBezTo>
                    <a:cubicBezTo>
                      <a:pt x="95183" y="26440"/>
                      <a:pt x="84607" y="22033"/>
                      <a:pt x="71387" y="22033"/>
                    </a:cubicBezTo>
                    <a:cubicBezTo>
                      <a:pt x="62574" y="22033"/>
                      <a:pt x="54642" y="24236"/>
                      <a:pt x="47151" y="28202"/>
                    </a:cubicBezTo>
                    <a:cubicBezTo>
                      <a:pt x="40100" y="32168"/>
                      <a:pt x="34372" y="37897"/>
                      <a:pt x="29965" y="44948"/>
                    </a:cubicBezTo>
                    <a:cubicBezTo>
                      <a:pt x="25558" y="52439"/>
                      <a:pt x="23355" y="60811"/>
                      <a:pt x="23355" y="70065"/>
                    </a:cubicBezTo>
                    <a:lnTo>
                      <a:pt x="23355" y="159079"/>
                    </a:lnTo>
                    <a:cubicBezTo>
                      <a:pt x="23355" y="160401"/>
                      <a:pt x="22474" y="161723"/>
                      <a:pt x="20711" y="161723"/>
                    </a:cubicBezTo>
                    <a:lnTo>
                      <a:pt x="1763" y="161723"/>
                    </a:lnTo>
                    <a:cubicBezTo>
                      <a:pt x="881" y="160841"/>
                      <a:pt x="0" y="159519"/>
                      <a:pt x="0" y="158197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01E6B68E-444E-7456-73D6-97E41DD822B3}"/>
                  </a:ext>
                </a:extLst>
              </p:cNvPr>
              <p:cNvSpPr/>
              <p:nvPr/>
            </p:nvSpPr>
            <p:spPr>
              <a:xfrm>
                <a:off x="1833862" y="1444325"/>
                <a:ext cx="151867" cy="163926"/>
              </a:xfrm>
              <a:custGeom>
                <a:avLst/>
                <a:gdLst>
                  <a:gd name="connsiteX0" fmla="*/ 77997 w 151867"/>
                  <a:gd name="connsiteY0" fmla="*/ 163926 h 163926"/>
                  <a:gd name="connsiteX1" fmla="*/ 36575 w 151867"/>
                  <a:gd name="connsiteY1" fmla="*/ 152910 h 163926"/>
                  <a:gd name="connsiteX2" fmla="*/ 9694 w 151867"/>
                  <a:gd name="connsiteY2" fmla="*/ 123385 h 163926"/>
                  <a:gd name="connsiteX3" fmla="*/ 0 w 151867"/>
                  <a:gd name="connsiteY3" fmla="*/ 81963 h 163926"/>
                  <a:gd name="connsiteX4" fmla="*/ 9694 w 151867"/>
                  <a:gd name="connsiteY4" fmla="*/ 40541 h 163926"/>
                  <a:gd name="connsiteX5" fmla="*/ 36575 w 151867"/>
                  <a:gd name="connsiteY5" fmla="*/ 11017 h 163926"/>
                  <a:gd name="connsiteX6" fmla="*/ 77997 w 151867"/>
                  <a:gd name="connsiteY6" fmla="*/ 0 h 163926"/>
                  <a:gd name="connsiteX7" fmla="*/ 126029 w 151867"/>
                  <a:gd name="connsiteY7" fmla="*/ 14542 h 163926"/>
                  <a:gd name="connsiteX8" fmla="*/ 151587 w 151867"/>
                  <a:gd name="connsiteY8" fmla="*/ 48913 h 163926"/>
                  <a:gd name="connsiteX9" fmla="*/ 149384 w 151867"/>
                  <a:gd name="connsiteY9" fmla="*/ 51998 h 163926"/>
                  <a:gd name="connsiteX10" fmla="*/ 128673 w 151867"/>
                  <a:gd name="connsiteY10" fmla="*/ 51998 h 163926"/>
                  <a:gd name="connsiteX11" fmla="*/ 126470 w 151867"/>
                  <a:gd name="connsiteY11" fmla="*/ 50676 h 163926"/>
                  <a:gd name="connsiteX12" fmla="*/ 109725 w 151867"/>
                  <a:gd name="connsiteY12" fmla="*/ 29965 h 163926"/>
                  <a:gd name="connsiteX13" fmla="*/ 81082 w 151867"/>
                  <a:gd name="connsiteY13" fmla="*/ 21593 h 163926"/>
                  <a:gd name="connsiteX14" fmla="*/ 50676 w 151867"/>
                  <a:gd name="connsiteY14" fmla="*/ 29965 h 163926"/>
                  <a:gd name="connsiteX15" fmla="*/ 30846 w 151867"/>
                  <a:gd name="connsiteY15" fmla="*/ 51998 h 163926"/>
                  <a:gd name="connsiteX16" fmla="*/ 23796 w 151867"/>
                  <a:gd name="connsiteY16" fmla="*/ 81963 h 163926"/>
                  <a:gd name="connsiteX17" fmla="*/ 30846 w 151867"/>
                  <a:gd name="connsiteY17" fmla="*/ 111928 h 163926"/>
                  <a:gd name="connsiteX18" fmla="*/ 50676 w 151867"/>
                  <a:gd name="connsiteY18" fmla="*/ 133961 h 163926"/>
                  <a:gd name="connsiteX19" fmla="*/ 81082 w 151867"/>
                  <a:gd name="connsiteY19" fmla="*/ 142334 h 163926"/>
                  <a:gd name="connsiteX20" fmla="*/ 109725 w 151867"/>
                  <a:gd name="connsiteY20" fmla="*/ 133961 h 163926"/>
                  <a:gd name="connsiteX21" fmla="*/ 126470 w 151867"/>
                  <a:gd name="connsiteY21" fmla="*/ 113250 h 163926"/>
                  <a:gd name="connsiteX22" fmla="*/ 128673 w 151867"/>
                  <a:gd name="connsiteY22" fmla="*/ 111928 h 163926"/>
                  <a:gd name="connsiteX23" fmla="*/ 149384 w 151867"/>
                  <a:gd name="connsiteY23" fmla="*/ 111928 h 163926"/>
                  <a:gd name="connsiteX24" fmla="*/ 151587 w 151867"/>
                  <a:gd name="connsiteY24" fmla="*/ 115013 h 163926"/>
                  <a:gd name="connsiteX25" fmla="*/ 126029 w 151867"/>
                  <a:gd name="connsiteY25" fmla="*/ 149384 h 163926"/>
                  <a:gd name="connsiteX26" fmla="*/ 77997 w 151867"/>
                  <a:gd name="connsiteY26" fmla="*/ 163926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51867" h="163926">
                    <a:moveTo>
                      <a:pt x="77997" y="163926"/>
                    </a:moveTo>
                    <a:cubicBezTo>
                      <a:pt x="62133" y="163926"/>
                      <a:pt x="48473" y="160401"/>
                      <a:pt x="36575" y="152910"/>
                    </a:cubicBezTo>
                    <a:cubicBezTo>
                      <a:pt x="25118" y="145418"/>
                      <a:pt x="15864" y="135724"/>
                      <a:pt x="9694" y="123385"/>
                    </a:cubicBezTo>
                    <a:cubicBezTo>
                      <a:pt x="308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4" y="40541"/>
                    </a:cubicBezTo>
                    <a:cubicBezTo>
                      <a:pt x="16304" y="28202"/>
                      <a:pt x="25118" y="18508"/>
                      <a:pt x="36575" y="11017"/>
                    </a:cubicBezTo>
                    <a:cubicBezTo>
                      <a:pt x="48032" y="3525"/>
                      <a:pt x="62133" y="0"/>
                      <a:pt x="77997" y="0"/>
                    </a:cubicBezTo>
                    <a:cubicBezTo>
                      <a:pt x="96945" y="0"/>
                      <a:pt x="112809" y="4847"/>
                      <a:pt x="126029" y="14542"/>
                    </a:cubicBezTo>
                    <a:cubicBezTo>
                      <a:pt x="138368" y="23355"/>
                      <a:pt x="146740" y="35253"/>
                      <a:pt x="151587" y="48913"/>
                    </a:cubicBezTo>
                    <a:cubicBezTo>
                      <a:pt x="152028" y="50676"/>
                      <a:pt x="150706" y="51998"/>
                      <a:pt x="149384" y="51998"/>
                    </a:cubicBezTo>
                    <a:lnTo>
                      <a:pt x="128673" y="51998"/>
                    </a:lnTo>
                    <a:cubicBezTo>
                      <a:pt x="127792" y="51998"/>
                      <a:pt x="126910" y="51557"/>
                      <a:pt x="126470" y="50676"/>
                    </a:cubicBezTo>
                    <a:cubicBezTo>
                      <a:pt x="122944" y="42304"/>
                      <a:pt x="117216" y="35253"/>
                      <a:pt x="109725" y="29965"/>
                    </a:cubicBezTo>
                    <a:cubicBezTo>
                      <a:pt x="101793" y="24236"/>
                      <a:pt x="92098" y="21593"/>
                      <a:pt x="81082" y="21593"/>
                    </a:cubicBezTo>
                    <a:cubicBezTo>
                      <a:pt x="69624" y="21593"/>
                      <a:pt x="59489" y="24236"/>
                      <a:pt x="50676" y="29965"/>
                    </a:cubicBezTo>
                    <a:cubicBezTo>
                      <a:pt x="41863" y="35253"/>
                      <a:pt x="35253" y="42744"/>
                      <a:pt x="30846" y="51998"/>
                    </a:cubicBezTo>
                    <a:cubicBezTo>
                      <a:pt x="25999" y="61252"/>
                      <a:pt x="23796" y="70947"/>
                      <a:pt x="23796" y="81963"/>
                    </a:cubicBezTo>
                    <a:cubicBezTo>
                      <a:pt x="23796" y="92539"/>
                      <a:pt x="25999" y="102674"/>
                      <a:pt x="30846" y="111928"/>
                    </a:cubicBezTo>
                    <a:cubicBezTo>
                      <a:pt x="35693" y="121182"/>
                      <a:pt x="42303" y="128673"/>
                      <a:pt x="50676" y="133961"/>
                    </a:cubicBezTo>
                    <a:cubicBezTo>
                      <a:pt x="59489" y="139249"/>
                      <a:pt x="69624" y="142334"/>
                      <a:pt x="81082" y="142334"/>
                    </a:cubicBezTo>
                    <a:cubicBezTo>
                      <a:pt x="92098" y="142334"/>
                      <a:pt x="101793" y="139690"/>
                      <a:pt x="109725" y="133961"/>
                    </a:cubicBezTo>
                    <a:cubicBezTo>
                      <a:pt x="117216" y="128673"/>
                      <a:pt x="122944" y="121623"/>
                      <a:pt x="126470" y="113250"/>
                    </a:cubicBezTo>
                    <a:cubicBezTo>
                      <a:pt x="126910" y="112369"/>
                      <a:pt x="127792" y="111928"/>
                      <a:pt x="128673" y="111928"/>
                    </a:cubicBezTo>
                    <a:lnTo>
                      <a:pt x="149384" y="111928"/>
                    </a:lnTo>
                    <a:cubicBezTo>
                      <a:pt x="151147" y="111928"/>
                      <a:pt x="152469" y="113691"/>
                      <a:pt x="151587" y="115013"/>
                    </a:cubicBezTo>
                    <a:cubicBezTo>
                      <a:pt x="146740" y="129114"/>
                      <a:pt x="137927" y="140571"/>
                      <a:pt x="126029" y="149384"/>
                    </a:cubicBezTo>
                    <a:cubicBezTo>
                      <a:pt x="112809" y="159079"/>
                      <a:pt x="96945" y="163926"/>
                      <a:pt x="77997" y="163926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A71B77AA-0444-9B00-9684-0A397E4BE896}"/>
                  </a:ext>
                </a:extLst>
              </p:cNvPr>
              <p:cNvSpPr/>
              <p:nvPr/>
            </p:nvSpPr>
            <p:spPr>
              <a:xfrm>
                <a:off x="2001314" y="1444325"/>
                <a:ext cx="157316" cy="163926"/>
              </a:xfrm>
              <a:custGeom>
                <a:avLst/>
                <a:gdLst>
                  <a:gd name="connsiteX0" fmla="*/ 80641 w 157316"/>
                  <a:gd name="connsiteY0" fmla="*/ 163926 h 163926"/>
                  <a:gd name="connsiteX1" fmla="*/ 38337 w 157316"/>
                  <a:gd name="connsiteY1" fmla="*/ 152910 h 163926"/>
                  <a:gd name="connsiteX2" fmla="*/ 10135 w 157316"/>
                  <a:gd name="connsiteY2" fmla="*/ 123385 h 163926"/>
                  <a:gd name="connsiteX3" fmla="*/ 0 w 157316"/>
                  <a:gd name="connsiteY3" fmla="*/ 81963 h 163926"/>
                  <a:gd name="connsiteX4" fmla="*/ 9694 w 157316"/>
                  <a:gd name="connsiteY4" fmla="*/ 40541 h 163926"/>
                  <a:gd name="connsiteX5" fmla="*/ 37016 w 157316"/>
                  <a:gd name="connsiteY5" fmla="*/ 11017 h 163926"/>
                  <a:gd name="connsiteX6" fmla="*/ 78878 w 157316"/>
                  <a:gd name="connsiteY6" fmla="*/ 0 h 163926"/>
                  <a:gd name="connsiteX7" fmla="*/ 120741 w 157316"/>
                  <a:gd name="connsiteY7" fmla="*/ 11017 h 163926"/>
                  <a:gd name="connsiteX8" fmla="*/ 147622 w 157316"/>
                  <a:gd name="connsiteY8" fmla="*/ 40541 h 163926"/>
                  <a:gd name="connsiteX9" fmla="*/ 157316 w 157316"/>
                  <a:gd name="connsiteY9" fmla="*/ 81963 h 163926"/>
                  <a:gd name="connsiteX10" fmla="*/ 157316 w 157316"/>
                  <a:gd name="connsiteY10" fmla="*/ 89014 h 163926"/>
                  <a:gd name="connsiteX11" fmla="*/ 154672 w 157316"/>
                  <a:gd name="connsiteY11" fmla="*/ 91658 h 163926"/>
                  <a:gd name="connsiteX12" fmla="*/ 27321 w 157316"/>
                  <a:gd name="connsiteY12" fmla="*/ 91658 h 163926"/>
                  <a:gd name="connsiteX13" fmla="*/ 24677 w 157316"/>
                  <a:gd name="connsiteY13" fmla="*/ 94742 h 163926"/>
                  <a:gd name="connsiteX14" fmla="*/ 33050 w 157316"/>
                  <a:gd name="connsiteY14" fmla="*/ 117216 h 163926"/>
                  <a:gd name="connsiteX15" fmla="*/ 52439 w 157316"/>
                  <a:gd name="connsiteY15" fmla="*/ 135724 h 163926"/>
                  <a:gd name="connsiteX16" fmla="*/ 80200 w 157316"/>
                  <a:gd name="connsiteY16" fmla="*/ 142334 h 163926"/>
                  <a:gd name="connsiteX17" fmla="*/ 108403 w 157316"/>
                  <a:gd name="connsiteY17" fmla="*/ 134842 h 163926"/>
                  <a:gd name="connsiteX18" fmla="*/ 125588 w 157316"/>
                  <a:gd name="connsiteY18" fmla="*/ 116775 h 163926"/>
                  <a:gd name="connsiteX19" fmla="*/ 127792 w 157316"/>
                  <a:gd name="connsiteY19" fmla="*/ 115453 h 163926"/>
                  <a:gd name="connsiteX20" fmla="*/ 148503 w 157316"/>
                  <a:gd name="connsiteY20" fmla="*/ 115453 h 163926"/>
                  <a:gd name="connsiteX21" fmla="*/ 150706 w 157316"/>
                  <a:gd name="connsiteY21" fmla="*/ 118979 h 163926"/>
                  <a:gd name="connsiteX22" fmla="*/ 126029 w 157316"/>
                  <a:gd name="connsiteY22" fmla="*/ 150266 h 163926"/>
                  <a:gd name="connsiteX23" fmla="*/ 80641 w 157316"/>
                  <a:gd name="connsiteY23" fmla="*/ 163926 h 163926"/>
                  <a:gd name="connsiteX24" fmla="*/ 28202 w 157316"/>
                  <a:gd name="connsiteY24" fmla="*/ 69625 h 163926"/>
                  <a:gd name="connsiteX25" fmla="*/ 129995 w 157316"/>
                  <a:gd name="connsiteY25" fmla="*/ 69625 h 163926"/>
                  <a:gd name="connsiteX26" fmla="*/ 132639 w 157316"/>
                  <a:gd name="connsiteY26" fmla="*/ 66540 h 163926"/>
                  <a:gd name="connsiteX27" fmla="*/ 115894 w 157316"/>
                  <a:gd name="connsiteY27" fmla="*/ 35694 h 163926"/>
                  <a:gd name="connsiteX28" fmla="*/ 79319 w 157316"/>
                  <a:gd name="connsiteY28" fmla="*/ 22033 h 163926"/>
                  <a:gd name="connsiteX29" fmla="*/ 42744 w 157316"/>
                  <a:gd name="connsiteY29" fmla="*/ 35694 h 163926"/>
                  <a:gd name="connsiteX30" fmla="*/ 25999 w 157316"/>
                  <a:gd name="connsiteY30" fmla="*/ 66540 h 163926"/>
                  <a:gd name="connsiteX31" fmla="*/ 28202 w 157316"/>
                  <a:gd name="connsiteY31" fmla="*/ 69625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57316" h="163926">
                    <a:moveTo>
                      <a:pt x="80641" y="163926"/>
                    </a:moveTo>
                    <a:cubicBezTo>
                      <a:pt x="64777" y="163926"/>
                      <a:pt x="50676" y="160401"/>
                      <a:pt x="38337" y="152910"/>
                    </a:cubicBezTo>
                    <a:cubicBezTo>
                      <a:pt x="26440" y="145418"/>
                      <a:pt x="16745" y="135724"/>
                      <a:pt x="10135" y="123385"/>
                    </a:cubicBezTo>
                    <a:cubicBezTo>
                      <a:pt x="352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4" y="40541"/>
                    </a:cubicBezTo>
                    <a:cubicBezTo>
                      <a:pt x="15864" y="28202"/>
                      <a:pt x="25118" y="18508"/>
                      <a:pt x="37016" y="11017"/>
                    </a:cubicBezTo>
                    <a:cubicBezTo>
                      <a:pt x="48913" y="3525"/>
                      <a:pt x="63015" y="0"/>
                      <a:pt x="78878" y="0"/>
                    </a:cubicBezTo>
                    <a:cubicBezTo>
                      <a:pt x="95183" y="0"/>
                      <a:pt x="109284" y="3525"/>
                      <a:pt x="120741" y="11017"/>
                    </a:cubicBezTo>
                    <a:cubicBezTo>
                      <a:pt x="132639" y="18508"/>
                      <a:pt x="141452" y="28202"/>
                      <a:pt x="147622" y="40541"/>
                    </a:cubicBezTo>
                    <a:cubicBezTo>
                      <a:pt x="153791" y="52879"/>
                      <a:pt x="157316" y="66540"/>
                      <a:pt x="157316" y="81963"/>
                    </a:cubicBezTo>
                    <a:lnTo>
                      <a:pt x="157316" y="89014"/>
                    </a:lnTo>
                    <a:cubicBezTo>
                      <a:pt x="157316" y="90336"/>
                      <a:pt x="156435" y="91658"/>
                      <a:pt x="154672" y="91658"/>
                    </a:cubicBezTo>
                    <a:lnTo>
                      <a:pt x="27321" y="91658"/>
                    </a:lnTo>
                    <a:cubicBezTo>
                      <a:pt x="25999" y="91658"/>
                      <a:pt x="24677" y="92980"/>
                      <a:pt x="24677" y="94742"/>
                    </a:cubicBezTo>
                    <a:cubicBezTo>
                      <a:pt x="25999" y="103115"/>
                      <a:pt x="29084" y="110606"/>
                      <a:pt x="33050" y="117216"/>
                    </a:cubicBezTo>
                    <a:cubicBezTo>
                      <a:pt x="37897" y="125148"/>
                      <a:pt x="44066" y="130876"/>
                      <a:pt x="52439" y="135724"/>
                    </a:cubicBezTo>
                    <a:cubicBezTo>
                      <a:pt x="60371" y="140130"/>
                      <a:pt x="69624" y="142334"/>
                      <a:pt x="80200" y="142334"/>
                    </a:cubicBezTo>
                    <a:cubicBezTo>
                      <a:pt x="91217" y="142334"/>
                      <a:pt x="100911" y="139690"/>
                      <a:pt x="108403" y="134842"/>
                    </a:cubicBezTo>
                    <a:cubicBezTo>
                      <a:pt x="115453" y="129995"/>
                      <a:pt x="121182" y="124267"/>
                      <a:pt x="125588" y="116775"/>
                    </a:cubicBezTo>
                    <a:cubicBezTo>
                      <a:pt x="126029" y="115894"/>
                      <a:pt x="126910" y="115453"/>
                      <a:pt x="127792" y="115453"/>
                    </a:cubicBezTo>
                    <a:lnTo>
                      <a:pt x="148503" y="115453"/>
                    </a:lnTo>
                    <a:cubicBezTo>
                      <a:pt x="150265" y="115453"/>
                      <a:pt x="151587" y="117216"/>
                      <a:pt x="150706" y="118979"/>
                    </a:cubicBezTo>
                    <a:cubicBezTo>
                      <a:pt x="144978" y="131758"/>
                      <a:pt x="137046" y="141893"/>
                      <a:pt x="126029" y="150266"/>
                    </a:cubicBezTo>
                    <a:cubicBezTo>
                      <a:pt x="114572" y="159519"/>
                      <a:pt x="99149" y="163926"/>
                      <a:pt x="80641" y="163926"/>
                    </a:cubicBezTo>
                    <a:close/>
                    <a:moveTo>
                      <a:pt x="28202" y="69625"/>
                    </a:moveTo>
                    <a:lnTo>
                      <a:pt x="129995" y="69625"/>
                    </a:lnTo>
                    <a:cubicBezTo>
                      <a:pt x="131758" y="69625"/>
                      <a:pt x="132639" y="68303"/>
                      <a:pt x="132639" y="66540"/>
                    </a:cubicBezTo>
                    <a:cubicBezTo>
                      <a:pt x="129995" y="54201"/>
                      <a:pt x="124707" y="44066"/>
                      <a:pt x="115894" y="35694"/>
                    </a:cubicBezTo>
                    <a:cubicBezTo>
                      <a:pt x="106640" y="26440"/>
                      <a:pt x="94302" y="22033"/>
                      <a:pt x="79319" y="22033"/>
                    </a:cubicBezTo>
                    <a:cubicBezTo>
                      <a:pt x="63896" y="22033"/>
                      <a:pt x="51998" y="26440"/>
                      <a:pt x="42744" y="35694"/>
                    </a:cubicBezTo>
                    <a:cubicBezTo>
                      <a:pt x="34372" y="44066"/>
                      <a:pt x="28643" y="54201"/>
                      <a:pt x="25999" y="66540"/>
                    </a:cubicBezTo>
                    <a:cubicBezTo>
                      <a:pt x="25118" y="68303"/>
                      <a:pt x="26440" y="69625"/>
                      <a:pt x="28202" y="69625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5" name="Graphic 2">
              <a:extLst>
                <a:ext uri="{FF2B5EF4-FFF2-40B4-BE49-F238E27FC236}">
                  <a16:creationId xmlns:a16="http://schemas.microsoft.com/office/drawing/2014/main" id="{67E0CEBF-335E-266F-CEFD-1F31C4D9EBB6}"/>
                </a:ext>
              </a:extLst>
            </p:cNvPr>
            <p:cNvGrpSpPr/>
            <p:nvPr/>
          </p:nvGrpSpPr>
          <p:grpSpPr>
            <a:xfrm>
              <a:off x="1011374" y="698727"/>
              <a:ext cx="818104" cy="658184"/>
              <a:chOff x="1018611" y="673609"/>
              <a:chExt cx="764627" cy="615163"/>
            </a:xfrm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8D848F1F-A876-AD71-D833-CDABFC54FE84}"/>
                  </a:ext>
                </a:extLst>
              </p:cNvPr>
              <p:cNvSpPr/>
              <p:nvPr/>
            </p:nvSpPr>
            <p:spPr>
              <a:xfrm>
                <a:off x="1018611" y="673609"/>
                <a:ext cx="764627" cy="615163"/>
              </a:xfrm>
              <a:custGeom>
                <a:avLst/>
                <a:gdLst>
                  <a:gd name="connsiteX0" fmla="*/ 733288 w 764627"/>
                  <a:gd name="connsiteY0" fmla="*/ 493100 h 615163"/>
                  <a:gd name="connsiteX1" fmla="*/ 713459 w 764627"/>
                  <a:gd name="connsiteY1" fmla="*/ 489134 h 615163"/>
                  <a:gd name="connsiteX2" fmla="*/ 590514 w 764627"/>
                  <a:gd name="connsiteY2" fmla="*/ 532319 h 615163"/>
                  <a:gd name="connsiteX3" fmla="*/ 590073 w 764627"/>
                  <a:gd name="connsiteY3" fmla="*/ 532319 h 615163"/>
                  <a:gd name="connsiteX4" fmla="*/ 584345 w 764627"/>
                  <a:gd name="connsiteY4" fmla="*/ 532319 h 615163"/>
                  <a:gd name="connsiteX5" fmla="*/ 580819 w 764627"/>
                  <a:gd name="connsiteY5" fmla="*/ 532319 h 615163"/>
                  <a:gd name="connsiteX6" fmla="*/ 356082 w 764627"/>
                  <a:gd name="connsiteY6" fmla="*/ 307582 h 615163"/>
                  <a:gd name="connsiteX7" fmla="*/ 580819 w 764627"/>
                  <a:gd name="connsiteY7" fmla="*/ 82844 h 615163"/>
                  <a:gd name="connsiteX8" fmla="*/ 584345 w 764627"/>
                  <a:gd name="connsiteY8" fmla="*/ 82844 h 615163"/>
                  <a:gd name="connsiteX9" fmla="*/ 590073 w 764627"/>
                  <a:gd name="connsiteY9" fmla="*/ 82844 h 615163"/>
                  <a:gd name="connsiteX10" fmla="*/ 590514 w 764627"/>
                  <a:gd name="connsiteY10" fmla="*/ 82844 h 615163"/>
                  <a:gd name="connsiteX11" fmla="*/ 713459 w 764627"/>
                  <a:gd name="connsiteY11" fmla="*/ 126029 h 615163"/>
                  <a:gd name="connsiteX12" fmla="*/ 733288 w 764627"/>
                  <a:gd name="connsiteY12" fmla="*/ 122063 h 615163"/>
                  <a:gd name="connsiteX13" fmla="*/ 762813 w 764627"/>
                  <a:gd name="connsiteY13" fmla="*/ 72268 h 615163"/>
                  <a:gd name="connsiteX14" fmla="*/ 758847 w 764627"/>
                  <a:gd name="connsiteY14" fmla="*/ 54642 h 615163"/>
                  <a:gd name="connsiteX15" fmla="*/ 583904 w 764627"/>
                  <a:gd name="connsiteY15" fmla="*/ 0 h 615163"/>
                  <a:gd name="connsiteX16" fmla="*/ 583904 w 764627"/>
                  <a:gd name="connsiteY16" fmla="*/ 0 h 615163"/>
                  <a:gd name="connsiteX17" fmla="*/ 583904 w 764627"/>
                  <a:gd name="connsiteY17" fmla="*/ 0 h 615163"/>
                  <a:gd name="connsiteX18" fmla="*/ 400148 w 764627"/>
                  <a:gd name="connsiteY18" fmla="*/ 61252 h 615163"/>
                  <a:gd name="connsiteX19" fmla="*/ 397064 w 764627"/>
                  <a:gd name="connsiteY19" fmla="*/ 63455 h 615163"/>
                  <a:gd name="connsiteX20" fmla="*/ 260459 w 764627"/>
                  <a:gd name="connsiteY20" fmla="*/ 240601 h 615163"/>
                  <a:gd name="connsiteX21" fmla="*/ 246798 w 764627"/>
                  <a:gd name="connsiteY21" fmla="*/ 241042 h 615163"/>
                  <a:gd name="connsiteX22" fmla="*/ 105787 w 764627"/>
                  <a:gd name="connsiteY22" fmla="*/ 18067 h 615163"/>
                  <a:gd name="connsiteX23" fmla="*/ 96533 w 764627"/>
                  <a:gd name="connsiteY23" fmla="*/ 12779 h 615163"/>
                  <a:gd name="connsiteX24" fmla="*/ 11044 w 764627"/>
                  <a:gd name="connsiteY24" fmla="*/ 12779 h 615163"/>
                  <a:gd name="connsiteX25" fmla="*/ 28 w 764627"/>
                  <a:gd name="connsiteY25" fmla="*/ 24677 h 615163"/>
                  <a:gd name="connsiteX26" fmla="*/ 1790 w 764627"/>
                  <a:gd name="connsiteY26" fmla="*/ 30406 h 615163"/>
                  <a:gd name="connsiteX27" fmla="*/ 186868 w 764627"/>
                  <a:gd name="connsiteY27" fmla="*/ 303175 h 615163"/>
                  <a:gd name="connsiteX28" fmla="*/ 188190 w 764627"/>
                  <a:gd name="connsiteY28" fmla="*/ 307582 h 615163"/>
                  <a:gd name="connsiteX29" fmla="*/ 186868 w 764627"/>
                  <a:gd name="connsiteY29" fmla="*/ 311988 h 615163"/>
                  <a:gd name="connsiteX30" fmla="*/ 1790 w 764627"/>
                  <a:gd name="connsiteY30" fmla="*/ 584758 h 615163"/>
                  <a:gd name="connsiteX31" fmla="*/ 28 w 764627"/>
                  <a:gd name="connsiteY31" fmla="*/ 590486 h 615163"/>
                  <a:gd name="connsiteX32" fmla="*/ 11044 w 764627"/>
                  <a:gd name="connsiteY32" fmla="*/ 602384 h 615163"/>
                  <a:gd name="connsiteX33" fmla="*/ 96533 w 764627"/>
                  <a:gd name="connsiteY33" fmla="*/ 602384 h 615163"/>
                  <a:gd name="connsiteX34" fmla="*/ 105787 w 764627"/>
                  <a:gd name="connsiteY34" fmla="*/ 597096 h 615163"/>
                  <a:gd name="connsiteX35" fmla="*/ 246798 w 764627"/>
                  <a:gd name="connsiteY35" fmla="*/ 374122 h 615163"/>
                  <a:gd name="connsiteX36" fmla="*/ 260459 w 764627"/>
                  <a:gd name="connsiteY36" fmla="*/ 374562 h 615163"/>
                  <a:gd name="connsiteX37" fmla="*/ 397064 w 764627"/>
                  <a:gd name="connsiteY37" fmla="*/ 551708 h 615163"/>
                  <a:gd name="connsiteX38" fmla="*/ 400148 w 764627"/>
                  <a:gd name="connsiteY38" fmla="*/ 553911 h 615163"/>
                  <a:gd name="connsiteX39" fmla="*/ 583904 w 764627"/>
                  <a:gd name="connsiteY39" fmla="*/ 615163 h 615163"/>
                  <a:gd name="connsiteX40" fmla="*/ 583904 w 764627"/>
                  <a:gd name="connsiteY40" fmla="*/ 615163 h 615163"/>
                  <a:gd name="connsiteX41" fmla="*/ 583904 w 764627"/>
                  <a:gd name="connsiteY41" fmla="*/ 615163 h 615163"/>
                  <a:gd name="connsiteX42" fmla="*/ 758847 w 764627"/>
                  <a:gd name="connsiteY42" fmla="*/ 560521 h 615163"/>
                  <a:gd name="connsiteX43" fmla="*/ 762813 w 764627"/>
                  <a:gd name="connsiteY43" fmla="*/ 542895 h 615163"/>
                  <a:gd name="connsiteX44" fmla="*/ 733288 w 764627"/>
                  <a:gd name="connsiteY44" fmla="*/ 493100 h 615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764627" h="615163">
                    <a:moveTo>
                      <a:pt x="733288" y="493100"/>
                    </a:moveTo>
                    <a:cubicBezTo>
                      <a:pt x="729322" y="486049"/>
                      <a:pt x="720069" y="484287"/>
                      <a:pt x="713459" y="489134"/>
                    </a:cubicBezTo>
                    <a:cubicBezTo>
                      <a:pt x="678646" y="514252"/>
                      <a:pt x="636343" y="530116"/>
                      <a:pt x="590514" y="532319"/>
                    </a:cubicBezTo>
                    <a:cubicBezTo>
                      <a:pt x="590514" y="532319"/>
                      <a:pt x="590514" y="532319"/>
                      <a:pt x="590073" y="532319"/>
                    </a:cubicBezTo>
                    <a:cubicBezTo>
                      <a:pt x="588311" y="532319"/>
                      <a:pt x="586107" y="532319"/>
                      <a:pt x="584345" y="532319"/>
                    </a:cubicBezTo>
                    <a:cubicBezTo>
                      <a:pt x="583023" y="532319"/>
                      <a:pt x="582141" y="532319"/>
                      <a:pt x="580819" y="532319"/>
                    </a:cubicBezTo>
                    <a:cubicBezTo>
                      <a:pt x="456553" y="532319"/>
                      <a:pt x="356082" y="431848"/>
                      <a:pt x="356082" y="307582"/>
                    </a:cubicBezTo>
                    <a:cubicBezTo>
                      <a:pt x="356082" y="183315"/>
                      <a:pt x="456994" y="82844"/>
                      <a:pt x="580819" y="82844"/>
                    </a:cubicBezTo>
                    <a:cubicBezTo>
                      <a:pt x="582141" y="82844"/>
                      <a:pt x="583023" y="82844"/>
                      <a:pt x="584345" y="82844"/>
                    </a:cubicBezTo>
                    <a:cubicBezTo>
                      <a:pt x="586107" y="82844"/>
                      <a:pt x="588311" y="82844"/>
                      <a:pt x="590073" y="82844"/>
                    </a:cubicBezTo>
                    <a:cubicBezTo>
                      <a:pt x="590073" y="82844"/>
                      <a:pt x="590514" y="82844"/>
                      <a:pt x="590514" y="82844"/>
                    </a:cubicBezTo>
                    <a:cubicBezTo>
                      <a:pt x="636343" y="84607"/>
                      <a:pt x="678646" y="100471"/>
                      <a:pt x="713459" y="126029"/>
                    </a:cubicBezTo>
                    <a:cubicBezTo>
                      <a:pt x="720069" y="130876"/>
                      <a:pt x="729322" y="129114"/>
                      <a:pt x="733288" y="122063"/>
                    </a:cubicBezTo>
                    <a:lnTo>
                      <a:pt x="762813" y="72268"/>
                    </a:lnTo>
                    <a:cubicBezTo>
                      <a:pt x="766338" y="66099"/>
                      <a:pt x="764575" y="58608"/>
                      <a:pt x="758847" y="54642"/>
                    </a:cubicBezTo>
                    <a:cubicBezTo>
                      <a:pt x="735492" y="38338"/>
                      <a:pt x="671155" y="0"/>
                      <a:pt x="583904" y="0"/>
                    </a:cubicBezTo>
                    <a:cubicBezTo>
                      <a:pt x="583904" y="0"/>
                      <a:pt x="583904" y="0"/>
                      <a:pt x="583904" y="0"/>
                    </a:cubicBezTo>
                    <a:cubicBezTo>
                      <a:pt x="583904" y="0"/>
                      <a:pt x="583904" y="0"/>
                      <a:pt x="583904" y="0"/>
                    </a:cubicBezTo>
                    <a:cubicBezTo>
                      <a:pt x="472417" y="0"/>
                      <a:pt x="400148" y="61252"/>
                      <a:pt x="400148" y="61252"/>
                    </a:cubicBezTo>
                    <a:cubicBezTo>
                      <a:pt x="400148" y="61252"/>
                      <a:pt x="399267" y="62133"/>
                      <a:pt x="397064" y="63455"/>
                    </a:cubicBezTo>
                    <a:cubicBezTo>
                      <a:pt x="382963" y="74031"/>
                      <a:pt x="322592" y="123385"/>
                      <a:pt x="260459" y="240601"/>
                    </a:cubicBezTo>
                    <a:cubicBezTo>
                      <a:pt x="257374" y="245889"/>
                      <a:pt x="249883" y="245889"/>
                      <a:pt x="246798" y="241042"/>
                    </a:cubicBezTo>
                    <a:lnTo>
                      <a:pt x="105787" y="18067"/>
                    </a:lnTo>
                    <a:cubicBezTo>
                      <a:pt x="103583" y="14982"/>
                      <a:pt x="100499" y="12779"/>
                      <a:pt x="96533" y="12779"/>
                    </a:cubicBezTo>
                    <a:lnTo>
                      <a:pt x="11044" y="12779"/>
                    </a:lnTo>
                    <a:cubicBezTo>
                      <a:pt x="4434" y="12779"/>
                      <a:pt x="-413" y="18508"/>
                      <a:pt x="28" y="24677"/>
                    </a:cubicBezTo>
                    <a:cubicBezTo>
                      <a:pt x="28" y="26440"/>
                      <a:pt x="468" y="28643"/>
                      <a:pt x="1790" y="30406"/>
                    </a:cubicBezTo>
                    <a:lnTo>
                      <a:pt x="186868" y="303175"/>
                    </a:lnTo>
                    <a:cubicBezTo>
                      <a:pt x="187750" y="304497"/>
                      <a:pt x="188190" y="305819"/>
                      <a:pt x="188190" y="307582"/>
                    </a:cubicBezTo>
                    <a:cubicBezTo>
                      <a:pt x="188190" y="308904"/>
                      <a:pt x="187750" y="310666"/>
                      <a:pt x="186868" y="311988"/>
                    </a:cubicBezTo>
                    <a:lnTo>
                      <a:pt x="1790" y="584758"/>
                    </a:lnTo>
                    <a:cubicBezTo>
                      <a:pt x="468" y="586520"/>
                      <a:pt x="28" y="588724"/>
                      <a:pt x="28" y="590486"/>
                    </a:cubicBezTo>
                    <a:cubicBezTo>
                      <a:pt x="-413" y="596655"/>
                      <a:pt x="4434" y="602384"/>
                      <a:pt x="11044" y="602384"/>
                    </a:cubicBezTo>
                    <a:lnTo>
                      <a:pt x="96533" y="602384"/>
                    </a:lnTo>
                    <a:cubicBezTo>
                      <a:pt x="100499" y="602384"/>
                      <a:pt x="103583" y="600621"/>
                      <a:pt x="105787" y="597096"/>
                    </a:cubicBezTo>
                    <a:lnTo>
                      <a:pt x="246798" y="374122"/>
                    </a:lnTo>
                    <a:cubicBezTo>
                      <a:pt x="250323" y="369274"/>
                      <a:pt x="257374" y="369715"/>
                      <a:pt x="260459" y="374562"/>
                    </a:cubicBezTo>
                    <a:cubicBezTo>
                      <a:pt x="322592" y="492219"/>
                      <a:pt x="382963" y="541132"/>
                      <a:pt x="397064" y="551708"/>
                    </a:cubicBezTo>
                    <a:cubicBezTo>
                      <a:pt x="399267" y="553030"/>
                      <a:pt x="400148" y="553911"/>
                      <a:pt x="400148" y="553911"/>
                    </a:cubicBezTo>
                    <a:cubicBezTo>
                      <a:pt x="400148" y="553911"/>
                      <a:pt x="472417" y="615163"/>
                      <a:pt x="583904" y="615163"/>
                    </a:cubicBezTo>
                    <a:cubicBezTo>
                      <a:pt x="583904" y="615163"/>
                      <a:pt x="583904" y="615163"/>
                      <a:pt x="583904" y="615163"/>
                    </a:cubicBezTo>
                    <a:cubicBezTo>
                      <a:pt x="583904" y="615163"/>
                      <a:pt x="583904" y="615163"/>
                      <a:pt x="583904" y="615163"/>
                    </a:cubicBezTo>
                    <a:cubicBezTo>
                      <a:pt x="671155" y="615163"/>
                      <a:pt x="735051" y="576826"/>
                      <a:pt x="758847" y="560521"/>
                    </a:cubicBezTo>
                    <a:cubicBezTo>
                      <a:pt x="764575" y="556555"/>
                      <a:pt x="766338" y="548623"/>
                      <a:pt x="762813" y="542895"/>
                    </a:cubicBezTo>
                    <a:lnTo>
                      <a:pt x="733288" y="493100"/>
                    </a:lnTo>
                    <a:close/>
                  </a:path>
                </a:pathLst>
              </a:custGeom>
              <a:solidFill>
                <a:srgbClr val="FFFFFF"/>
              </a:solidFill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132960F0-E743-3AED-D66E-3154B4DD08BE}"/>
                  </a:ext>
                </a:extLst>
              </p:cNvPr>
              <p:cNvSpPr/>
              <p:nvPr/>
            </p:nvSpPr>
            <p:spPr>
              <a:xfrm>
                <a:off x="1462385" y="846348"/>
                <a:ext cx="269684" cy="269684"/>
              </a:xfrm>
              <a:custGeom>
                <a:avLst/>
                <a:gdLst>
                  <a:gd name="connsiteX0" fmla="*/ 269685 w 269684"/>
                  <a:gd name="connsiteY0" fmla="*/ 134842 h 269684"/>
                  <a:gd name="connsiteX1" fmla="*/ 134842 w 269684"/>
                  <a:gd name="connsiteY1" fmla="*/ 269685 h 269684"/>
                  <a:gd name="connsiteX2" fmla="*/ 0 w 269684"/>
                  <a:gd name="connsiteY2" fmla="*/ 134842 h 269684"/>
                  <a:gd name="connsiteX3" fmla="*/ 134842 w 269684"/>
                  <a:gd name="connsiteY3" fmla="*/ 0 h 269684"/>
                  <a:gd name="connsiteX4" fmla="*/ 269685 w 269684"/>
                  <a:gd name="connsiteY4" fmla="*/ 134842 h 269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684" h="269684">
                    <a:moveTo>
                      <a:pt x="269685" y="134842"/>
                    </a:moveTo>
                    <a:cubicBezTo>
                      <a:pt x="269685" y="209314"/>
                      <a:pt x="209314" y="269685"/>
                      <a:pt x="134842" y="269685"/>
                    </a:cubicBezTo>
                    <a:cubicBezTo>
                      <a:pt x="60371" y="269685"/>
                      <a:pt x="0" y="209314"/>
                      <a:pt x="0" y="134842"/>
                    </a:cubicBezTo>
                    <a:cubicBezTo>
                      <a:pt x="0" y="60371"/>
                      <a:pt x="60371" y="0"/>
                      <a:pt x="134842" y="0"/>
                    </a:cubicBezTo>
                    <a:cubicBezTo>
                      <a:pt x="209314" y="0"/>
                      <a:pt x="269685" y="60371"/>
                      <a:pt x="269685" y="134842"/>
                    </a:cubicBezTo>
                    <a:close/>
                  </a:path>
                </a:pathLst>
              </a:custGeom>
              <a:solidFill>
                <a:srgbClr val="FFB308"/>
              </a:solidFill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 lang="en-US"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srgbClr val="121314"/>
                  </a:solidFill>
                  <a:effectLst/>
                  <a:uLnTx/>
                  <a:uFillTx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50599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ight Triangle 2">
            <a:extLst>
              <a:ext uri="{FF2B5EF4-FFF2-40B4-BE49-F238E27FC236}">
                <a16:creationId xmlns:a16="http://schemas.microsoft.com/office/drawing/2014/main" id="{3147B736-9AF4-0D3D-32DD-96F7FE0337E3}"/>
              </a:ext>
            </a:extLst>
          </p:cNvPr>
          <p:cNvSpPr/>
          <p:nvPr userDrawn="1"/>
        </p:nvSpPr>
        <p:spPr>
          <a:xfrm rot="10800000" flipH="1">
            <a:off x="0" y="0"/>
            <a:ext cx="11005306" cy="5059644"/>
          </a:xfrm>
          <a:custGeom>
            <a:avLst/>
            <a:gdLst>
              <a:gd name="connsiteX0" fmla="*/ 0 w 6250330"/>
              <a:gd name="connsiteY0" fmla="*/ 4852686 h 4852686"/>
              <a:gd name="connsiteX1" fmla="*/ 6250330 w 6250330"/>
              <a:gd name="connsiteY1" fmla="*/ 0 h 4852686"/>
              <a:gd name="connsiteX2" fmla="*/ 5144023 w 6250330"/>
              <a:gd name="connsiteY2" fmla="*/ 4852685 h 4852686"/>
              <a:gd name="connsiteX3" fmla="*/ 0 w 6250330"/>
              <a:gd name="connsiteY3" fmla="*/ 4852686 h 485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50330" h="4852686">
                <a:moveTo>
                  <a:pt x="0" y="4852686"/>
                </a:moveTo>
                <a:lnTo>
                  <a:pt x="6250330" y="0"/>
                </a:lnTo>
                <a:lnTo>
                  <a:pt x="5144023" y="4852685"/>
                </a:lnTo>
                <a:lnTo>
                  <a:pt x="0" y="485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lang="en-US"/>
            </a:pPr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42F3F263-D12E-DB67-8934-451D79F63CE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466" y="-11575"/>
            <a:ext cx="11721534" cy="3866277"/>
          </a:xfrm>
          <a:custGeom>
            <a:avLst/>
            <a:gdLst>
              <a:gd name="connsiteX0" fmla="*/ 4201611 w 11721534"/>
              <a:gd name="connsiteY0" fmla="*/ 0 h 3866277"/>
              <a:gd name="connsiteX1" fmla="*/ 11721534 w 11721534"/>
              <a:gd name="connsiteY1" fmla="*/ 0 h 3866277"/>
              <a:gd name="connsiteX2" fmla="*/ 11721534 w 11721534"/>
              <a:gd name="connsiteY2" fmla="*/ 3314741 h 3866277"/>
              <a:gd name="connsiteX3" fmla="*/ 0 w 11721534"/>
              <a:gd name="connsiteY3" fmla="*/ 3866277 h 386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21534" h="3866277">
                <a:moveTo>
                  <a:pt x="4201611" y="0"/>
                </a:moveTo>
                <a:lnTo>
                  <a:pt x="11721534" y="0"/>
                </a:lnTo>
                <a:lnTo>
                  <a:pt x="11721534" y="3314741"/>
                </a:lnTo>
                <a:lnTo>
                  <a:pt x="0" y="3866277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>
              <a:defRPr lang="en-US"/>
            </a:pPr>
            <a:r>
              <a:rPr lang="en-US"/>
              <a:t>Click icon to add picture</a:t>
            </a:r>
            <a:endParaRPr lang="en-IN"/>
          </a:p>
        </p:txBody>
      </p:sp>
      <p:sp>
        <p:nvSpPr>
          <p:cNvPr id="17" name="Title 4">
            <a:extLst>
              <a:ext uri="{FF2B5EF4-FFF2-40B4-BE49-F238E27FC236}">
                <a16:creationId xmlns:a16="http://schemas.microsoft.com/office/drawing/2014/main" id="{2AB36300-42C6-08BD-F059-307EE2A24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4097781"/>
            <a:ext cx="6324600" cy="1041971"/>
          </a:xfrm>
        </p:spPr>
        <p:txBody>
          <a:bodyPr anchor="b">
            <a:noAutofit/>
          </a:bodyPr>
          <a:lstStyle>
            <a:lvl1pPr algn="l">
              <a:defRPr sz="4800" b="0">
                <a:latin typeface="+mj-lt"/>
              </a:defRPr>
            </a:lvl1pPr>
          </a:lstStyle>
          <a:p>
            <a:pPr>
              <a:defRPr lang="en-US"/>
            </a:pPr>
            <a:r>
              <a:rPr lang="en-US"/>
              <a:t>Click to edit Master title style</a:t>
            </a:r>
            <a:endParaRPr lang="en-IN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31F4B8-01E3-9925-0FF9-D754E222185E}"/>
              </a:ext>
            </a:extLst>
          </p:cNvPr>
          <p:cNvCxnSpPr/>
          <p:nvPr userDrawn="1"/>
        </p:nvCxnSpPr>
        <p:spPr>
          <a:xfrm>
            <a:off x="1075764" y="5410200"/>
            <a:ext cx="1052052" cy="0"/>
          </a:xfrm>
          <a:prstGeom prst="line">
            <a:avLst/>
          </a:prstGeom>
          <a:ln w="38100">
            <a:solidFill>
              <a:srgbClr val="FFB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F2A6E272-AE81-C170-8179-AA9656090D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90600" y="5715000"/>
            <a:ext cx="5105400" cy="568325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182880" indent="0">
              <a:buNone/>
              <a:defRPr/>
            </a:lvl2pPr>
            <a:lvl3pPr marL="365760" indent="0">
              <a:buNone/>
              <a:defRPr/>
            </a:lvl3pPr>
            <a:lvl4pPr marL="548640" indent="0">
              <a:buNone/>
              <a:defRPr/>
            </a:lvl4pPr>
            <a:lvl5pPr marL="731520" indent="0">
              <a:buNone/>
              <a:defRPr/>
            </a:lvl5pPr>
          </a:lstStyle>
          <a:p>
            <a:pPr lvl="0">
              <a:defRPr lang="en-US"/>
            </a:pPr>
            <a:r>
              <a:rPr lang="en-US"/>
              <a:t>Click to edit Master text styles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F4BE5D0-F167-1F8E-9C59-1B32098CE4A3}"/>
              </a:ext>
            </a:extLst>
          </p:cNvPr>
          <p:cNvGrpSpPr/>
          <p:nvPr/>
        </p:nvGrpSpPr>
        <p:grpSpPr>
          <a:xfrm>
            <a:off x="10496475" y="5639540"/>
            <a:ext cx="1208947" cy="745566"/>
            <a:chOff x="5715000" y="3158491"/>
            <a:chExt cx="899406" cy="554671"/>
          </a:xfrm>
        </p:grpSpPr>
        <p:grpSp>
          <p:nvGrpSpPr>
            <p:cNvPr id="80" name="Graphic 2">
              <a:extLst>
                <a:ext uri="{FF2B5EF4-FFF2-40B4-BE49-F238E27FC236}">
                  <a16:creationId xmlns:a16="http://schemas.microsoft.com/office/drawing/2014/main" id="{3CD22E46-8E12-46DE-6A17-ADB4572ED09C}"/>
                </a:ext>
              </a:extLst>
            </p:cNvPr>
            <p:cNvGrpSpPr/>
            <p:nvPr/>
          </p:nvGrpSpPr>
          <p:grpSpPr>
            <a:xfrm>
              <a:off x="5715000" y="3579529"/>
              <a:ext cx="899406" cy="133633"/>
              <a:chOff x="643099" y="1383073"/>
              <a:chExt cx="1515530" cy="225177"/>
            </a:xfrm>
            <a:solidFill>
              <a:schemeClr val="tx1"/>
            </a:solidFill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DED2D6AD-46C0-1BAA-585B-015764F71894}"/>
                  </a:ext>
                </a:extLst>
              </p:cNvPr>
              <p:cNvSpPr/>
              <p:nvPr/>
            </p:nvSpPr>
            <p:spPr>
              <a:xfrm>
                <a:off x="643099" y="1447410"/>
                <a:ext cx="145170" cy="158638"/>
              </a:xfrm>
              <a:custGeom>
                <a:avLst/>
                <a:gdLst>
                  <a:gd name="connsiteX0" fmla="*/ 537 w 145170"/>
                  <a:gd name="connsiteY0" fmla="*/ 154672 h 158638"/>
                  <a:gd name="connsiteX1" fmla="*/ 57823 w 145170"/>
                  <a:gd name="connsiteY1" fmla="*/ 78438 h 158638"/>
                  <a:gd name="connsiteX2" fmla="*/ 57823 w 145170"/>
                  <a:gd name="connsiteY2" fmla="*/ 75353 h 158638"/>
                  <a:gd name="connsiteX3" fmla="*/ 4503 w 145170"/>
                  <a:gd name="connsiteY3" fmla="*/ 3966 h 158638"/>
                  <a:gd name="connsiteX4" fmla="*/ 6266 w 145170"/>
                  <a:gd name="connsiteY4" fmla="*/ 0 h 158638"/>
                  <a:gd name="connsiteX5" fmla="*/ 30502 w 145170"/>
                  <a:gd name="connsiteY5" fmla="*/ 0 h 158638"/>
                  <a:gd name="connsiteX6" fmla="*/ 32705 w 145170"/>
                  <a:gd name="connsiteY6" fmla="*/ 881 h 158638"/>
                  <a:gd name="connsiteX7" fmla="*/ 70602 w 145170"/>
                  <a:gd name="connsiteY7" fmla="*/ 56845 h 158638"/>
                  <a:gd name="connsiteX8" fmla="*/ 74568 w 145170"/>
                  <a:gd name="connsiteY8" fmla="*/ 56845 h 158638"/>
                  <a:gd name="connsiteX9" fmla="*/ 112465 w 145170"/>
                  <a:gd name="connsiteY9" fmla="*/ 881 h 158638"/>
                  <a:gd name="connsiteX10" fmla="*/ 114668 w 145170"/>
                  <a:gd name="connsiteY10" fmla="*/ 0 h 158638"/>
                  <a:gd name="connsiteX11" fmla="*/ 138905 w 145170"/>
                  <a:gd name="connsiteY11" fmla="*/ 0 h 158638"/>
                  <a:gd name="connsiteX12" fmla="*/ 140667 w 145170"/>
                  <a:gd name="connsiteY12" fmla="*/ 3966 h 158638"/>
                  <a:gd name="connsiteX13" fmla="*/ 87347 w 145170"/>
                  <a:gd name="connsiteY13" fmla="*/ 75353 h 158638"/>
                  <a:gd name="connsiteX14" fmla="*/ 87347 w 145170"/>
                  <a:gd name="connsiteY14" fmla="*/ 78438 h 158638"/>
                  <a:gd name="connsiteX15" fmla="*/ 144633 w 145170"/>
                  <a:gd name="connsiteY15" fmla="*/ 154672 h 158638"/>
                  <a:gd name="connsiteX16" fmla="*/ 142871 w 145170"/>
                  <a:gd name="connsiteY16" fmla="*/ 158638 h 158638"/>
                  <a:gd name="connsiteX17" fmla="*/ 118634 w 145170"/>
                  <a:gd name="connsiteY17" fmla="*/ 158638 h 158638"/>
                  <a:gd name="connsiteX18" fmla="*/ 116431 w 145170"/>
                  <a:gd name="connsiteY18" fmla="*/ 157757 h 158638"/>
                  <a:gd name="connsiteX19" fmla="*/ 74568 w 145170"/>
                  <a:gd name="connsiteY19" fmla="*/ 96945 h 158638"/>
                  <a:gd name="connsiteX20" fmla="*/ 70602 w 145170"/>
                  <a:gd name="connsiteY20" fmla="*/ 96945 h 158638"/>
                  <a:gd name="connsiteX21" fmla="*/ 28299 w 145170"/>
                  <a:gd name="connsiteY21" fmla="*/ 157757 h 158638"/>
                  <a:gd name="connsiteX22" fmla="*/ 26095 w 145170"/>
                  <a:gd name="connsiteY22" fmla="*/ 158638 h 158638"/>
                  <a:gd name="connsiteX23" fmla="*/ 2300 w 145170"/>
                  <a:gd name="connsiteY23" fmla="*/ 158638 h 158638"/>
                  <a:gd name="connsiteX24" fmla="*/ 537 w 145170"/>
                  <a:gd name="connsiteY24" fmla="*/ 154672 h 158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45170" h="158638">
                    <a:moveTo>
                      <a:pt x="537" y="154672"/>
                    </a:moveTo>
                    <a:lnTo>
                      <a:pt x="57823" y="78438"/>
                    </a:lnTo>
                    <a:cubicBezTo>
                      <a:pt x="58264" y="77556"/>
                      <a:pt x="58264" y="76234"/>
                      <a:pt x="57823" y="75353"/>
                    </a:cubicBezTo>
                    <a:lnTo>
                      <a:pt x="4503" y="3966"/>
                    </a:lnTo>
                    <a:cubicBezTo>
                      <a:pt x="3181" y="2203"/>
                      <a:pt x="4503" y="0"/>
                      <a:pt x="6266" y="0"/>
                    </a:cubicBezTo>
                    <a:lnTo>
                      <a:pt x="30502" y="0"/>
                    </a:lnTo>
                    <a:cubicBezTo>
                      <a:pt x="31383" y="0"/>
                      <a:pt x="32265" y="441"/>
                      <a:pt x="32705" y="881"/>
                    </a:cubicBezTo>
                    <a:lnTo>
                      <a:pt x="70602" y="56845"/>
                    </a:lnTo>
                    <a:cubicBezTo>
                      <a:pt x="71484" y="58167"/>
                      <a:pt x="73687" y="58167"/>
                      <a:pt x="74568" y="56845"/>
                    </a:cubicBezTo>
                    <a:lnTo>
                      <a:pt x="112465" y="881"/>
                    </a:lnTo>
                    <a:cubicBezTo>
                      <a:pt x="112906" y="0"/>
                      <a:pt x="113787" y="0"/>
                      <a:pt x="114668" y="0"/>
                    </a:cubicBezTo>
                    <a:lnTo>
                      <a:pt x="138905" y="0"/>
                    </a:lnTo>
                    <a:cubicBezTo>
                      <a:pt x="141108" y="0"/>
                      <a:pt x="141989" y="2203"/>
                      <a:pt x="140667" y="3966"/>
                    </a:cubicBezTo>
                    <a:lnTo>
                      <a:pt x="87347" y="75353"/>
                    </a:lnTo>
                    <a:cubicBezTo>
                      <a:pt x="86907" y="76234"/>
                      <a:pt x="86907" y="77556"/>
                      <a:pt x="87347" y="78438"/>
                    </a:cubicBezTo>
                    <a:lnTo>
                      <a:pt x="144633" y="154672"/>
                    </a:lnTo>
                    <a:cubicBezTo>
                      <a:pt x="145955" y="156435"/>
                      <a:pt x="144633" y="158638"/>
                      <a:pt x="142871" y="158638"/>
                    </a:cubicBezTo>
                    <a:lnTo>
                      <a:pt x="118634" y="158638"/>
                    </a:lnTo>
                    <a:cubicBezTo>
                      <a:pt x="117753" y="158638"/>
                      <a:pt x="116872" y="158197"/>
                      <a:pt x="116431" y="157757"/>
                    </a:cubicBezTo>
                    <a:lnTo>
                      <a:pt x="74568" y="96945"/>
                    </a:lnTo>
                    <a:cubicBezTo>
                      <a:pt x="73687" y="95624"/>
                      <a:pt x="71484" y="95624"/>
                      <a:pt x="70602" y="96945"/>
                    </a:cubicBezTo>
                    <a:lnTo>
                      <a:pt x="28299" y="157757"/>
                    </a:lnTo>
                    <a:cubicBezTo>
                      <a:pt x="27858" y="158197"/>
                      <a:pt x="26977" y="158638"/>
                      <a:pt x="26095" y="158638"/>
                    </a:cubicBezTo>
                    <a:lnTo>
                      <a:pt x="2300" y="158638"/>
                    </a:lnTo>
                    <a:cubicBezTo>
                      <a:pt x="537" y="158638"/>
                      <a:pt x="-785" y="155994"/>
                      <a:pt x="537" y="154672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28FF7FA8-09E3-1CF3-7B44-AF50A2AD3A17}"/>
                  </a:ext>
                </a:extLst>
              </p:cNvPr>
              <p:cNvSpPr/>
              <p:nvPr/>
            </p:nvSpPr>
            <p:spPr>
              <a:xfrm>
                <a:off x="786851" y="1444325"/>
                <a:ext cx="151868" cy="163926"/>
              </a:xfrm>
              <a:custGeom>
                <a:avLst/>
                <a:gdLst>
                  <a:gd name="connsiteX0" fmla="*/ 77997 w 151868"/>
                  <a:gd name="connsiteY0" fmla="*/ 163926 h 163926"/>
                  <a:gd name="connsiteX1" fmla="*/ 36575 w 151868"/>
                  <a:gd name="connsiteY1" fmla="*/ 152910 h 163926"/>
                  <a:gd name="connsiteX2" fmla="*/ 9695 w 151868"/>
                  <a:gd name="connsiteY2" fmla="*/ 123385 h 163926"/>
                  <a:gd name="connsiteX3" fmla="*/ 0 w 151868"/>
                  <a:gd name="connsiteY3" fmla="*/ 81963 h 163926"/>
                  <a:gd name="connsiteX4" fmla="*/ 9695 w 151868"/>
                  <a:gd name="connsiteY4" fmla="*/ 40541 h 163926"/>
                  <a:gd name="connsiteX5" fmla="*/ 36575 w 151868"/>
                  <a:gd name="connsiteY5" fmla="*/ 11017 h 163926"/>
                  <a:gd name="connsiteX6" fmla="*/ 77997 w 151868"/>
                  <a:gd name="connsiteY6" fmla="*/ 0 h 163926"/>
                  <a:gd name="connsiteX7" fmla="*/ 126029 w 151868"/>
                  <a:gd name="connsiteY7" fmla="*/ 14542 h 163926"/>
                  <a:gd name="connsiteX8" fmla="*/ 151588 w 151868"/>
                  <a:gd name="connsiteY8" fmla="*/ 48913 h 163926"/>
                  <a:gd name="connsiteX9" fmla="*/ 149384 w 151868"/>
                  <a:gd name="connsiteY9" fmla="*/ 51998 h 163926"/>
                  <a:gd name="connsiteX10" fmla="*/ 128673 w 151868"/>
                  <a:gd name="connsiteY10" fmla="*/ 51998 h 163926"/>
                  <a:gd name="connsiteX11" fmla="*/ 126470 w 151868"/>
                  <a:gd name="connsiteY11" fmla="*/ 50676 h 163926"/>
                  <a:gd name="connsiteX12" fmla="*/ 109725 w 151868"/>
                  <a:gd name="connsiteY12" fmla="*/ 29965 h 163926"/>
                  <a:gd name="connsiteX13" fmla="*/ 81082 w 151868"/>
                  <a:gd name="connsiteY13" fmla="*/ 21593 h 163926"/>
                  <a:gd name="connsiteX14" fmla="*/ 50676 w 151868"/>
                  <a:gd name="connsiteY14" fmla="*/ 29965 h 163926"/>
                  <a:gd name="connsiteX15" fmla="*/ 30846 w 151868"/>
                  <a:gd name="connsiteY15" fmla="*/ 51998 h 163926"/>
                  <a:gd name="connsiteX16" fmla="*/ 23796 w 151868"/>
                  <a:gd name="connsiteY16" fmla="*/ 81963 h 163926"/>
                  <a:gd name="connsiteX17" fmla="*/ 30846 w 151868"/>
                  <a:gd name="connsiteY17" fmla="*/ 111928 h 163926"/>
                  <a:gd name="connsiteX18" fmla="*/ 50676 w 151868"/>
                  <a:gd name="connsiteY18" fmla="*/ 133961 h 163926"/>
                  <a:gd name="connsiteX19" fmla="*/ 81082 w 151868"/>
                  <a:gd name="connsiteY19" fmla="*/ 142334 h 163926"/>
                  <a:gd name="connsiteX20" fmla="*/ 109725 w 151868"/>
                  <a:gd name="connsiteY20" fmla="*/ 133961 h 163926"/>
                  <a:gd name="connsiteX21" fmla="*/ 126470 w 151868"/>
                  <a:gd name="connsiteY21" fmla="*/ 113250 h 163926"/>
                  <a:gd name="connsiteX22" fmla="*/ 128673 w 151868"/>
                  <a:gd name="connsiteY22" fmla="*/ 111928 h 163926"/>
                  <a:gd name="connsiteX23" fmla="*/ 149384 w 151868"/>
                  <a:gd name="connsiteY23" fmla="*/ 111928 h 163926"/>
                  <a:gd name="connsiteX24" fmla="*/ 151588 w 151868"/>
                  <a:gd name="connsiteY24" fmla="*/ 115013 h 163926"/>
                  <a:gd name="connsiteX25" fmla="*/ 126029 w 151868"/>
                  <a:gd name="connsiteY25" fmla="*/ 149384 h 163926"/>
                  <a:gd name="connsiteX26" fmla="*/ 77997 w 151868"/>
                  <a:gd name="connsiteY26" fmla="*/ 163926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51868" h="163926">
                    <a:moveTo>
                      <a:pt x="77997" y="163926"/>
                    </a:moveTo>
                    <a:cubicBezTo>
                      <a:pt x="62133" y="163926"/>
                      <a:pt x="48473" y="160401"/>
                      <a:pt x="36575" y="152910"/>
                    </a:cubicBezTo>
                    <a:cubicBezTo>
                      <a:pt x="25118" y="145418"/>
                      <a:pt x="15864" y="135724"/>
                      <a:pt x="9695" y="123385"/>
                    </a:cubicBezTo>
                    <a:cubicBezTo>
                      <a:pt x="308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5" y="40541"/>
                    </a:cubicBezTo>
                    <a:cubicBezTo>
                      <a:pt x="16304" y="28202"/>
                      <a:pt x="25118" y="18508"/>
                      <a:pt x="36575" y="11017"/>
                    </a:cubicBezTo>
                    <a:cubicBezTo>
                      <a:pt x="48032" y="3525"/>
                      <a:pt x="62133" y="0"/>
                      <a:pt x="77997" y="0"/>
                    </a:cubicBezTo>
                    <a:cubicBezTo>
                      <a:pt x="96945" y="0"/>
                      <a:pt x="112809" y="4847"/>
                      <a:pt x="126029" y="14542"/>
                    </a:cubicBezTo>
                    <a:cubicBezTo>
                      <a:pt x="138368" y="23355"/>
                      <a:pt x="146740" y="35253"/>
                      <a:pt x="151588" y="48913"/>
                    </a:cubicBezTo>
                    <a:cubicBezTo>
                      <a:pt x="152028" y="50676"/>
                      <a:pt x="150706" y="51998"/>
                      <a:pt x="149384" y="51998"/>
                    </a:cubicBezTo>
                    <a:lnTo>
                      <a:pt x="128673" y="51998"/>
                    </a:lnTo>
                    <a:cubicBezTo>
                      <a:pt x="127792" y="51998"/>
                      <a:pt x="126910" y="51557"/>
                      <a:pt x="126470" y="50676"/>
                    </a:cubicBezTo>
                    <a:cubicBezTo>
                      <a:pt x="122945" y="42304"/>
                      <a:pt x="117216" y="35253"/>
                      <a:pt x="109725" y="29965"/>
                    </a:cubicBezTo>
                    <a:cubicBezTo>
                      <a:pt x="101793" y="24236"/>
                      <a:pt x="92098" y="21593"/>
                      <a:pt x="81082" y="21593"/>
                    </a:cubicBezTo>
                    <a:cubicBezTo>
                      <a:pt x="69625" y="21593"/>
                      <a:pt x="59489" y="24236"/>
                      <a:pt x="50676" y="29965"/>
                    </a:cubicBezTo>
                    <a:cubicBezTo>
                      <a:pt x="41863" y="35253"/>
                      <a:pt x="35253" y="42744"/>
                      <a:pt x="30846" y="51998"/>
                    </a:cubicBezTo>
                    <a:cubicBezTo>
                      <a:pt x="25999" y="61252"/>
                      <a:pt x="23796" y="70947"/>
                      <a:pt x="23796" y="81963"/>
                    </a:cubicBezTo>
                    <a:cubicBezTo>
                      <a:pt x="23796" y="92539"/>
                      <a:pt x="25999" y="102674"/>
                      <a:pt x="30846" y="111928"/>
                    </a:cubicBezTo>
                    <a:cubicBezTo>
                      <a:pt x="35694" y="121182"/>
                      <a:pt x="42303" y="128673"/>
                      <a:pt x="50676" y="133961"/>
                    </a:cubicBezTo>
                    <a:cubicBezTo>
                      <a:pt x="59489" y="139249"/>
                      <a:pt x="69625" y="142334"/>
                      <a:pt x="81082" y="142334"/>
                    </a:cubicBezTo>
                    <a:cubicBezTo>
                      <a:pt x="92098" y="142334"/>
                      <a:pt x="101793" y="139690"/>
                      <a:pt x="109725" y="133961"/>
                    </a:cubicBezTo>
                    <a:cubicBezTo>
                      <a:pt x="117216" y="128673"/>
                      <a:pt x="122945" y="121623"/>
                      <a:pt x="126470" y="113250"/>
                    </a:cubicBezTo>
                    <a:cubicBezTo>
                      <a:pt x="126910" y="112369"/>
                      <a:pt x="127792" y="111928"/>
                      <a:pt x="128673" y="111928"/>
                    </a:cubicBezTo>
                    <a:lnTo>
                      <a:pt x="149384" y="111928"/>
                    </a:lnTo>
                    <a:cubicBezTo>
                      <a:pt x="151147" y="111928"/>
                      <a:pt x="152469" y="113691"/>
                      <a:pt x="151588" y="115013"/>
                    </a:cubicBezTo>
                    <a:cubicBezTo>
                      <a:pt x="146740" y="129114"/>
                      <a:pt x="137927" y="140571"/>
                      <a:pt x="126029" y="149384"/>
                    </a:cubicBezTo>
                    <a:cubicBezTo>
                      <a:pt x="112809" y="159079"/>
                      <a:pt x="96505" y="163926"/>
                      <a:pt x="77997" y="163926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64C12B87-2F42-6EC8-3ABF-DFEA1B5FD285}"/>
                  </a:ext>
                </a:extLst>
              </p:cNvPr>
              <p:cNvSpPr/>
              <p:nvPr/>
            </p:nvSpPr>
            <p:spPr>
              <a:xfrm>
                <a:off x="953862" y="1444325"/>
                <a:ext cx="157316" cy="163926"/>
              </a:xfrm>
              <a:custGeom>
                <a:avLst/>
                <a:gdLst>
                  <a:gd name="connsiteX0" fmla="*/ 80641 w 157316"/>
                  <a:gd name="connsiteY0" fmla="*/ 163926 h 163926"/>
                  <a:gd name="connsiteX1" fmla="*/ 38338 w 157316"/>
                  <a:gd name="connsiteY1" fmla="*/ 152910 h 163926"/>
                  <a:gd name="connsiteX2" fmla="*/ 10135 w 157316"/>
                  <a:gd name="connsiteY2" fmla="*/ 123385 h 163926"/>
                  <a:gd name="connsiteX3" fmla="*/ 0 w 157316"/>
                  <a:gd name="connsiteY3" fmla="*/ 81963 h 163926"/>
                  <a:gd name="connsiteX4" fmla="*/ 9695 w 157316"/>
                  <a:gd name="connsiteY4" fmla="*/ 40541 h 163926"/>
                  <a:gd name="connsiteX5" fmla="*/ 37016 w 157316"/>
                  <a:gd name="connsiteY5" fmla="*/ 11017 h 163926"/>
                  <a:gd name="connsiteX6" fmla="*/ 78878 w 157316"/>
                  <a:gd name="connsiteY6" fmla="*/ 0 h 163926"/>
                  <a:gd name="connsiteX7" fmla="*/ 120741 w 157316"/>
                  <a:gd name="connsiteY7" fmla="*/ 11017 h 163926"/>
                  <a:gd name="connsiteX8" fmla="*/ 147622 w 157316"/>
                  <a:gd name="connsiteY8" fmla="*/ 40541 h 163926"/>
                  <a:gd name="connsiteX9" fmla="*/ 157316 w 157316"/>
                  <a:gd name="connsiteY9" fmla="*/ 81963 h 163926"/>
                  <a:gd name="connsiteX10" fmla="*/ 157316 w 157316"/>
                  <a:gd name="connsiteY10" fmla="*/ 89014 h 163926"/>
                  <a:gd name="connsiteX11" fmla="*/ 154672 w 157316"/>
                  <a:gd name="connsiteY11" fmla="*/ 91658 h 163926"/>
                  <a:gd name="connsiteX12" fmla="*/ 27321 w 157316"/>
                  <a:gd name="connsiteY12" fmla="*/ 91658 h 163926"/>
                  <a:gd name="connsiteX13" fmla="*/ 24677 w 157316"/>
                  <a:gd name="connsiteY13" fmla="*/ 94742 h 163926"/>
                  <a:gd name="connsiteX14" fmla="*/ 33050 w 157316"/>
                  <a:gd name="connsiteY14" fmla="*/ 117216 h 163926"/>
                  <a:gd name="connsiteX15" fmla="*/ 52439 w 157316"/>
                  <a:gd name="connsiteY15" fmla="*/ 135724 h 163926"/>
                  <a:gd name="connsiteX16" fmla="*/ 80200 w 157316"/>
                  <a:gd name="connsiteY16" fmla="*/ 142334 h 163926"/>
                  <a:gd name="connsiteX17" fmla="*/ 108403 w 157316"/>
                  <a:gd name="connsiteY17" fmla="*/ 134842 h 163926"/>
                  <a:gd name="connsiteX18" fmla="*/ 125588 w 157316"/>
                  <a:gd name="connsiteY18" fmla="*/ 116775 h 163926"/>
                  <a:gd name="connsiteX19" fmla="*/ 127792 w 157316"/>
                  <a:gd name="connsiteY19" fmla="*/ 115453 h 163926"/>
                  <a:gd name="connsiteX20" fmla="*/ 148503 w 157316"/>
                  <a:gd name="connsiteY20" fmla="*/ 115453 h 163926"/>
                  <a:gd name="connsiteX21" fmla="*/ 150706 w 157316"/>
                  <a:gd name="connsiteY21" fmla="*/ 118979 h 163926"/>
                  <a:gd name="connsiteX22" fmla="*/ 126029 w 157316"/>
                  <a:gd name="connsiteY22" fmla="*/ 150266 h 163926"/>
                  <a:gd name="connsiteX23" fmla="*/ 80641 w 157316"/>
                  <a:gd name="connsiteY23" fmla="*/ 163926 h 163926"/>
                  <a:gd name="connsiteX24" fmla="*/ 28202 w 157316"/>
                  <a:gd name="connsiteY24" fmla="*/ 69625 h 163926"/>
                  <a:gd name="connsiteX25" fmla="*/ 129995 w 157316"/>
                  <a:gd name="connsiteY25" fmla="*/ 69625 h 163926"/>
                  <a:gd name="connsiteX26" fmla="*/ 132639 w 157316"/>
                  <a:gd name="connsiteY26" fmla="*/ 66540 h 163926"/>
                  <a:gd name="connsiteX27" fmla="*/ 115894 w 157316"/>
                  <a:gd name="connsiteY27" fmla="*/ 35694 h 163926"/>
                  <a:gd name="connsiteX28" fmla="*/ 79319 w 157316"/>
                  <a:gd name="connsiteY28" fmla="*/ 22033 h 163926"/>
                  <a:gd name="connsiteX29" fmla="*/ 42744 w 157316"/>
                  <a:gd name="connsiteY29" fmla="*/ 35694 h 163926"/>
                  <a:gd name="connsiteX30" fmla="*/ 25999 w 157316"/>
                  <a:gd name="connsiteY30" fmla="*/ 66540 h 163926"/>
                  <a:gd name="connsiteX31" fmla="*/ 28202 w 157316"/>
                  <a:gd name="connsiteY31" fmla="*/ 69625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57316" h="163926">
                    <a:moveTo>
                      <a:pt x="80641" y="163926"/>
                    </a:moveTo>
                    <a:cubicBezTo>
                      <a:pt x="64777" y="163926"/>
                      <a:pt x="50676" y="160401"/>
                      <a:pt x="38338" y="152910"/>
                    </a:cubicBezTo>
                    <a:cubicBezTo>
                      <a:pt x="26440" y="145418"/>
                      <a:pt x="16745" y="135724"/>
                      <a:pt x="10135" y="123385"/>
                    </a:cubicBezTo>
                    <a:cubicBezTo>
                      <a:pt x="352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5" y="40541"/>
                    </a:cubicBezTo>
                    <a:cubicBezTo>
                      <a:pt x="15864" y="28202"/>
                      <a:pt x="25118" y="18508"/>
                      <a:pt x="37016" y="11017"/>
                    </a:cubicBezTo>
                    <a:cubicBezTo>
                      <a:pt x="48913" y="3525"/>
                      <a:pt x="63015" y="0"/>
                      <a:pt x="78878" y="0"/>
                    </a:cubicBezTo>
                    <a:cubicBezTo>
                      <a:pt x="95183" y="0"/>
                      <a:pt x="109284" y="3525"/>
                      <a:pt x="120741" y="11017"/>
                    </a:cubicBezTo>
                    <a:cubicBezTo>
                      <a:pt x="132639" y="18508"/>
                      <a:pt x="141452" y="28202"/>
                      <a:pt x="147622" y="40541"/>
                    </a:cubicBezTo>
                    <a:cubicBezTo>
                      <a:pt x="153791" y="52879"/>
                      <a:pt x="157316" y="66540"/>
                      <a:pt x="157316" y="81963"/>
                    </a:cubicBezTo>
                    <a:lnTo>
                      <a:pt x="157316" y="89014"/>
                    </a:lnTo>
                    <a:cubicBezTo>
                      <a:pt x="157316" y="90336"/>
                      <a:pt x="156435" y="91658"/>
                      <a:pt x="154672" y="91658"/>
                    </a:cubicBezTo>
                    <a:lnTo>
                      <a:pt x="27321" y="91658"/>
                    </a:lnTo>
                    <a:cubicBezTo>
                      <a:pt x="25999" y="91658"/>
                      <a:pt x="24677" y="92980"/>
                      <a:pt x="24677" y="94742"/>
                    </a:cubicBezTo>
                    <a:cubicBezTo>
                      <a:pt x="25999" y="103115"/>
                      <a:pt x="29084" y="110606"/>
                      <a:pt x="33050" y="117216"/>
                    </a:cubicBezTo>
                    <a:cubicBezTo>
                      <a:pt x="37897" y="125148"/>
                      <a:pt x="44066" y="130876"/>
                      <a:pt x="52439" y="135724"/>
                    </a:cubicBezTo>
                    <a:cubicBezTo>
                      <a:pt x="60371" y="140130"/>
                      <a:pt x="69625" y="142334"/>
                      <a:pt x="80200" y="142334"/>
                    </a:cubicBezTo>
                    <a:cubicBezTo>
                      <a:pt x="91217" y="142334"/>
                      <a:pt x="100911" y="139690"/>
                      <a:pt x="108403" y="134842"/>
                    </a:cubicBezTo>
                    <a:cubicBezTo>
                      <a:pt x="115453" y="129995"/>
                      <a:pt x="121182" y="124267"/>
                      <a:pt x="125588" y="116775"/>
                    </a:cubicBezTo>
                    <a:cubicBezTo>
                      <a:pt x="126029" y="115894"/>
                      <a:pt x="126910" y="115453"/>
                      <a:pt x="127792" y="115453"/>
                    </a:cubicBezTo>
                    <a:lnTo>
                      <a:pt x="148503" y="115453"/>
                    </a:lnTo>
                    <a:cubicBezTo>
                      <a:pt x="150266" y="115453"/>
                      <a:pt x="151587" y="117216"/>
                      <a:pt x="150706" y="118979"/>
                    </a:cubicBezTo>
                    <a:cubicBezTo>
                      <a:pt x="144978" y="131758"/>
                      <a:pt x="137046" y="141893"/>
                      <a:pt x="126029" y="150266"/>
                    </a:cubicBezTo>
                    <a:cubicBezTo>
                      <a:pt x="115013" y="159519"/>
                      <a:pt x="99589" y="163926"/>
                      <a:pt x="80641" y="163926"/>
                    </a:cubicBezTo>
                    <a:close/>
                    <a:moveTo>
                      <a:pt x="28202" y="69625"/>
                    </a:moveTo>
                    <a:lnTo>
                      <a:pt x="129995" y="69625"/>
                    </a:lnTo>
                    <a:cubicBezTo>
                      <a:pt x="131758" y="69625"/>
                      <a:pt x="132639" y="68303"/>
                      <a:pt x="132639" y="66540"/>
                    </a:cubicBezTo>
                    <a:cubicBezTo>
                      <a:pt x="129995" y="54201"/>
                      <a:pt x="124707" y="44066"/>
                      <a:pt x="115894" y="35694"/>
                    </a:cubicBezTo>
                    <a:cubicBezTo>
                      <a:pt x="106640" y="26440"/>
                      <a:pt x="94302" y="22033"/>
                      <a:pt x="79319" y="22033"/>
                    </a:cubicBezTo>
                    <a:cubicBezTo>
                      <a:pt x="63896" y="22033"/>
                      <a:pt x="51998" y="26440"/>
                      <a:pt x="42744" y="35694"/>
                    </a:cubicBezTo>
                    <a:cubicBezTo>
                      <a:pt x="34372" y="44066"/>
                      <a:pt x="28643" y="54201"/>
                      <a:pt x="25999" y="66540"/>
                    </a:cubicBezTo>
                    <a:cubicBezTo>
                      <a:pt x="25558" y="68303"/>
                      <a:pt x="26880" y="69625"/>
                      <a:pt x="28202" y="69625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574D3D43-6C24-0A8D-309B-1C5FC4FEB095}"/>
                  </a:ext>
                </a:extLst>
              </p:cNvPr>
              <p:cNvSpPr/>
              <p:nvPr/>
            </p:nvSpPr>
            <p:spPr>
              <a:xfrm>
                <a:off x="1130567" y="1444325"/>
                <a:ext cx="157316" cy="163926"/>
              </a:xfrm>
              <a:custGeom>
                <a:avLst/>
                <a:gdLst>
                  <a:gd name="connsiteX0" fmla="*/ 80641 w 157316"/>
                  <a:gd name="connsiteY0" fmla="*/ 163926 h 163926"/>
                  <a:gd name="connsiteX1" fmla="*/ 38338 w 157316"/>
                  <a:gd name="connsiteY1" fmla="*/ 152910 h 163926"/>
                  <a:gd name="connsiteX2" fmla="*/ 10135 w 157316"/>
                  <a:gd name="connsiteY2" fmla="*/ 123385 h 163926"/>
                  <a:gd name="connsiteX3" fmla="*/ 0 w 157316"/>
                  <a:gd name="connsiteY3" fmla="*/ 81963 h 163926"/>
                  <a:gd name="connsiteX4" fmla="*/ 9695 w 157316"/>
                  <a:gd name="connsiteY4" fmla="*/ 40541 h 163926"/>
                  <a:gd name="connsiteX5" fmla="*/ 37016 w 157316"/>
                  <a:gd name="connsiteY5" fmla="*/ 11017 h 163926"/>
                  <a:gd name="connsiteX6" fmla="*/ 78878 w 157316"/>
                  <a:gd name="connsiteY6" fmla="*/ 0 h 163926"/>
                  <a:gd name="connsiteX7" fmla="*/ 120741 w 157316"/>
                  <a:gd name="connsiteY7" fmla="*/ 11017 h 163926"/>
                  <a:gd name="connsiteX8" fmla="*/ 147622 w 157316"/>
                  <a:gd name="connsiteY8" fmla="*/ 40541 h 163926"/>
                  <a:gd name="connsiteX9" fmla="*/ 157316 w 157316"/>
                  <a:gd name="connsiteY9" fmla="*/ 81963 h 163926"/>
                  <a:gd name="connsiteX10" fmla="*/ 157316 w 157316"/>
                  <a:gd name="connsiteY10" fmla="*/ 89014 h 163926"/>
                  <a:gd name="connsiteX11" fmla="*/ 154672 w 157316"/>
                  <a:gd name="connsiteY11" fmla="*/ 91658 h 163926"/>
                  <a:gd name="connsiteX12" fmla="*/ 27321 w 157316"/>
                  <a:gd name="connsiteY12" fmla="*/ 91658 h 163926"/>
                  <a:gd name="connsiteX13" fmla="*/ 24677 w 157316"/>
                  <a:gd name="connsiteY13" fmla="*/ 94742 h 163926"/>
                  <a:gd name="connsiteX14" fmla="*/ 33050 w 157316"/>
                  <a:gd name="connsiteY14" fmla="*/ 117216 h 163926"/>
                  <a:gd name="connsiteX15" fmla="*/ 52439 w 157316"/>
                  <a:gd name="connsiteY15" fmla="*/ 135724 h 163926"/>
                  <a:gd name="connsiteX16" fmla="*/ 80200 w 157316"/>
                  <a:gd name="connsiteY16" fmla="*/ 142334 h 163926"/>
                  <a:gd name="connsiteX17" fmla="*/ 108403 w 157316"/>
                  <a:gd name="connsiteY17" fmla="*/ 134842 h 163926"/>
                  <a:gd name="connsiteX18" fmla="*/ 125588 w 157316"/>
                  <a:gd name="connsiteY18" fmla="*/ 116775 h 163926"/>
                  <a:gd name="connsiteX19" fmla="*/ 127792 w 157316"/>
                  <a:gd name="connsiteY19" fmla="*/ 115453 h 163926"/>
                  <a:gd name="connsiteX20" fmla="*/ 148503 w 157316"/>
                  <a:gd name="connsiteY20" fmla="*/ 115453 h 163926"/>
                  <a:gd name="connsiteX21" fmla="*/ 150706 w 157316"/>
                  <a:gd name="connsiteY21" fmla="*/ 118979 h 163926"/>
                  <a:gd name="connsiteX22" fmla="*/ 126029 w 157316"/>
                  <a:gd name="connsiteY22" fmla="*/ 150266 h 163926"/>
                  <a:gd name="connsiteX23" fmla="*/ 80641 w 157316"/>
                  <a:gd name="connsiteY23" fmla="*/ 163926 h 163926"/>
                  <a:gd name="connsiteX24" fmla="*/ 28202 w 157316"/>
                  <a:gd name="connsiteY24" fmla="*/ 69625 h 163926"/>
                  <a:gd name="connsiteX25" fmla="*/ 129995 w 157316"/>
                  <a:gd name="connsiteY25" fmla="*/ 69625 h 163926"/>
                  <a:gd name="connsiteX26" fmla="*/ 132639 w 157316"/>
                  <a:gd name="connsiteY26" fmla="*/ 66540 h 163926"/>
                  <a:gd name="connsiteX27" fmla="*/ 115894 w 157316"/>
                  <a:gd name="connsiteY27" fmla="*/ 35694 h 163926"/>
                  <a:gd name="connsiteX28" fmla="*/ 79319 w 157316"/>
                  <a:gd name="connsiteY28" fmla="*/ 22033 h 163926"/>
                  <a:gd name="connsiteX29" fmla="*/ 42744 w 157316"/>
                  <a:gd name="connsiteY29" fmla="*/ 35694 h 163926"/>
                  <a:gd name="connsiteX30" fmla="*/ 25999 w 157316"/>
                  <a:gd name="connsiteY30" fmla="*/ 66540 h 163926"/>
                  <a:gd name="connsiteX31" fmla="*/ 28202 w 157316"/>
                  <a:gd name="connsiteY31" fmla="*/ 69625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57316" h="163926">
                    <a:moveTo>
                      <a:pt x="80641" y="163926"/>
                    </a:moveTo>
                    <a:cubicBezTo>
                      <a:pt x="64777" y="163926"/>
                      <a:pt x="50676" y="160401"/>
                      <a:pt x="38338" y="152910"/>
                    </a:cubicBezTo>
                    <a:cubicBezTo>
                      <a:pt x="26440" y="145418"/>
                      <a:pt x="16745" y="135724"/>
                      <a:pt x="10135" y="123385"/>
                    </a:cubicBezTo>
                    <a:cubicBezTo>
                      <a:pt x="352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5" y="40541"/>
                    </a:cubicBezTo>
                    <a:cubicBezTo>
                      <a:pt x="15864" y="28202"/>
                      <a:pt x="25118" y="18508"/>
                      <a:pt x="37016" y="11017"/>
                    </a:cubicBezTo>
                    <a:cubicBezTo>
                      <a:pt x="48913" y="3525"/>
                      <a:pt x="63015" y="0"/>
                      <a:pt x="78878" y="0"/>
                    </a:cubicBezTo>
                    <a:cubicBezTo>
                      <a:pt x="95183" y="0"/>
                      <a:pt x="109284" y="3525"/>
                      <a:pt x="120741" y="11017"/>
                    </a:cubicBezTo>
                    <a:cubicBezTo>
                      <a:pt x="132639" y="18508"/>
                      <a:pt x="141452" y="28202"/>
                      <a:pt x="147622" y="40541"/>
                    </a:cubicBezTo>
                    <a:cubicBezTo>
                      <a:pt x="153791" y="52879"/>
                      <a:pt x="157316" y="66540"/>
                      <a:pt x="157316" y="81963"/>
                    </a:cubicBezTo>
                    <a:lnTo>
                      <a:pt x="157316" y="89014"/>
                    </a:lnTo>
                    <a:cubicBezTo>
                      <a:pt x="157316" y="90336"/>
                      <a:pt x="156435" y="91658"/>
                      <a:pt x="154672" y="91658"/>
                    </a:cubicBezTo>
                    <a:lnTo>
                      <a:pt x="27321" y="91658"/>
                    </a:lnTo>
                    <a:cubicBezTo>
                      <a:pt x="25999" y="91658"/>
                      <a:pt x="24677" y="92980"/>
                      <a:pt x="24677" y="94742"/>
                    </a:cubicBezTo>
                    <a:cubicBezTo>
                      <a:pt x="25999" y="103115"/>
                      <a:pt x="29084" y="110606"/>
                      <a:pt x="33050" y="117216"/>
                    </a:cubicBezTo>
                    <a:cubicBezTo>
                      <a:pt x="37897" y="125148"/>
                      <a:pt x="44066" y="130876"/>
                      <a:pt x="52439" y="135724"/>
                    </a:cubicBezTo>
                    <a:cubicBezTo>
                      <a:pt x="60371" y="140130"/>
                      <a:pt x="69624" y="142334"/>
                      <a:pt x="80200" y="142334"/>
                    </a:cubicBezTo>
                    <a:cubicBezTo>
                      <a:pt x="91217" y="142334"/>
                      <a:pt x="100911" y="139690"/>
                      <a:pt x="108403" y="134842"/>
                    </a:cubicBezTo>
                    <a:cubicBezTo>
                      <a:pt x="115453" y="129995"/>
                      <a:pt x="121182" y="124267"/>
                      <a:pt x="125588" y="116775"/>
                    </a:cubicBezTo>
                    <a:cubicBezTo>
                      <a:pt x="126029" y="115894"/>
                      <a:pt x="126910" y="115453"/>
                      <a:pt x="127792" y="115453"/>
                    </a:cubicBezTo>
                    <a:lnTo>
                      <a:pt x="148503" y="115453"/>
                    </a:lnTo>
                    <a:cubicBezTo>
                      <a:pt x="150265" y="115453"/>
                      <a:pt x="151587" y="117216"/>
                      <a:pt x="150706" y="118979"/>
                    </a:cubicBezTo>
                    <a:cubicBezTo>
                      <a:pt x="144978" y="131758"/>
                      <a:pt x="137046" y="141893"/>
                      <a:pt x="126029" y="150266"/>
                    </a:cubicBezTo>
                    <a:cubicBezTo>
                      <a:pt x="114572" y="159519"/>
                      <a:pt x="99589" y="163926"/>
                      <a:pt x="80641" y="163926"/>
                    </a:cubicBezTo>
                    <a:close/>
                    <a:moveTo>
                      <a:pt x="28202" y="69625"/>
                    </a:moveTo>
                    <a:lnTo>
                      <a:pt x="129995" y="69625"/>
                    </a:lnTo>
                    <a:cubicBezTo>
                      <a:pt x="131758" y="69625"/>
                      <a:pt x="132639" y="68303"/>
                      <a:pt x="132639" y="66540"/>
                    </a:cubicBezTo>
                    <a:cubicBezTo>
                      <a:pt x="129995" y="54201"/>
                      <a:pt x="124707" y="44066"/>
                      <a:pt x="115894" y="35694"/>
                    </a:cubicBezTo>
                    <a:cubicBezTo>
                      <a:pt x="106640" y="26440"/>
                      <a:pt x="94302" y="22033"/>
                      <a:pt x="79319" y="22033"/>
                    </a:cubicBezTo>
                    <a:cubicBezTo>
                      <a:pt x="64337" y="22033"/>
                      <a:pt x="51998" y="26440"/>
                      <a:pt x="42744" y="35694"/>
                    </a:cubicBezTo>
                    <a:cubicBezTo>
                      <a:pt x="34372" y="44066"/>
                      <a:pt x="28643" y="54201"/>
                      <a:pt x="25999" y="66540"/>
                    </a:cubicBezTo>
                    <a:cubicBezTo>
                      <a:pt x="25558" y="68303"/>
                      <a:pt x="26440" y="69625"/>
                      <a:pt x="28202" y="69625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A1C150F-14B6-9F71-267E-6554CAE395D0}"/>
                  </a:ext>
                </a:extLst>
              </p:cNvPr>
              <p:cNvSpPr/>
              <p:nvPr/>
            </p:nvSpPr>
            <p:spPr>
              <a:xfrm>
                <a:off x="1307272" y="1383073"/>
                <a:ext cx="158197" cy="225177"/>
              </a:xfrm>
              <a:custGeom>
                <a:avLst/>
                <a:gdLst>
                  <a:gd name="connsiteX0" fmla="*/ 77116 w 158197"/>
                  <a:gd name="connsiteY0" fmla="*/ 225178 h 225177"/>
                  <a:gd name="connsiteX1" fmla="*/ 36575 w 158197"/>
                  <a:gd name="connsiteY1" fmla="*/ 214161 h 225177"/>
                  <a:gd name="connsiteX2" fmla="*/ 9695 w 158197"/>
                  <a:gd name="connsiteY2" fmla="*/ 184637 h 225177"/>
                  <a:gd name="connsiteX3" fmla="*/ 0 w 158197"/>
                  <a:gd name="connsiteY3" fmla="*/ 143215 h 225177"/>
                  <a:gd name="connsiteX4" fmla="*/ 9695 w 158197"/>
                  <a:gd name="connsiteY4" fmla="*/ 101793 h 225177"/>
                  <a:gd name="connsiteX5" fmla="*/ 36575 w 158197"/>
                  <a:gd name="connsiteY5" fmla="*/ 72268 h 225177"/>
                  <a:gd name="connsiteX6" fmla="*/ 77116 w 158197"/>
                  <a:gd name="connsiteY6" fmla="*/ 61252 h 225177"/>
                  <a:gd name="connsiteX7" fmla="*/ 111047 w 158197"/>
                  <a:gd name="connsiteY7" fmla="*/ 68743 h 225177"/>
                  <a:gd name="connsiteX8" fmla="*/ 129554 w 158197"/>
                  <a:gd name="connsiteY8" fmla="*/ 83726 h 225177"/>
                  <a:gd name="connsiteX9" fmla="*/ 133961 w 158197"/>
                  <a:gd name="connsiteY9" fmla="*/ 81963 h 225177"/>
                  <a:gd name="connsiteX10" fmla="*/ 133961 w 158197"/>
                  <a:gd name="connsiteY10" fmla="*/ 2644 h 225177"/>
                  <a:gd name="connsiteX11" fmla="*/ 136605 w 158197"/>
                  <a:gd name="connsiteY11" fmla="*/ 0 h 225177"/>
                  <a:gd name="connsiteX12" fmla="*/ 155553 w 158197"/>
                  <a:gd name="connsiteY12" fmla="*/ 0 h 225177"/>
                  <a:gd name="connsiteX13" fmla="*/ 158197 w 158197"/>
                  <a:gd name="connsiteY13" fmla="*/ 2644 h 225177"/>
                  <a:gd name="connsiteX14" fmla="*/ 158197 w 158197"/>
                  <a:gd name="connsiteY14" fmla="*/ 219449 h 225177"/>
                  <a:gd name="connsiteX15" fmla="*/ 155553 w 158197"/>
                  <a:gd name="connsiteY15" fmla="*/ 222093 h 225177"/>
                  <a:gd name="connsiteX16" fmla="*/ 136605 w 158197"/>
                  <a:gd name="connsiteY16" fmla="*/ 222093 h 225177"/>
                  <a:gd name="connsiteX17" fmla="*/ 133961 w 158197"/>
                  <a:gd name="connsiteY17" fmla="*/ 219449 h 225177"/>
                  <a:gd name="connsiteX18" fmla="*/ 133961 w 158197"/>
                  <a:gd name="connsiteY18" fmla="*/ 203586 h 225177"/>
                  <a:gd name="connsiteX19" fmla="*/ 129554 w 158197"/>
                  <a:gd name="connsiteY19" fmla="*/ 201823 h 225177"/>
                  <a:gd name="connsiteX20" fmla="*/ 111047 w 158197"/>
                  <a:gd name="connsiteY20" fmla="*/ 216805 h 225177"/>
                  <a:gd name="connsiteX21" fmla="*/ 77116 w 158197"/>
                  <a:gd name="connsiteY21" fmla="*/ 225178 h 225177"/>
                  <a:gd name="connsiteX22" fmla="*/ 80200 w 158197"/>
                  <a:gd name="connsiteY22" fmla="*/ 204026 h 225177"/>
                  <a:gd name="connsiteX23" fmla="*/ 110165 w 158197"/>
                  <a:gd name="connsiteY23" fmla="*/ 195654 h 225177"/>
                  <a:gd name="connsiteX24" fmla="*/ 128673 w 158197"/>
                  <a:gd name="connsiteY24" fmla="*/ 173621 h 225177"/>
                  <a:gd name="connsiteX25" fmla="*/ 134842 w 158197"/>
                  <a:gd name="connsiteY25" fmla="*/ 143656 h 225177"/>
                  <a:gd name="connsiteX26" fmla="*/ 128673 w 158197"/>
                  <a:gd name="connsiteY26" fmla="*/ 113691 h 225177"/>
                  <a:gd name="connsiteX27" fmla="*/ 110165 w 158197"/>
                  <a:gd name="connsiteY27" fmla="*/ 91658 h 225177"/>
                  <a:gd name="connsiteX28" fmla="*/ 80200 w 158197"/>
                  <a:gd name="connsiteY28" fmla="*/ 83285 h 225177"/>
                  <a:gd name="connsiteX29" fmla="*/ 50235 w 158197"/>
                  <a:gd name="connsiteY29" fmla="*/ 91658 h 225177"/>
                  <a:gd name="connsiteX30" fmla="*/ 30846 w 158197"/>
                  <a:gd name="connsiteY30" fmla="*/ 113691 h 225177"/>
                  <a:gd name="connsiteX31" fmla="*/ 24236 w 158197"/>
                  <a:gd name="connsiteY31" fmla="*/ 143656 h 225177"/>
                  <a:gd name="connsiteX32" fmla="*/ 30846 w 158197"/>
                  <a:gd name="connsiteY32" fmla="*/ 173621 h 225177"/>
                  <a:gd name="connsiteX33" fmla="*/ 50235 w 158197"/>
                  <a:gd name="connsiteY33" fmla="*/ 195654 h 225177"/>
                  <a:gd name="connsiteX34" fmla="*/ 80200 w 158197"/>
                  <a:gd name="connsiteY34" fmla="*/ 204026 h 225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58197" h="225177">
                    <a:moveTo>
                      <a:pt x="77116" y="225178"/>
                    </a:moveTo>
                    <a:cubicBezTo>
                      <a:pt x="61693" y="225178"/>
                      <a:pt x="48032" y="221653"/>
                      <a:pt x="36575" y="214161"/>
                    </a:cubicBezTo>
                    <a:cubicBezTo>
                      <a:pt x="25118" y="206670"/>
                      <a:pt x="16304" y="196976"/>
                      <a:pt x="9695" y="184637"/>
                    </a:cubicBezTo>
                    <a:cubicBezTo>
                      <a:pt x="3525" y="172299"/>
                      <a:pt x="0" y="158638"/>
                      <a:pt x="0" y="143215"/>
                    </a:cubicBezTo>
                    <a:cubicBezTo>
                      <a:pt x="0" y="127792"/>
                      <a:pt x="3085" y="114131"/>
                      <a:pt x="9695" y="101793"/>
                    </a:cubicBezTo>
                    <a:cubicBezTo>
                      <a:pt x="15864" y="89454"/>
                      <a:pt x="25118" y="79760"/>
                      <a:pt x="36575" y="72268"/>
                    </a:cubicBezTo>
                    <a:cubicBezTo>
                      <a:pt x="48032" y="64777"/>
                      <a:pt x="61693" y="61252"/>
                      <a:pt x="77116" y="61252"/>
                    </a:cubicBezTo>
                    <a:cubicBezTo>
                      <a:pt x="90336" y="61252"/>
                      <a:pt x="101352" y="63896"/>
                      <a:pt x="111047" y="68743"/>
                    </a:cubicBezTo>
                    <a:cubicBezTo>
                      <a:pt x="118097" y="72709"/>
                      <a:pt x="124707" y="77556"/>
                      <a:pt x="129554" y="83726"/>
                    </a:cubicBezTo>
                    <a:cubicBezTo>
                      <a:pt x="130876" y="85488"/>
                      <a:pt x="133961" y="84607"/>
                      <a:pt x="133961" y="81963"/>
                    </a:cubicBezTo>
                    <a:lnTo>
                      <a:pt x="133961" y="2644"/>
                    </a:lnTo>
                    <a:cubicBezTo>
                      <a:pt x="133961" y="1322"/>
                      <a:pt x="134842" y="0"/>
                      <a:pt x="136605" y="0"/>
                    </a:cubicBezTo>
                    <a:lnTo>
                      <a:pt x="155553" y="0"/>
                    </a:lnTo>
                    <a:cubicBezTo>
                      <a:pt x="156875" y="0"/>
                      <a:pt x="158197" y="881"/>
                      <a:pt x="158197" y="2644"/>
                    </a:cubicBezTo>
                    <a:lnTo>
                      <a:pt x="158197" y="219449"/>
                    </a:lnTo>
                    <a:cubicBezTo>
                      <a:pt x="158197" y="220771"/>
                      <a:pt x="157316" y="222093"/>
                      <a:pt x="155553" y="222093"/>
                    </a:cubicBezTo>
                    <a:lnTo>
                      <a:pt x="136605" y="222093"/>
                    </a:lnTo>
                    <a:cubicBezTo>
                      <a:pt x="135283" y="222093"/>
                      <a:pt x="133961" y="221212"/>
                      <a:pt x="133961" y="219449"/>
                    </a:cubicBezTo>
                    <a:lnTo>
                      <a:pt x="133961" y="203586"/>
                    </a:lnTo>
                    <a:cubicBezTo>
                      <a:pt x="133961" y="201382"/>
                      <a:pt x="131317" y="200501"/>
                      <a:pt x="129554" y="201823"/>
                    </a:cubicBezTo>
                    <a:cubicBezTo>
                      <a:pt x="124266" y="207992"/>
                      <a:pt x="118097" y="212840"/>
                      <a:pt x="111047" y="216805"/>
                    </a:cubicBezTo>
                    <a:cubicBezTo>
                      <a:pt x="101352" y="222975"/>
                      <a:pt x="89895" y="225178"/>
                      <a:pt x="77116" y="225178"/>
                    </a:cubicBezTo>
                    <a:close/>
                    <a:moveTo>
                      <a:pt x="80200" y="204026"/>
                    </a:moveTo>
                    <a:cubicBezTo>
                      <a:pt x="92098" y="204026"/>
                      <a:pt x="102233" y="201382"/>
                      <a:pt x="110165" y="195654"/>
                    </a:cubicBezTo>
                    <a:cubicBezTo>
                      <a:pt x="118097" y="190366"/>
                      <a:pt x="124266" y="182874"/>
                      <a:pt x="128673" y="173621"/>
                    </a:cubicBezTo>
                    <a:cubicBezTo>
                      <a:pt x="133080" y="164367"/>
                      <a:pt x="134842" y="154231"/>
                      <a:pt x="134842" y="143656"/>
                    </a:cubicBezTo>
                    <a:cubicBezTo>
                      <a:pt x="134842" y="132639"/>
                      <a:pt x="132639" y="122504"/>
                      <a:pt x="128673" y="113691"/>
                    </a:cubicBezTo>
                    <a:cubicBezTo>
                      <a:pt x="124266" y="104437"/>
                      <a:pt x="118097" y="97386"/>
                      <a:pt x="110165" y="91658"/>
                    </a:cubicBezTo>
                    <a:cubicBezTo>
                      <a:pt x="102233" y="86370"/>
                      <a:pt x="92098" y="83285"/>
                      <a:pt x="80200" y="83285"/>
                    </a:cubicBezTo>
                    <a:cubicBezTo>
                      <a:pt x="68743" y="83285"/>
                      <a:pt x="58608" y="85929"/>
                      <a:pt x="50235" y="91658"/>
                    </a:cubicBezTo>
                    <a:cubicBezTo>
                      <a:pt x="41863" y="96945"/>
                      <a:pt x="35253" y="104437"/>
                      <a:pt x="30846" y="113691"/>
                    </a:cubicBezTo>
                    <a:cubicBezTo>
                      <a:pt x="26440" y="122944"/>
                      <a:pt x="24236" y="132639"/>
                      <a:pt x="24236" y="143656"/>
                    </a:cubicBezTo>
                    <a:cubicBezTo>
                      <a:pt x="24236" y="154231"/>
                      <a:pt x="26440" y="164367"/>
                      <a:pt x="30846" y="173621"/>
                    </a:cubicBezTo>
                    <a:cubicBezTo>
                      <a:pt x="35253" y="182874"/>
                      <a:pt x="41863" y="190366"/>
                      <a:pt x="50235" y="195654"/>
                    </a:cubicBezTo>
                    <a:cubicBezTo>
                      <a:pt x="58608" y="200942"/>
                      <a:pt x="68303" y="204026"/>
                      <a:pt x="80200" y="204026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A2ADB134-EC11-BBC7-E99C-49F2E7D468B7}"/>
                  </a:ext>
                </a:extLst>
              </p:cNvPr>
              <p:cNvSpPr/>
              <p:nvPr/>
            </p:nvSpPr>
            <p:spPr>
              <a:xfrm>
                <a:off x="1487943" y="1444325"/>
                <a:ext cx="158197" cy="163926"/>
              </a:xfrm>
              <a:custGeom>
                <a:avLst/>
                <a:gdLst>
                  <a:gd name="connsiteX0" fmla="*/ 77116 w 158197"/>
                  <a:gd name="connsiteY0" fmla="*/ 163926 h 163926"/>
                  <a:gd name="connsiteX1" fmla="*/ 36575 w 158197"/>
                  <a:gd name="connsiteY1" fmla="*/ 152910 h 163926"/>
                  <a:gd name="connsiteX2" fmla="*/ 9695 w 158197"/>
                  <a:gd name="connsiteY2" fmla="*/ 123385 h 163926"/>
                  <a:gd name="connsiteX3" fmla="*/ 0 w 158197"/>
                  <a:gd name="connsiteY3" fmla="*/ 81963 h 163926"/>
                  <a:gd name="connsiteX4" fmla="*/ 9695 w 158197"/>
                  <a:gd name="connsiteY4" fmla="*/ 40541 h 163926"/>
                  <a:gd name="connsiteX5" fmla="*/ 36575 w 158197"/>
                  <a:gd name="connsiteY5" fmla="*/ 11017 h 163926"/>
                  <a:gd name="connsiteX6" fmla="*/ 77116 w 158197"/>
                  <a:gd name="connsiteY6" fmla="*/ 0 h 163926"/>
                  <a:gd name="connsiteX7" fmla="*/ 111047 w 158197"/>
                  <a:gd name="connsiteY7" fmla="*/ 7491 h 163926"/>
                  <a:gd name="connsiteX8" fmla="*/ 129554 w 158197"/>
                  <a:gd name="connsiteY8" fmla="*/ 22474 h 163926"/>
                  <a:gd name="connsiteX9" fmla="*/ 133961 w 158197"/>
                  <a:gd name="connsiteY9" fmla="*/ 20711 h 163926"/>
                  <a:gd name="connsiteX10" fmla="*/ 133961 w 158197"/>
                  <a:gd name="connsiteY10" fmla="*/ 4847 h 163926"/>
                  <a:gd name="connsiteX11" fmla="*/ 136605 w 158197"/>
                  <a:gd name="connsiteY11" fmla="*/ 2203 h 163926"/>
                  <a:gd name="connsiteX12" fmla="*/ 155553 w 158197"/>
                  <a:gd name="connsiteY12" fmla="*/ 2203 h 163926"/>
                  <a:gd name="connsiteX13" fmla="*/ 158197 w 158197"/>
                  <a:gd name="connsiteY13" fmla="*/ 4847 h 163926"/>
                  <a:gd name="connsiteX14" fmla="*/ 158197 w 158197"/>
                  <a:gd name="connsiteY14" fmla="*/ 158198 h 163926"/>
                  <a:gd name="connsiteX15" fmla="*/ 155553 w 158197"/>
                  <a:gd name="connsiteY15" fmla="*/ 160841 h 163926"/>
                  <a:gd name="connsiteX16" fmla="*/ 136605 w 158197"/>
                  <a:gd name="connsiteY16" fmla="*/ 160841 h 163926"/>
                  <a:gd name="connsiteX17" fmla="*/ 133961 w 158197"/>
                  <a:gd name="connsiteY17" fmla="*/ 158198 h 163926"/>
                  <a:gd name="connsiteX18" fmla="*/ 133961 w 158197"/>
                  <a:gd name="connsiteY18" fmla="*/ 142334 h 163926"/>
                  <a:gd name="connsiteX19" fmla="*/ 129554 w 158197"/>
                  <a:gd name="connsiteY19" fmla="*/ 140571 h 163926"/>
                  <a:gd name="connsiteX20" fmla="*/ 111047 w 158197"/>
                  <a:gd name="connsiteY20" fmla="*/ 155554 h 163926"/>
                  <a:gd name="connsiteX21" fmla="*/ 77116 w 158197"/>
                  <a:gd name="connsiteY21" fmla="*/ 163926 h 163926"/>
                  <a:gd name="connsiteX22" fmla="*/ 80200 w 158197"/>
                  <a:gd name="connsiteY22" fmla="*/ 142774 h 163926"/>
                  <a:gd name="connsiteX23" fmla="*/ 110165 w 158197"/>
                  <a:gd name="connsiteY23" fmla="*/ 134402 h 163926"/>
                  <a:gd name="connsiteX24" fmla="*/ 128673 w 158197"/>
                  <a:gd name="connsiteY24" fmla="*/ 112369 h 163926"/>
                  <a:gd name="connsiteX25" fmla="*/ 134842 w 158197"/>
                  <a:gd name="connsiteY25" fmla="*/ 82404 h 163926"/>
                  <a:gd name="connsiteX26" fmla="*/ 128673 w 158197"/>
                  <a:gd name="connsiteY26" fmla="*/ 52439 h 163926"/>
                  <a:gd name="connsiteX27" fmla="*/ 110165 w 158197"/>
                  <a:gd name="connsiteY27" fmla="*/ 30406 h 163926"/>
                  <a:gd name="connsiteX28" fmla="*/ 80200 w 158197"/>
                  <a:gd name="connsiteY28" fmla="*/ 22033 h 163926"/>
                  <a:gd name="connsiteX29" fmla="*/ 50235 w 158197"/>
                  <a:gd name="connsiteY29" fmla="*/ 30406 h 163926"/>
                  <a:gd name="connsiteX30" fmla="*/ 30846 w 158197"/>
                  <a:gd name="connsiteY30" fmla="*/ 52439 h 163926"/>
                  <a:gd name="connsiteX31" fmla="*/ 24236 w 158197"/>
                  <a:gd name="connsiteY31" fmla="*/ 82404 h 163926"/>
                  <a:gd name="connsiteX32" fmla="*/ 30846 w 158197"/>
                  <a:gd name="connsiteY32" fmla="*/ 112369 h 163926"/>
                  <a:gd name="connsiteX33" fmla="*/ 50235 w 158197"/>
                  <a:gd name="connsiteY33" fmla="*/ 134402 h 163926"/>
                  <a:gd name="connsiteX34" fmla="*/ 80200 w 158197"/>
                  <a:gd name="connsiteY34" fmla="*/ 142774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58197" h="163926">
                    <a:moveTo>
                      <a:pt x="77116" y="163926"/>
                    </a:moveTo>
                    <a:cubicBezTo>
                      <a:pt x="61693" y="163926"/>
                      <a:pt x="48032" y="160401"/>
                      <a:pt x="36575" y="152910"/>
                    </a:cubicBezTo>
                    <a:cubicBezTo>
                      <a:pt x="25118" y="145418"/>
                      <a:pt x="16304" y="135724"/>
                      <a:pt x="9695" y="123385"/>
                    </a:cubicBezTo>
                    <a:cubicBezTo>
                      <a:pt x="352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5" y="40541"/>
                    </a:cubicBezTo>
                    <a:cubicBezTo>
                      <a:pt x="15864" y="28202"/>
                      <a:pt x="25118" y="18508"/>
                      <a:pt x="36575" y="11017"/>
                    </a:cubicBezTo>
                    <a:cubicBezTo>
                      <a:pt x="48032" y="3525"/>
                      <a:pt x="61693" y="0"/>
                      <a:pt x="77116" y="0"/>
                    </a:cubicBezTo>
                    <a:cubicBezTo>
                      <a:pt x="90336" y="0"/>
                      <a:pt x="101352" y="2644"/>
                      <a:pt x="111047" y="7491"/>
                    </a:cubicBezTo>
                    <a:cubicBezTo>
                      <a:pt x="118097" y="11457"/>
                      <a:pt x="124707" y="16305"/>
                      <a:pt x="129554" y="22474"/>
                    </a:cubicBezTo>
                    <a:cubicBezTo>
                      <a:pt x="130876" y="24236"/>
                      <a:pt x="133961" y="23355"/>
                      <a:pt x="133961" y="20711"/>
                    </a:cubicBezTo>
                    <a:lnTo>
                      <a:pt x="133961" y="4847"/>
                    </a:lnTo>
                    <a:cubicBezTo>
                      <a:pt x="133961" y="3525"/>
                      <a:pt x="134842" y="2203"/>
                      <a:pt x="136605" y="2203"/>
                    </a:cubicBezTo>
                    <a:lnTo>
                      <a:pt x="155553" y="2203"/>
                    </a:lnTo>
                    <a:cubicBezTo>
                      <a:pt x="156875" y="2203"/>
                      <a:pt x="158197" y="3085"/>
                      <a:pt x="158197" y="4847"/>
                    </a:cubicBezTo>
                    <a:lnTo>
                      <a:pt x="158197" y="158198"/>
                    </a:lnTo>
                    <a:cubicBezTo>
                      <a:pt x="158197" y="159519"/>
                      <a:pt x="157316" y="160841"/>
                      <a:pt x="155553" y="160841"/>
                    </a:cubicBezTo>
                    <a:lnTo>
                      <a:pt x="136605" y="160841"/>
                    </a:lnTo>
                    <a:cubicBezTo>
                      <a:pt x="135283" y="160841"/>
                      <a:pt x="133961" y="159960"/>
                      <a:pt x="133961" y="158198"/>
                    </a:cubicBezTo>
                    <a:lnTo>
                      <a:pt x="133961" y="142334"/>
                    </a:lnTo>
                    <a:cubicBezTo>
                      <a:pt x="133961" y="140130"/>
                      <a:pt x="131317" y="139249"/>
                      <a:pt x="129554" y="140571"/>
                    </a:cubicBezTo>
                    <a:cubicBezTo>
                      <a:pt x="124266" y="146740"/>
                      <a:pt x="118097" y="151588"/>
                      <a:pt x="111047" y="155554"/>
                    </a:cubicBezTo>
                    <a:cubicBezTo>
                      <a:pt x="101352" y="161723"/>
                      <a:pt x="89895" y="163926"/>
                      <a:pt x="77116" y="163926"/>
                    </a:cubicBezTo>
                    <a:close/>
                    <a:moveTo>
                      <a:pt x="80200" y="142774"/>
                    </a:moveTo>
                    <a:cubicBezTo>
                      <a:pt x="92098" y="142774"/>
                      <a:pt x="102233" y="140130"/>
                      <a:pt x="110165" y="134402"/>
                    </a:cubicBezTo>
                    <a:cubicBezTo>
                      <a:pt x="118097" y="129114"/>
                      <a:pt x="124266" y="121623"/>
                      <a:pt x="128673" y="112369"/>
                    </a:cubicBezTo>
                    <a:cubicBezTo>
                      <a:pt x="133080" y="103115"/>
                      <a:pt x="134842" y="92980"/>
                      <a:pt x="134842" y="82404"/>
                    </a:cubicBezTo>
                    <a:cubicBezTo>
                      <a:pt x="134842" y="71387"/>
                      <a:pt x="132639" y="61252"/>
                      <a:pt x="128673" y="52439"/>
                    </a:cubicBezTo>
                    <a:cubicBezTo>
                      <a:pt x="124266" y="43185"/>
                      <a:pt x="118097" y="36134"/>
                      <a:pt x="110165" y="30406"/>
                    </a:cubicBezTo>
                    <a:cubicBezTo>
                      <a:pt x="102233" y="25118"/>
                      <a:pt x="92098" y="22033"/>
                      <a:pt x="80200" y="22033"/>
                    </a:cubicBezTo>
                    <a:cubicBezTo>
                      <a:pt x="68743" y="22033"/>
                      <a:pt x="58608" y="24677"/>
                      <a:pt x="50235" y="30406"/>
                    </a:cubicBezTo>
                    <a:cubicBezTo>
                      <a:pt x="41863" y="35694"/>
                      <a:pt x="35253" y="43185"/>
                      <a:pt x="30846" y="52439"/>
                    </a:cubicBezTo>
                    <a:cubicBezTo>
                      <a:pt x="26440" y="61693"/>
                      <a:pt x="24236" y="71387"/>
                      <a:pt x="24236" y="82404"/>
                    </a:cubicBezTo>
                    <a:cubicBezTo>
                      <a:pt x="24236" y="92980"/>
                      <a:pt x="26440" y="103115"/>
                      <a:pt x="30846" y="112369"/>
                    </a:cubicBezTo>
                    <a:cubicBezTo>
                      <a:pt x="35253" y="121623"/>
                      <a:pt x="41863" y="129114"/>
                      <a:pt x="50235" y="134402"/>
                    </a:cubicBezTo>
                    <a:cubicBezTo>
                      <a:pt x="58608" y="139690"/>
                      <a:pt x="68303" y="142774"/>
                      <a:pt x="80200" y="142774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1C9E4758-DE7D-B535-8145-C8FC24269E68}"/>
                  </a:ext>
                </a:extLst>
              </p:cNvPr>
              <p:cNvSpPr/>
              <p:nvPr/>
            </p:nvSpPr>
            <p:spPr>
              <a:xfrm>
                <a:off x="1673902" y="1445207"/>
                <a:ext cx="140130" cy="161722"/>
              </a:xfrm>
              <a:custGeom>
                <a:avLst/>
                <a:gdLst>
                  <a:gd name="connsiteX0" fmla="*/ 0 w 140130"/>
                  <a:gd name="connsiteY0" fmla="*/ 158197 h 161722"/>
                  <a:gd name="connsiteX1" fmla="*/ 0 w 140130"/>
                  <a:gd name="connsiteY1" fmla="*/ 4847 h 161722"/>
                  <a:gd name="connsiteX2" fmla="*/ 2644 w 140130"/>
                  <a:gd name="connsiteY2" fmla="*/ 2203 h 161722"/>
                  <a:gd name="connsiteX3" fmla="*/ 21592 w 140130"/>
                  <a:gd name="connsiteY3" fmla="*/ 2203 h 161722"/>
                  <a:gd name="connsiteX4" fmla="*/ 24236 w 140130"/>
                  <a:gd name="connsiteY4" fmla="*/ 4847 h 161722"/>
                  <a:gd name="connsiteX5" fmla="*/ 24236 w 140130"/>
                  <a:gd name="connsiteY5" fmla="*/ 20270 h 161722"/>
                  <a:gd name="connsiteX6" fmla="*/ 28643 w 140130"/>
                  <a:gd name="connsiteY6" fmla="*/ 22033 h 161722"/>
                  <a:gd name="connsiteX7" fmla="*/ 45388 w 140130"/>
                  <a:gd name="connsiteY7" fmla="*/ 7932 h 161722"/>
                  <a:gd name="connsiteX8" fmla="*/ 77116 w 140130"/>
                  <a:gd name="connsiteY8" fmla="*/ 0 h 161722"/>
                  <a:gd name="connsiteX9" fmla="*/ 107962 w 140130"/>
                  <a:gd name="connsiteY9" fmla="*/ 7932 h 161722"/>
                  <a:gd name="connsiteX10" fmla="*/ 131317 w 140130"/>
                  <a:gd name="connsiteY10" fmla="*/ 31287 h 161722"/>
                  <a:gd name="connsiteX11" fmla="*/ 140130 w 140130"/>
                  <a:gd name="connsiteY11" fmla="*/ 69184 h 161722"/>
                  <a:gd name="connsiteX12" fmla="*/ 140130 w 140130"/>
                  <a:gd name="connsiteY12" fmla="*/ 159079 h 161722"/>
                  <a:gd name="connsiteX13" fmla="*/ 137486 w 140130"/>
                  <a:gd name="connsiteY13" fmla="*/ 161723 h 161722"/>
                  <a:gd name="connsiteX14" fmla="*/ 118538 w 140130"/>
                  <a:gd name="connsiteY14" fmla="*/ 161723 h 161722"/>
                  <a:gd name="connsiteX15" fmla="*/ 115894 w 140130"/>
                  <a:gd name="connsiteY15" fmla="*/ 159079 h 161722"/>
                  <a:gd name="connsiteX16" fmla="*/ 115894 w 140130"/>
                  <a:gd name="connsiteY16" fmla="*/ 70065 h 161722"/>
                  <a:gd name="connsiteX17" fmla="*/ 103555 w 140130"/>
                  <a:gd name="connsiteY17" fmla="*/ 35253 h 161722"/>
                  <a:gd name="connsiteX18" fmla="*/ 71387 w 140130"/>
                  <a:gd name="connsiteY18" fmla="*/ 22033 h 161722"/>
                  <a:gd name="connsiteX19" fmla="*/ 47151 w 140130"/>
                  <a:gd name="connsiteY19" fmla="*/ 28202 h 161722"/>
                  <a:gd name="connsiteX20" fmla="*/ 29965 w 140130"/>
                  <a:gd name="connsiteY20" fmla="*/ 44948 h 161722"/>
                  <a:gd name="connsiteX21" fmla="*/ 23355 w 140130"/>
                  <a:gd name="connsiteY21" fmla="*/ 70065 h 161722"/>
                  <a:gd name="connsiteX22" fmla="*/ 23355 w 140130"/>
                  <a:gd name="connsiteY22" fmla="*/ 159079 h 161722"/>
                  <a:gd name="connsiteX23" fmla="*/ 20711 w 140130"/>
                  <a:gd name="connsiteY23" fmla="*/ 161723 h 161722"/>
                  <a:gd name="connsiteX24" fmla="*/ 1763 w 140130"/>
                  <a:gd name="connsiteY24" fmla="*/ 161723 h 161722"/>
                  <a:gd name="connsiteX25" fmla="*/ 0 w 140130"/>
                  <a:gd name="connsiteY25" fmla="*/ 158197 h 1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140130" h="161722">
                    <a:moveTo>
                      <a:pt x="0" y="158197"/>
                    </a:moveTo>
                    <a:lnTo>
                      <a:pt x="0" y="4847"/>
                    </a:lnTo>
                    <a:cubicBezTo>
                      <a:pt x="0" y="3525"/>
                      <a:pt x="881" y="2203"/>
                      <a:pt x="2644" y="2203"/>
                    </a:cubicBezTo>
                    <a:lnTo>
                      <a:pt x="21592" y="2203"/>
                    </a:lnTo>
                    <a:cubicBezTo>
                      <a:pt x="22914" y="2203"/>
                      <a:pt x="24236" y="3085"/>
                      <a:pt x="24236" y="4847"/>
                    </a:cubicBezTo>
                    <a:lnTo>
                      <a:pt x="24236" y="20270"/>
                    </a:lnTo>
                    <a:cubicBezTo>
                      <a:pt x="24236" y="22474"/>
                      <a:pt x="26880" y="23355"/>
                      <a:pt x="28643" y="22033"/>
                    </a:cubicBezTo>
                    <a:cubicBezTo>
                      <a:pt x="33490" y="16745"/>
                      <a:pt x="39219" y="11898"/>
                      <a:pt x="45388" y="7932"/>
                    </a:cubicBezTo>
                    <a:cubicBezTo>
                      <a:pt x="53761" y="2644"/>
                      <a:pt x="64337" y="0"/>
                      <a:pt x="77116" y="0"/>
                    </a:cubicBezTo>
                    <a:cubicBezTo>
                      <a:pt x="88132" y="0"/>
                      <a:pt x="98268" y="2644"/>
                      <a:pt x="107962" y="7932"/>
                    </a:cubicBezTo>
                    <a:cubicBezTo>
                      <a:pt x="117657" y="13220"/>
                      <a:pt x="125588" y="20711"/>
                      <a:pt x="131317" y="31287"/>
                    </a:cubicBezTo>
                    <a:cubicBezTo>
                      <a:pt x="137486" y="41422"/>
                      <a:pt x="140130" y="54201"/>
                      <a:pt x="140130" y="69184"/>
                    </a:cubicBezTo>
                    <a:lnTo>
                      <a:pt x="140130" y="159079"/>
                    </a:lnTo>
                    <a:cubicBezTo>
                      <a:pt x="140130" y="160401"/>
                      <a:pt x="139249" y="161723"/>
                      <a:pt x="137486" y="161723"/>
                    </a:cubicBezTo>
                    <a:lnTo>
                      <a:pt x="118538" y="161723"/>
                    </a:lnTo>
                    <a:cubicBezTo>
                      <a:pt x="117216" y="161723"/>
                      <a:pt x="115894" y="160841"/>
                      <a:pt x="115894" y="159079"/>
                    </a:cubicBezTo>
                    <a:lnTo>
                      <a:pt x="115894" y="70065"/>
                    </a:lnTo>
                    <a:cubicBezTo>
                      <a:pt x="115894" y="55523"/>
                      <a:pt x="111928" y="44066"/>
                      <a:pt x="103555" y="35253"/>
                    </a:cubicBezTo>
                    <a:cubicBezTo>
                      <a:pt x="95183" y="26440"/>
                      <a:pt x="84607" y="22033"/>
                      <a:pt x="71387" y="22033"/>
                    </a:cubicBezTo>
                    <a:cubicBezTo>
                      <a:pt x="62574" y="22033"/>
                      <a:pt x="54642" y="24236"/>
                      <a:pt x="47151" y="28202"/>
                    </a:cubicBezTo>
                    <a:cubicBezTo>
                      <a:pt x="40100" y="32168"/>
                      <a:pt x="34372" y="37897"/>
                      <a:pt x="29965" y="44948"/>
                    </a:cubicBezTo>
                    <a:cubicBezTo>
                      <a:pt x="25558" y="52439"/>
                      <a:pt x="23355" y="60811"/>
                      <a:pt x="23355" y="70065"/>
                    </a:cubicBezTo>
                    <a:lnTo>
                      <a:pt x="23355" y="159079"/>
                    </a:lnTo>
                    <a:cubicBezTo>
                      <a:pt x="23355" y="160401"/>
                      <a:pt x="22474" y="161723"/>
                      <a:pt x="20711" y="161723"/>
                    </a:cubicBezTo>
                    <a:lnTo>
                      <a:pt x="1763" y="161723"/>
                    </a:lnTo>
                    <a:cubicBezTo>
                      <a:pt x="881" y="160841"/>
                      <a:pt x="0" y="159519"/>
                      <a:pt x="0" y="158197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0FA5C16E-52DD-E89E-2173-E4DA02C37010}"/>
                  </a:ext>
                </a:extLst>
              </p:cNvPr>
              <p:cNvSpPr/>
              <p:nvPr/>
            </p:nvSpPr>
            <p:spPr>
              <a:xfrm>
                <a:off x="1833862" y="1444325"/>
                <a:ext cx="151867" cy="163926"/>
              </a:xfrm>
              <a:custGeom>
                <a:avLst/>
                <a:gdLst>
                  <a:gd name="connsiteX0" fmla="*/ 77997 w 151867"/>
                  <a:gd name="connsiteY0" fmla="*/ 163926 h 163926"/>
                  <a:gd name="connsiteX1" fmla="*/ 36575 w 151867"/>
                  <a:gd name="connsiteY1" fmla="*/ 152910 h 163926"/>
                  <a:gd name="connsiteX2" fmla="*/ 9694 w 151867"/>
                  <a:gd name="connsiteY2" fmla="*/ 123385 h 163926"/>
                  <a:gd name="connsiteX3" fmla="*/ 0 w 151867"/>
                  <a:gd name="connsiteY3" fmla="*/ 81963 h 163926"/>
                  <a:gd name="connsiteX4" fmla="*/ 9694 w 151867"/>
                  <a:gd name="connsiteY4" fmla="*/ 40541 h 163926"/>
                  <a:gd name="connsiteX5" fmla="*/ 36575 w 151867"/>
                  <a:gd name="connsiteY5" fmla="*/ 11017 h 163926"/>
                  <a:gd name="connsiteX6" fmla="*/ 77997 w 151867"/>
                  <a:gd name="connsiteY6" fmla="*/ 0 h 163926"/>
                  <a:gd name="connsiteX7" fmla="*/ 126029 w 151867"/>
                  <a:gd name="connsiteY7" fmla="*/ 14542 h 163926"/>
                  <a:gd name="connsiteX8" fmla="*/ 151587 w 151867"/>
                  <a:gd name="connsiteY8" fmla="*/ 48913 h 163926"/>
                  <a:gd name="connsiteX9" fmla="*/ 149384 w 151867"/>
                  <a:gd name="connsiteY9" fmla="*/ 51998 h 163926"/>
                  <a:gd name="connsiteX10" fmla="*/ 128673 w 151867"/>
                  <a:gd name="connsiteY10" fmla="*/ 51998 h 163926"/>
                  <a:gd name="connsiteX11" fmla="*/ 126470 w 151867"/>
                  <a:gd name="connsiteY11" fmla="*/ 50676 h 163926"/>
                  <a:gd name="connsiteX12" fmla="*/ 109725 w 151867"/>
                  <a:gd name="connsiteY12" fmla="*/ 29965 h 163926"/>
                  <a:gd name="connsiteX13" fmla="*/ 81082 w 151867"/>
                  <a:gd name="connsiteY13" fmla="*/ 21593 h 163926"/>
                  <a:gd name="connsiteX14" fmla="*/ 50676 w 151867"/>
                  <a:gd name="connsiteY14" fmla="*/ 29965 h 163926"/>
                  <a:gd name="connsiteX15" fmla="*/ 30846 w 151867"/>
                  <a:gd name="connsiteY15" fmla="*/ 51998 h 163926"/>
                  <a:gd name="connsiteX16" fmla="*/ 23796 w 151867"/>
                  <a:gd name="connsiteY16" fmla="*/ 81963 h 163926"/>
                  <a:gd name="connsiteX17" fmla="*/ 30846 w 151867"/>
                  <a:gd name="connsiteY17" fmla="*/ 111928 h 163926"/>
                  <a:gd name="connsiteX18" fmla="*/ 50676 w 151867"/>
                  <a:gd name="connsiteY18" fmla="*/ 133961 h 163926"/>
                  <a:gd name="connsiteX19" fmla="*/ 81082 w 151867"/>
                  <a:gd name="connsiteY19" fmla="*/ 142334 h 163926"/>
                  <a:gd name="connsiteX20" fmla="*/ 109725 w 151867"/>
                  <a:gd name="connsiteY20" fmla="*/ 133961 h 163926"/>
                  <a:gd name="connsiteX21" fmla="*/ 126470 w 151867"/>
                  <a:gd name="connsiteY21" fmla="*/ 113250 h 163926"/>
                  <a:gd name="connsiteX22" fmla="*/ 128673 w 151867"/>
                  <a:gd name="connsiteY22" fmla="*/ 111928 h 163926"/>
                  <a:gd name="connsiteX23" fmla="*/ 149384 w 151867"/>
                  <a:gd name="connsiteY23" fmla="*/ 111928 h 163926"/>
                  <a:gd name="connsiteX24" fmla="*/ 151587 w 151867"/>
                  <a:gd name="connsiteY24" fmla="*/ 115013 h 163926"/>
                  <a:gd name="connsiteX25" fmla="*/ 126029 w 151867"/>
                  <a:gd name="connsiteY25" fmla="*/ 149384 h 163926"/>
                  <a:gd name="connsiteX26" fmla="*/ 77997 w 151867"/>
                  <a:gd name="connsiteY26" fmla="*/ 163926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51867" h="163926">
                    <a:moveTo>
                      <a:pt x="77997" y="163926"/>
                    </a:moveTo>
                    <a:cubicBezTo>
                      <a:pt x="62133" y="163926"/>
                      <a:pt x="48473" y="160401"/>
                      <a:pt x="36575" y="152910"/>
                    </a:cubicBezTo>
                    <a:cubicBezTo>
                      <a:pt x="25118" y="145418"/>
                      <a:pt x="15864" y="135724"/>
                      <a:pt x="9694" y="123385"/>
                    </a:cubicBezTo>
                    <a:cubicBezTo>
                      <a:pt x="308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4" y="40541"/>
                    </a:cubicBezTo>
                    <a:cubicBezTo>
                      <a:pt x="16304" y="28202"/>
                      <a:pt x="25118" y="18508"/>
                      <a:pt x="36575" y="11017"/>
                    </a:cubicBezTo>
                    <a:cubicBezTo>
                      <a:pt x="48032" y="3525"/>
                      <a:pt x="62133" y="0"/>
                      <a:pt x="77997" y="0"/>
                    </a:cubicBezTo>
                    <a:cubicBezTo>
                      <a:pt x="96945" y="0"/>
                      <a:pt x="112809" y="4847"/>
                      <a:pt x="126029" y="14542"/>
                    </a:cubicBezTo>
                    <a:cubicBezTo>
                      <a:pt x="138368" y="23355"/>
                      <a:pt x="146740" y="35253"/>
                      <a:pt x="151587" y="48913"/>
                    </a:cubicBezTo>
                    <a:cubicBezTo>
                      <a:pt x="152028" y="50676"/>
                      <a:pt x="150706" y="51998"/>
                      <a:pt x="149384" y="51998"/>
                    </a:cubicBezTo>
                    <a:lnTo>
                      <a:pt x="128673" y="51998"/>
                    </a:lnTo>
                    <a:cubicBezTo>
                      <a:pt x="127792" y="51998"/>
                      <a:pt x="126910" y="51557"/>
                      <a:pt x="126470" y="50676"/>
                    </a:cubicBezTo>
                    <a:cubicBezTo>
                      <a:pt x="122944" y="42304"/>
                      <a:pt x="117216" y="35253"/>
                      <a:pt x="109725" y="29965"/>
                    </a:cubicBezTo>
                    <a:cubicBezTo>
                      <a:pt x="101793" y="24236"/>
                      <a:pt x="92098" y="21593"/>
                      <a:pt x="81082" y="21593"/>
                    </a:cubicBezTo>
                    <a:cubicBezTo>
                      <a:pt x="69624" y="21593"/>
                      <a:pt x="59489" y="24236"/>
                      <a:pt x="50676" y="29965"/>
                    </a:cubicBezTo>
                    <a:cubicBezTo>
                      <a:pt x="41863" y="35253"/>
                      <a:pt x="35253" y="42744"/>
                      <a:pt x="30846" y="51998"/>
                    </a:cubicBezTo>
                    <a:cubicBezTo>
                      <a:pt x="25999" y="61252"/>
                      <a:pt x="23796" y="70947"/>
                      <a:pt x="23796" y="81963"/>
                    </a:cubicBezTo>
                    <a:cubicBezTo>
                      <a:pt x="23796" y="92539"/>
                      <a:pt x="25999" y="102674"/>
                      <a:pt x="30846" y="111928"/>
                    </a:cubicBezTo>
                    <a:cubicBezTo>
                      <a:pt x="35693" y="121182"/>
                      <a:pt x="42303" y="128673"/>
                      <a:pt x="50676" y="133961"/>
                    </a:cubicBezTo>
                    <a:cubicBezTo>
                      <a:pt x="59489" y="139249"/>
                      <a:pt x="69624" y="142334"/>
                      <a:pt x="81082" y="142334"/>
                    </a:cubicBezTo>
                    <a:cubicBezTo>
                      <a:pt x="92098" y="142334"/>
                      <a:pt x="101793" y="139690"/>
                      <a:pt x="109725" y="133961"/>
                    </a:cubicBezTo>
                    <a:cubicBezTo>
                      <a:pt x="117216" y="128673"/>
                      <a:pt x="122944" y="121623"/>
                      <a:pt x="126470" y="113250"/>
                    </a:cubicBezTo>
                    <a:cubicBezTo>
                      <a:pt x="126910" y="112369"/>
                      <a:pt x="127792" y="111928"/>
                      <a:pt x="128673" y="111928"/>
                    </a:cubicBezTo>
                    <a:lnTo>
                      <a:pt x="149384" y="111928"/>
                    </a:lnTo>
                    <a:cubicBezTo>
                      <a:pt x="151147" y="111928"/>
                      <a:pt x="152469" y="113691"/>
                      <a:pt x="151587" y="115013"/>
                    </a:cubicBezTo>
                    <a:cubicBezTo>
                      <a:pt x="146740" y="129114"/>
                      <a:pt x="137927" y="140571"/>
                      <a:pt x="126029" y="149384"/>
                    </a:cubicBezTo>
                    <a:cubicBezTo>
                      <a:pt x="112809" y="159079"/>
                      <a:pt x="96945" y="163926"/>
                      <a:pt x="77997" y="163926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68C305F2-2D84-DC7E-B3B6-80DBF3484BE6}"/>
                  </a:ext>
                </a:extLst>
              </p:cNvPr>
              <p:cNvSpPr/>
              <p:nvPr/>
            </p:nvSpPr>
            <p:spPr>
              <a:xfrm>
                <a:off x="2001314" y="1444325"/>
                <a:ext cx="157316" cy="163926"/>
              </a:xfrm>
              <a:custGeom>
                <a:avLst/>
                <a:gdLst>
                  <a:gd name="connsiteX0" fmla="*/ 80641 w 157316"/>
                  <a:gd name="connsiteY0" fmla="*/ 163926 h 163926"/>
                  <a:gd name="connsiteX1" fmla="*/ 38337 w 157316"/>
                  <a:gd name="connsiteY1" fmla="*/ 152910 h 163926"/>
                  <a:gd name="connsiteX2" fmla="*/ 10135 w 157316"/>
                  <a:gd name="connsiteY2" fmla="*/ 123385 h 163926"/>
                  <a:gd name="connsiteX3" fmla="*/ 0 w 157316"/>
                  <a:gd name="connsiteY3" fmla="*/ 81963 h 163926"/>
                  <a:gd name="connsiteX4" fmla="*/ 9694 w 157316"/>
                  <a:gd name="connsiteY4" fmla="*/ 40541 h 163926"/>
                  <a:gd name="connsiteX5" fmla="*/ 37016 w 157316"/>
                  <a:gd name="connsiteY5" fmla="*/ 11017 h 163926"/>
                  <a:gd name="connsiteX6" fmla="*/ 78878 w 157316"/>
                  <a:gd name="connsiteY6" fmla="*/ 0 h 163926"/>
                  <a:gd name="connsiteX7" fmla="*/ 120741 w 157316"/>
                  <a:gd name="connsiteY7" fmla="*/ 11017 h 163926"/>
                  <a:gd name="connsiteX8" fmla="*/ 147622 w 157316"/>
                  <a:gd name="connsiteY8" fmla="*/ 40541 h 163926"/>
                  <a:gd name="connsiteX9" fmla="*/ 157316 w 157316"/>
                  <a:gd name="connsiteY9" fmla="*/ 81963 h 163926"/>
                  <a:gd name="connsiteX10" fmla="*/ 157316 w 157316"/>
                  <a:gd name="connsiteY10" fmla="*/ 89014 h 163926"/>
                  <a:gd name="connsiteX11" fmla="*/ 154672 w 157316"/>
                  <a:gd name="connsiteY11" fmla="*/ 91658 h 163926"/>
                  <a:gd name="connsiteX12" fmla="*/ 27321 w 157316"/>
                  <a:gd name="connsiteY12" fmla="*/ 91658 h 163926"/>
                  <a:gd name="connsiteX13" fmla="*/ 24677 w 157316"/>
                  <a:gd name="connsiteY13" fmla="*/ 94742 h 163926"/>
                  <a:gd name="connsiteX14" fmla="*/ 33050 w 157316"/>
                  <a:gd name="connsiteY14" fmla="*/ 117216 h 163926"/>
                  <a:gd name="connsiteX15" fmla="*/ 52439 w 157316"/>
                  <a:gd name="connsiteY15" fmla="*/ 135724 h 163926"/>
                  <a:gd name="connsiteX16" fmla="*/ 80200 w 157316"/>
                  <a:gd name="connsiteY16" fmla="*/ 142334 h 163926"/>
                  <a:gd name="connsiteX17" fmla="*/ 108403 w 157316"/>
                  <a:gd name="connsiteY17" fmla="*/ 134842 h 163926"/>
                  <a:gd name="connsiteX18" fmla="*/ 125588 w 157316"/>
                  <a:gd name="connsiteY18" fmla="*/ 116775 h 163926"/>
                  <a:gd name="connsiteX19" fmla="*/ 127792 w 157316"/>
                  <a:gd name="connsiteY19" fmla="*/ 115453 h 163926"/>
                  <a:gd name="connsiteX20" fmla="*/ 148503 w 157316"/>
                  <a:gd name="connsiteY20" fmla="*/ 115453 h 163926"/>
                  <a:gd name="connsiteX21" fmla="*/ 150706 w 157316"/>
                  <a:gd name="connsiteY21" fmla="*/ 118979 h 163926"/>
                  <a:gd name="connsiteX22" fmla="*/ 126029 w 157316"/>
                  <a:gd name="connsiteY22" fmla="*/ 150266 h 163926"/>
                  <a:gd name="connsiteX23" fmla="*/ 80641 w 157316"/>
                  <a:gd name="connsiteY23" fmla="*/ 163926 h 163926"/>
                  <a:gd name="connsiteX24" fmla="*/ 28202 w 157316"/>
                  <a:gd name="connsiteY24" fmla="*/ 69625 h 163926"/>
                  <a:gd name="connsiteX25" fmla="*/ 129995 w 157316"/>
                  <a:gd name="connsiteY25" fmla="*/ 69625 h 163926"/>
                  <a:gd name="connsiteX26" fmla="*/ 132639 w 157316"/>
                  <a:gd name="connsiteY26" fmla="*/ 66540 h 163926"/>
                  <a:gd name="connsiteX27" fmla="*/ 115894 w 157316"/>
                  <a:gd name="connsiteY27" fmla="*/ 35694 h 163926"/>
                  <a:gd name="connsiteX28" fmla="*/ 79319 w 157316"/>
                  <a:gd name="connsiteY28" fmla="*/ 22033 h 163926"/>
                  <a:gd name="connsiteX29" fmla="*/ 42744 w 157316"/>
                  <a:gd name="connsiteY29" fmla="*/ 35694 h 163926"/>
                  <a:gd name="connsiteX30" fmla="*/ 25999 w 157316"/>
                  <a:gd name="connsiteY30" fmla="*/ 66540 h 163926"/>
                  <a:gd name="connsiteX31" fmla="*/ 28202 w 157316"/>
                  <a:gd name="connsiteY31" fmla="*/ 69625 h 163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57316" h="163926">
                    <a:moveTo>
                      <a:pt x="80641" y="163926"/>
                    </a:moveTo>
                    <a:cubicBezTo>
                      <a:pt x="64777" y="163926"/>
                      <a:pt x="50676" y="160401"/>
                      <a:pt x="38337" y="152910"/>
                    </a:cubicBezTo>
                    <a:cubicBezTo>
                      <a:pt x="26440" y="145418"/>
                      <a:pt x="16745" y="135724"/>
                      <a:pt x="10135" y="123385"/>
                    </a:cubicBezTo>
                    <a:cubicBezTo>
                      <a:pt x="3525" y="111047"/>
                      <a:pt x="0" y="97386"/>
                      <a:pt x="0" y="81963"/>
                    </a:cubicBezTo>
                    <a:cubicBezTo>
                      <a:pt x="0" y="66540"/>
                      <a:pt x="3085" y="52879"/>
                      <a:pt x="9694" y="40541"/>
                    </a:cubicBezTo>
                    <a:cubicBezTo>
                      <a:pt x="15864" y="28202"/>
                      <a:pt x="25118" y="18508"/>
                      <a:pt x="37016" y="11017"/>
                    </a:cubicBezTo>
                    <a:cubicBezTo>
                      <a:pt x="48913" y="3525"/>
                      <a:pt x="63015" y="0"/>
                      <a:pt x="78878" y="0"/>
                    </a:cubicBezTo>
                    <a:cubicBezTo>
                      <a:pt x="95183" y="0"/>
                      <a:pt x="109284" y="3525"/>
                      <a:pt x="120741" y="11017"/>
                    </a:cubicBezTo>
                    <a:cubicBezTo>
                      <a:pt x="132639" y="18508"/>
                      <a:pt x="141452" y="28202"/>
                      <a:pt x="147622" y="40541"/>
                    </a:cubicBezTo>
                    <a:cubicBezTo>
                      <a:pt x="153791" y="52879"/>
                      <a:pt x="157316" y="66540"/>
                      <a:pt x="157316" y="81963"/>
                    </a:cubicBezTo>
                    <a:lnTo>
                      <a:pt x="157316" y="89014"/>
                    </a:lnTo>
                    <a:cubicBezTo>
                      <a:pt x="157316" y="90336"/>
                      <a:pt x="156435" y="91658"/>
                      <a:pt x="154672" y="91658"/>
                    </a:cubicBezTo>
                    <a:lnTo>
                      <a:pt x="27321" y="91658"/>
                    </a:lnTo>
                    <a:cubicBezTo>
                      <a:pt x="25999" y="91658"/>
                      <a:pt x="24677" y="92980"/>
                      <a:pt x="24677" y="94742"/>
                    </a:cubicBezTo>
                    <a:cubicBezTo>
                      <a:pt x="25999" y="103115"/>
                      <a:pt x="29084" y="110606"/>
                      <a:pt x="33050" y="117216"/>
                    </a:cubicBezTo>
                    <a:cubicBezTo>
                      <a:pt x="37897" y="125148"/>
                      <a:pt x="44066" y="130876"/>
                      <a:pt x="52439" y="135724"/>
                    </a:cubicBezTo>
                    <a:cubicBezTo>
                      <a:pt x="60371" y="140130"/>
                      <a:pt x="69624" y="142334"/>
                      <a:pt x="80200" y="142334"/>
                    </a:cubicBezTo>
                    <a:cubicBezTo>
                      <a:pt x="91217" y="142334"/>
                      <a:pt x="100911" y="139690"/>
                      <a:pt x="108403" y="134842"/>
                    </a:cubicBezTo>
                    <a:cubicBezTo>
                      <a:pt x="115453" y="129995"/>
                      <a:pt x="121182" y="124267"/>
                      <a:pt x="125588" y="116775"/>
                    </a:cubicBezTo>
                    <a:cubicBezTo>
                      <a:pt x="126029" y="115894"/>
                      <a:pt x="126910" y="115453"/>
                      <a:pt x="127792" y="115453"/>
                    </a:cubicBezTo>
                    <a:lnTo>
                      <a:pt x="148503" y="115453"/>
                    </a:lnTo>
                    <a:cubicBezTo>
                      <a:pt x="150265" y="115453"/>
                      <a:pt x="151587" y="117216"/>
                      <a:pt x="150706" y="118979"/>
                    </a:cubicBezTo>
                    <a:cubicBezTo>
                      <a:pt x="144978" y="131758"/>
                      <a:pt x="137046" y="141893"/>
                      <a:pt x="126029" y="150266"/>
                    </a:cubicBezTo>
                    <a:cubicBezTo>
                      <a:pt x="114572" y="159519"/>
                      <a:pt x="99149" y="163926"/>
                      <a:pt x="80641" y="163926"/>
                    </a:cubicBezTo>
                    <a:close/>
                    <a:moveTo>
                      <a:pt x="28202" y="69625"/>
                    </a:moveTo>
                    <a:lnTo>
                      <a:pt x="129995" y="69625"/>
                    </a:lnTo>
                    <a:cubicBezTo>
                      <a:pt x="131758" y="69625"/>
                      <a:pt x="132639" y="68303"/>
                      <a:pt x="132639" y="66540"/>
                    </a:cubicBezTo>
                    <a:cubicBezTo>
                      <a:pt x="129995" y="54201"/>
                      <a:pt x="124707" y="44066"/>
                      <a:pt x="115894" y="35694"/>
                    </a:cubicBezTo>
                    <a:cubicBezTo>
                      <a:pt x="106640" y="26440"/>
                      <a:pt x="94302" y="22033"/>
                      <a:pt x="79319" y="22033"/>
                    </a:cubicBezTo>
                    <a:cubicBezTo>
                      <a:pt x="63896" y="22033"/>
                      <a:pt x="51998" y="26440"/>
                      <a:pt x="42744" y="35694"/>
                    </a:cubicBezTo>
                    <a:cubicBezTo>
                      <a:pt x="34372" y="44066"/>
                      <a:pt x="28643" y="54201"/>
                      <a:pt x="25999" y="66540"/>
                    </a:cubicBezTo>
                    <a:cubicBezTo>
                      <a:pt x="25118" y="68303"/>
                      <a:pt x="26440" y="69625"/>
                      <a:pt x="28202" y="69625"/>
                    </a:cubicBezTo>
                    <a:close/>
                  </a:path>
                </a:pathLst>
              </a:custGeom>
              <a:grpFill/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</p:grpSp>
        <p:grpSp>
          <p:nvGrpSpPr>
            <p:cNvPr id="81" name="Graphic 2">
              <a:extLst>
                <a:ext uri="{FF2B5EF4-FFF2-40B4-BE49-F238E27FC236}">
                  <a16:creationId xmlns:a16="http://schemas.microsoft.com/office/drawing/2014/main" id="{AC0DD5C3-899A-D962-1EBF-F030BE82A48C}"/>
                </a:ext>
              </a:extLst>
            </p:cNvPr>
            <p:cNvGrpSpPr/>
            <p:nvPr/>
          </p:nvGrpSpPr>
          <p:grpSpPr>
            <a:xfrm>
              <a:off x="5937851" y="3158491"/>
              <a:ext cx="453775" cy="365074"/>
              <a:chOff x="1018611" y="673609"/>
              <a:chExt cx="764627" cy="615163"/>
            </a:xfrm>
          </p:grpSpPr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FE6506FA-9117-BC68-B139-C2295652C0F5}"/>
                  </a:ext>
                </a:extLst>
              </p:cNvPr>
              <p:cNvSpPr/>
              <p:nvPr/>
            </p:nvSpPr>
            <p:spPr>
              <a:xfrm>
                <a:off x="1018611" y="673609"/>
                <a:ext cx="764627" cy="615163"/>
              </a:xfrm>
              <a:custGeom>
                <a:avLst/>
                <a:gdLst>
                  <a:gd name="connsiteX0" fmla="*/ 733288 w 764627"/>
                  <a:gd name="connsiteY0" fmla="*/ 493100 h 615163"/>
                  <a:gd name="connsiteX1" fmla="*/ 713459 w 764627"/>
                  <a:gd name="connsiteY1" fmla="*/ 489134 h 615163"/>
                  <a:gd name="connsiteX2" fmla="*/ 590514 w 764627"/>
                  <a:gd name="connsiteY2" fmla="*/ 532319 h 615163"/>
                  <a:gd name="connsiteX3" fmla="*/ 590073 w 764627"/>
                  <a:gd name="connsiteY3" fmla="*/ 532319 h 615163"/>
                  <a:gd name="connsiteX4" fmla="*/ 584345 w 764627"/>
                  <a:gd name="connsiteY4" fmla="*/ 532319 h 615163"/>
                  <a:gd name="connsiteX5" fmla="*/ 580819 w 764627"/>
                  <a:gd name="connsiteY5" fmla="*/ 532319 h 615163"/>
                  <a:gd name="connsiteX6" fmla="*/ 356082 w 764627"/>
                  <a:gd name="connsiteY6" fmla="*/ 307582 h 615163"/>
                  <a:gd name="connsiteX7" fmla="*/ 580819 w 764627"/>
                  <a:gd name="connsiteY7" fmla="*/ 82844 h 615163"/>
                  <a:gd name="connsiteX8" fmla="*/ 584345 w 764627"/>
                  <a:gd name="connsiteY8" fmla="*/ 82844 h 615163"/>
                  <a:gd name="connsiteX9" fmla="*/ 590073 w 764627"/>
                  <a:gd name="connsiteY9" fmla="*/ 82844 h 615163"/>
                  <a:gd name="connsiteX10" fmla="*/ 590514 w 764627"/>
                  <a:gd name="connsiteY10" fmla="*/ 82844 h 615163"/>
                  <a:gd name="connsiteX11" fmla="*/ 713459 w 764627"/>
                  <a:gd name="connsiteY11" fmla="*/ 126029 h 615163"/>
                  <a:gd name="connsiteX12" fmla="*/ 733288 w 764627"/>
                  <a:gd name="connsiteY12" fmla="*/ 122063 h 615163"/>
                  <a:gd name="connsiteX13" fmla="*/ 762813 w 764627"/>
                  <a:gd name="connsiteY13" fmla="*/ 72268 h 615163"/>
                  <a:gd name="connsiteX14" fmla="*/ 758847 w 764627"/>
                  <a:gd name="connsiteY14" fmla="*/ 54642 h 615163"/>
                  <a:gd name="connsiteX15" fmla="*/ 583904 w 764627"/>
                  <a:gd name="connsiteY15" fmla="*/ 0 h 615163"/>
                  <a:gd name="connsiteX16" fmla="*/ 583904 w 764627"/>
                  <a:gd name="connsiteY16" fmla="*/ 0 h 615163"/>
                  <a:gd name="connsiteX17" fmla="*/ 583904 w 764627"/>
                  <a:gd name="connsiteY17" fmla="*/ 0 h 615163"/>
                  <a:gd name="connsiteX18" fmla="*/ 400148 w 764627"/>
                  <a:gd name="connsiteY18" fmla="*/ 61252 h 615163"/>
                  <a:gd name="connsiteX19" fmla="*/ 397064 w 764627"/>
                  <a:gd name="connsiteY19" fmla="*/ 63455 h 615163"/>
                  <a:gd name="connsiteX20" fmla="*/ 260459 w 764627"/>
                  <a:gd name="connsiteY20" fmla="*/ 240601 h 615163"/>
                  <a:gd name="connsiteX21" fmla="*/ 246798 w 764627"/>
                  <a:gd name="connsiteY21" fmla="*/ 241042 h 615163"/>
                  <a:gd name="connsiteX22" fmla="*/ 105787 w 764627"/>
                  <a:gd name="connsiteY22" fmla="*/ 18067 h 615163"/>
                  <a:gd name="connsiteX23" fmla="*/ 96533 w 764627"/>
                  <a:gd name="connsiteY23" fmla="*/ 12779 h 615163"/>
                  <a:gd name="connsiteX24" fmla="*/ 11044 w 764627"/>
                  <a:gd name="connsiteY24" fmla="*/ 12779 h 615163"/>
                  <a:gd name="connsiteX25" fmla="*/ 28 w 764627"/>
                  <a:gd name="connsiteY25" fmla="*/ 24677 h 615163"/>
                  <a:gd name="connsiteX26" fmla="*/ 1790 w 764627"/>
                  <a:gd name="connsiteY26" fmla="*/ 30406 h 615163"/>
                  <a:gd name="connsiteX27" fmla="*/ 186868 w 764627"/>
                  <a:gd name="connsiteY27" fmla="*/ 303175 h 615163"/>
                  <a:gd name="connsiteX28" fmla="*/ 188190 w 764627"/>
                  <a:gd name="connsiteY28" fmla="*/ 307582 h 615163"/>
                  <a:gd name="connsiteX29" fmla="*/ 186868 w 764627"/>
                  <a:gd name="connsiteY29" fmla="*/ 311988 h 615163"/>
                  <a:gd name="connsiteX30" fmla="*/ 1790 w 764627"/>
                  <a:gd name="connsiteY30" fmla="*/ 584758 h 615163"/>
                  <a:gd name="connsiteX31" fmla="*/ 28 w 764627"/>
                  <a:gd name="connsiteY31" fmla="*/ 590486 h 615163"/>
                  <a:gd name="connsiteX32" fmla="*/ 11044 w 764627"/>
                  <a:gd name="connsiteY32" fmla="*/ 602384 h 615163"/>
                  <a:gd name="connsiteX33" fmla="*/ 96533 w 764627"/>
                  <a:gd name="connsiteY33" fmla="*/ 602384 h 615163"/>
                  <a:gd name="connsiteX34" fmla="*/ 105787 w 764627"/>
                  <a:gd name="connsiteY34" fmla="*/ 597096 h 615163"/>
                  <a:gd name="connsiteX35" fmla="*/ 246798 w 764627"/>
                  <a:gd name="connsiteY35" fmla="*/ 374122 h 615163"/>
                  <a:gd name="connsiteX36" fmla="*/ 260459 w 764627"/>
                  <a:gd name="connsiteY36" fmla="*/ 374562 h 615163"/>
                  <a:gd name="connsiteX37" fmla="*/ 397064 w 764627"/>
                  <a:gd name="connsiteY37" fmla="*/ 551708 h 615163"/>
                  <a:gd name="connsiteX38" fmla="*/ 400148 w 764627"/>
                  <a:gd name="connsiteY38" fmla="*/ 553911 h 615163"/>
                  <a:gd name="connsiteX39" fmla="*/ 583904 w 764627"/>
                  <a:gd name="connsiteY39" fmla="*/ 615163 h 615163"/>
                  <a:gd name="connsiteX40" fmla="*/ 583904 w 764627"/>
                  <a:gd name="connsiteY40" fmla="*/ 615163 h 615163"/>
                  <a:gd name="connsiteX41" fmla="*/ 583904 w 764627"/>
                  <a:gd name="connsiteY41" fmla="*/ 615163 h 615163"/>
                  <a:gd name="connsiteX42" fmla="*/ 758847 w 764627"/>
                  <a:gd name="connsiteY42" fmla="*/ 560521 h 615163"/>
                  <a:gd name="connsiteX43" fmla="*/ 762813 w 764627"/>
                  <a:gd name="connsiteY43" fmla="*/ 542895 h 615163"/>
                  <a:gd name="connsiteX44" fmla="*/ 733288 w 764627"/>
                  <a:gd name="connsiteY44" fmla="*/ 493100 h 615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764627" h="615163">
                    <a:moveTo>
                      <a:pt x="733288" y="493100"/>
                    </a:moveTo>
                    <a:cubicBezTo>
                      <a:pt x="729322" y="486049"/>
                      <a:pt x="720069" y="484287"/>
                      <a:pt x="713459" y="489134"/>
                    </a:cubicBezTo>
                    <a:cubicBezTo>
                      <a:pt x="678646" y="514252"/>
                      <a:pt x="636343" y="530116"/>
                      <a:pt x="590514" y="532319"/>
                    </a:cubicBezTo>
                    <a:cubicBezTo>
                      <a:pt x="590514" y="532319"/>
                      <a:pt x="590514" y="532319"/>
                      <a:pt x="590073" y="532319"/>
                    </a:cubicBezTo>
                    <a:cubicBezTo>
                      <a:pt x="588311" y="532319"/>
                      <a:pt x="586107" y="532319"/>
                      <a:pt x="584345" y="532319"/>
                    </a:cubicBezTo>
                    <a:cubicBezTo>
                      <a:pt x="583023" y="532319"/>
                      <a:pt x="582141" y="532319"/>
                      <a:pt x="580819" y="532319"/>
                    </a:cubicBezTo>
                    <a:cubicBezTo>
                      <a:pt x="456553" y="532319"/>
                      <a:pt x="356082" y="431848"/>
                      <a:pt x="356082" y="307582"/>
                    </a:cubicBezTo>
                    <a:cubicBezTo>
                      <a:pt x="356082" y="183315"/>
                      <a:pt x="456994" y="82844"/>
                      <a:pt x="580819" y="82844"/>
                    </a:cubicBezTo>
                    <a:cubicBezTo>
                      <a:pt x="582141" y="82844"/>
                      <a:pt x="583023" y="82844"/>
                      <a:pt x="584345" y="82844"/>
                    </a:cubicBezTo>
                    <a:cubicBezTo>
                      <a:pt x="586107" y="82844"/>
                      <a:pt x="588311" y="82844"/>
                      <a:pt x="590073" y="82844"/>
                    </a:cubicBezTo>
                    <a:cubicBezTo>
                      <a:pt x="590073" y="82844"/>
                      <a:pt x="590514" y="82844"/>
                      <a:pt x="590514" y="82844"/>
                    </a:cubicBezTo>
                    <a:cubicBezTo>
                      <a:pt x="636343" y="84607"/>
                      <a:pt x="678646" y="100471"/>
                      <a:pt x="713459" y="126029"/>
                    </a:cubicBezTo>
                    <a:cubicBezTo>
                      <a:pt x="720069" y="130876"/>
                      <a:pt x="729322" y="129114"/>
                      <a:pt x="733288" y="122063"/>
                    </a:cubicBezTo>
                    <a:lnTo>
                      <a:pt x="762813" y="72268"/>
                    </a:lnTo>
                    <a:cubicBezTo>
                      <a:pt x="766338" y="66099"/>
                      <a:pt x="764575" y="58608"/>
                      <a:pt x="758847" y="54642"/>
                    </a:cubicBezTo>
                    <a:cubicBezTo>
                      <a:pt x="735492" y="38338"/>
                      <a:pt x="671155" y="0"/>
                      <a:pt x="583904" y="0"/>
                    </a:cubicBezTo>
                    <a:cubicBezTo>
                      <a:pt x="583904" y="0"/>
                      <a:pt x="583904" y="0"/>
                      <a:pt x="583904" y="0"/>
                    </a:cubicBezTo>
                    <a:cubicBezTo>
                      <a:pt x="583904" y="0"/>
                      <a:pt x="583904" y="0"/>
                      <a:pt x="583904" y="0"/>
                    </a:cubicBezTo>
                    <a:cubicBezTo>
                      <a:pt x="472417" y="0"/>
                      <a:pt x="400148" y="61252"/>
                      <a:pt x="400148" y="61252"/>
                    </a:cubicBezTo>
                    <a:cubicBezTo>
                      <a:pt x="400148" y="61252"/>
                      <a:pt x="399267" y="62133"/>
                      <a:pt x="397064" y="63455"/>
                    </a:cubicBezTo>
                    <a:cubicBezTo>
                      <a:pt x="382963" y="74031"/>
                      <a:pt x="322592" y="123385"/>
                      <a:pt x="260459" y="240601"/>
                    </a:cubicBezTo>
                    <a:cubicBezTo>
                      <a:pt x="257374" y="245889"/>
                      <a:pt x="249883" y="245889"/>
                      <a:pt x="246798" y="241042"/>
                    </a:cubicBezTo>
                    <a:lnTo>
                      <a:pt x="105787" y="18067"/>
                    </a:lnTo>
                    <a:cubicBezTo>
                      <a:pt x="103583" y="14982"/>
                      <a:pt x="100499" y="12779"/>
                      <a:pt x="96533" y="12779"/>
                    </a:cubicBezTo>
                    <a:lnTo>
                      <a:pt x="11044" y="12779"/>
                    </a:lnTo>
                    <a:cubicBezTo>
                      <a:pt x="4434" y="12779"/>
                      <a:pt x="-413" y="18508"/>
                      <a:pt x="28" y="24677"/>
                    </a:cubicBezTo>
                    <a:cubicBezTo>
                      <a:pt x="28" y="26440"/>
                      <a:pt x="468" y="28643"/>
                      <a:pt x="1790" y="30406"/>
                    </a:cubicBezTo>
                    <a:lnTo>
                      <a:pt x="186868" y="303175"/>
                    </a:lnTo>
                    <a:cubicBezTo>
                      <a:pt x="187750" y="304497"/>
                      <a:pt x="188190" y="305819"/>
                      <a:pt x="188190" y="307582"/>
                    </a:cubicBezTo>
                    <a:cubicBezTo>
                      <a:pt x="188190" y="308904"/>
                      <a:pt x="187750" y="310666"/>
                      <a:pt x="186868" y="311988"/>
                    </a:cubicBezTo>
                    <a:lnTo>
                      <a:pt x="1790" y="584758"/>
                    </a:lnTo>
                    <a:cubicBezTo>
                      <a:pt x="468" y="586520"/>
                      <a:pt x="28" y="588724"/>
                      <a:pt x="28" y="590486"/>
                    </a:cubicBezTo>
                    <a:cubicBezTo>
                      <a:pt x="-413" y="596655"/>
                      <a:pt x="4434" y="602384"/>
                      <a:pt x="11044" y="602384"/>
                    </a:cubicBezTo>
                    <a:lnTo>
                      <a:pt x="96533" y="602384"/>
                    </a:lnTo>
                    <a:cubicBezTo>
                      <a:pt x="100499" y="602384"/>
                      <a:pt x="103583" y="600621"/>
                      <a:pt x="105787" y="597096"/>
                    </a:cubicBezTo>
                    <a:lnTo>
                      <a:pt x="246798" y="374122"/>
                    </a:lnTo>
                    <a:cubicBezTo>
                      <a:pt x="250323" y="369274"/>
                      <a:pt x="257374" y="369715"/>
                      <a:pt x="260459" y="374562"/>
                    </a:cubicBezTo>
                    <a:cubicBezTo>
                      <a:pt x="322592" y="492219"/>
                      <a:pt x="382963" y="541132"/>
                      <a:pt x="397064" y="551708"/>
                    </a:cubicBezTo>
                    <a:cubicBezTo>
                      <a:pt x="399267" y="553030"/>
                      <a:pt x="400148" y="553911"/>
                      <a:pt x="400148" y="553911"/>
                    </a:cubicBezTo>
                    <a:cubicBezTo>
                      <a:pt x="400148" y="553911"/>
                      <a:pt x="472417" y="615163"/>
                      <a:pt x="583904" y="615163"/>
                    </a:cubicBezTo>
                    <a:cubicBezTo>
                      <a:pt x="583904" y="615163"/>
                      <a:pt x="583904" y="615163"/>
                      <a:pt x="583904" y="615163"/>
                    </a:cubicBezTo>
                    <a:cubicBezTo>
                      <a:pt x="583904" y="615163"/>
                      <a:pt x="583904" y="615163"/>
                      <a:pt x="583904" y="615163"/>
                    </a:cubicBezTo>
                    <a:cubicBezTo>
                      <a:pt x="671155" y="615163"/>
                      <a:pt x="735051" y="576826"/>
                      <a:pt x="758847" y="560521"/>
                    </a:cubicBezTo>
                    <a:cubicBezTo>
                      <a:pt x="764575" y="556555"/>
                      <a:pt x="766338" y="548623"/>
                      <a:pt x="762813" y="542895"/>
                    </a:cubicBezTo>
                    <a:lnTo>
                      <a:pt x="733288" y="493100"/>
                    </a:lnTo>
                    <a:close/>
                  </a:path>
                </a:pathLst>
              </a:custGeom>
              <a:solidFill>
                <a:schemeClr val="tx1"/>
              </a:solidFill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D83470FD-B610-6D05-E6AF-3BCDA402EBA7}"/>
                  </a:ext>
                </a:extLst>
              </p:cNvPr>
              <p:cNvSpPr/>
              <p:nvPr/>
            </p:nvSpPr>
            <p:spPr>
              <a:xfrm>
                <a:off x="1462385" y="846348"/>
                <a:ext cx="269684" cy="269684"/>
              </a:xfrm>
              <a:custGeom>
                <a:avLst/>
                <a:gdLst>
                  <a:gd name="connsiteX0" fmla="*/ 269685 w 269684"/>
                  <a:gd name="connsiteY0" fmla="*/ 134842 h 269684"/>
                  <a:gd name="connsiteX1" fmla="*/ 134842 w 269684"/>
                  <a:gd name="connsiteY1" fmla="*/ 269685 h 269684"/>
                  <a:gd name="connsiteX2" fmla="*/ 0 w 269684"/>
                  <a:gd name="connsiteY2" fmla="*/ 134842 h 269684"/>
                  <a:gd name="connsiteX3" fmla="*/ 134842 w 269684"/>
                  <a:gd name="connsiteY3" fmla="*/ 0 h 269684"/>
                  <a:gd name="connsiteX4" fmla="*/ 269685 w 269684"/>
                  <a:gd name="connsiteY4" fmla="*/ 134842 h 269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684" h="269684">
                    <a:moveTo>
                      <a:pt x="269685" y="134842"/>
                    </a:moveTo>
                    <a:cubicBezTo>
                      <a:pt x="269685" y="209314"/>
                      <a:pt x="209314" y="269685"/>
                      <a:pt x="134842" y="269685"/>
                    </a:cubicBezTo>
                    <a:cubicBezTo>
                      <a:pt x="60371" y="269685"/>
                      <a:pt x="0" y="209314"/>
                      <a:pt x="0" y="134842"/>
                    </a:cubicBezTo>
                    <a:cubicBezTo>
                      <a:pt x="0" y="60371"/>
                      <a:pt x="60371" y="0"/>
                      <a:pt x="134842" y="0"/>
                    </a:cubicBezTo>
                    <a:cubicBezTo>
                      <a:pt x="209314" y="0"/>
                      <a:pt x="269685" y="60371"/>
                      <a:pt x="269685" y="134842"/>
                    </a:cubicBezTo>
                    <a:close/>
                  </a:path>
                </a:pathLst>
              </a:custGeom>
              <a:solidFill>
                <a:srgbClr val="FFB308"/>
              </a:solidFill>
              <a:ln w="43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9524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lid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aphic 2">
            <a:extLst>
              <a:ext uri="{FF2B5EF4-FFF2-40B4-BE49-F238E27FC236}">
                <a16:creationId xmlns:a16="http://schemas.microsoft.com/office/drawing/2014/main" id="{EEABCC71-79C8-4342-1EE4-C5041A2E9F42}"/>
              </a:ext>
            </a:extLst>
          </p:cNvPr>
          <p:cNvGrpSpPr/>
          <p:nvPr userDrawn="1"/>
        </p:nvGrpSpPr>
        <p:grpSpPr>
          <a:xfrm>
            <a:off x="10555758" y="586995"/>
            <a:ext cx="909959" cy="561181"/>
            <a:chOff x="10555758" y="586995"/>
            <a:chExt cx="909959" cy="561181"/>
          </a:xfrm>
          <a:solidFill>
            <a:schemeClr val="bg1"/>
          </a:solidFill>
        </p:grpSpPr>
        <p:grpSp>
          <p:nvGrpSpPr>
            <p:cNvPr id="3" name="Graphic 2">
              <a:extLst>
                <a:ext uri="{FF2B5EF4-FFF2-40B4-BE49-F238E27FC236}">
                  <a16:creationId xmlns:a16="http://schemas.microsoft.com/office/drawing/2014/main" id="{125E8D45-2C47-0912-82BA-731D636ACC11}"/>
                </a:ext>
              </a:extLst>
            </p:cNvPr>
            <p:cNvGrpSpPr/>
            <p:nvPr/>
          </p:nvGrpSpPr>
          <p:grpSpPr>
            <a:xfrm>
              <a:off x="10555758" y="1012974"/>
              <a:ext cx="909959" cy="135202"/>
              <a:chOff x="10555758" y="1012974"/>
              <a:chExt cx="909959" cy="135202"/>
            </a:xfrm>
            <a:solidFill>
              <a:schemeClr val="bg1"/>
            </a:solidFill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64D5A8E7-7F2C-F742-BFD4-E53652A67E75}"/>
                  </a:ext>
                </a:extLst>
              </p:cNvPr>
              <p:cNvSpPr/>
              <p:nvPr/>
            </p:nvSpPr>
            <p:spPr>
              <a:xfrm>
                <a:off x="10555758" y="1051603"/>
                <a:ext cx="87163" cy="95250"/>
              </a:xfrm>
              <a:custGeom>
                <a:avLst/>
                <a:gdLst>
                  <a:gd name="connsiteX0" fmla="*/ 322 w 87163"/>
                  <a:gd name="connsiteY0" fmla="*/ 92869 h 95250"/>
                  <a:gd name="connsiteX1" fmla="*/ 34718 w 87163"/>
                  <a:gd name="connsiteY1" fmla="*/ 47096 h 95250"/>
                  <a:gd name="connsiteX2" fmla="*/ 34718 w 87163"/>
                  <a:gd name="connsiteY2" fmla="*/ 45244 h 95250"/>
                  <a:gd name="connsiteX3" fmla="*/ 2704 w 87163"/>
                  <a:gd name="connsiteY3" fmla="*/ 2381 h 95250"/>
                  <a:gd name="connsiteX4" fmla="*/ 3762 w 87163"/>
                  <a:gd name="connsiteY4" fmla="*/ 0 h 95250"/>
                  <a:gd name="connsiteX5" fmla="*/ 18314 w 87163"/>
                  <a:gd name="connsiteY5" fmla="*/ 0 h 95250"/>
                  <a:gd name="connsiteX6" fmla="*/ 19637 w 87163"/>
                  <a:gd name="connsiteY6" fmla="*/ 529 h 95250"/>
                  <a:gd name="connsiteX7" fmla="*/ 42391 w 87163"/>
                  <a:gd name="connsiteY7" fmla="*/ 34131 h 95250"/>
                  <a:gd name="connsiteX8" fmla="*/ 44772 w 87163"/>
                  <a:gd name="connsiteY8" fmla="*/ 34131 h 95250"/>
                  <a:gd name="connsiteX9" fmla="*/ 67527 w 87163"/>
                  <a:gd name="connsiteY9" fmla="*/ 529 h 95250"/>
                  <a:gd name="connsiteX10" fmla="*/ 68850 w 87163"/>
                  <a:gd name="connsiteY10" fmla="*/ 0 h 95250"/>
                  <a:gd name="connsiteX11" fmla="*/ 83402 w 87163"/>
                  <a:gd name="connsiteY11" fmla="*/ 0 h 95250"/>
                  <a:gd name="connsiteX12" fmla="*/ 84460 w 87163"/>
                  <a:gd name="connsiteY12" fmla="*/ 2381 h 95250"/>
                  <a:gd name="connsiteX13" fmla="*/ 52445 w 87163"/>
                  <a:gd name="connsiteY13" fmla="*/ 45244 h 95250"/>
                  <a:gd name="connsiteX14" fmla="*/ 52445 w 87163"/>
                  <a:gd name="connsiteY14" fmla="*/ 47096 h 95250"/>
                  <a:gd name="connsiteX15" fmla="*/ 86841 w 87163"/>
                  <a:gd name="connsiteY15" fmla="*/ 92869 h 95250"/>
                  <a:gd name="connsiteX16" fmla="*/ 85783 w 87163"/>
                  <a:gd name="connsiteY16" fmla="*/ 95250 h 95250"/>
                  <a:gd name="connsiteX17" fmla="*/ 71231 w 87163"/>
                  <a:gd name="connsiteY17" fmla="*/ 95250 h 95250"/>
                  <a:gd name="connsiteX18" fmla="*/ 69908 w 87163"/>
                  <a:gd name="connsiteY18" fmla="*/ 94721 h 95250"/>
                  <a:gd name="connsiteX19" fmla="*/ 44772 w 87163"/>
                  <a:gd name="connsiteY19" fmla="*/ 58208 h 95250"/>
                  <a:gd name="connsiteX20" fmla="*/ 42391 w 87163"/>
                  <a:gd name="connsiteY20" fmla="*/ 58208 h 95250"/>
                  <a:gd name="connsiteX21" fmla="*/ 16991 w 87163"/>
                  <a:gd name="connsiteY21" fmla="*/ 94721 h 95250"/>
                  <a:gd name="connsiteX22" fmla="*/ 15668 w 87163"/>
                  <a:gd name="connsiteY22" fmla="*/ 95250 h 95250"/>
                  <a:gd name="connsiteX23" fmla="*/ 1381 w 87163"/>
                  <a:gd name="connsiteY23" fmla="*/ 95250 h 95250"/>
                  <a:gd name="connsiteX24" fmla="*/ 322 w 87163"/>
                  <a:gd name="connsiteY24" fmla="*/ 92869 h 95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7163" h="95250">
                    <a:moveTo>
                      <a:pt x="322" y="92869"/>
                    </a:moveTo>
                    <a:lnTo>
                      <a:pt x="34718" y="47096"/>
                    </a:lnTo>
                    <a:cubicBezTo>
                      <a:pt x="34983" y="46567"/>
                      <a:pt x="34983" y="45773"/>
                      <a:pt x="34718" y="45244"/>
                    </a:cubicBezTo>
                    <a:lnTo>
                      <a:pt x="2704" y="2381"/>
                    </a:lnTo>
                    <a:cubicBezTo>
                      <a:pt x="1910" y="1323"/>
                      <a:pt x="2704" y="0"/>
                      <a:pt x="3762" y="0"/>
                    </a:cubicBezTo>
                    <a:lnTo>
                      <a:pt x="18314" y="0"/>
                    </a:lnTo>
                    <a:cubicBezTo>
                      <a:pt x="18843" y="0"/>
                      <a:pt x="19372" y="265"/>
                      <a:pt x="19637" y="529"/>
                    </a:cubicBezTo>
                    <a:lnTo>
                      <a:pt x="42391" y="34131"/>
                    </a:lnTo>
                    <a:cubicBezTo>
                      <a:pt x="42920" y="34925"/>
                      <a:pt x="44243" y="34925"/>
                      <a:pt x="44772" y="34131"/>
                    </a:cubicBezTo>
                    <a:lnTo>
                      <a:pt x="67527" y="529"/>
                    </a:lnTo>
                    <a:cubicBezTo>
                      <a:pt x="67791" y="0"/>
                      <a:pt x="68320" y="0"/>
                      <a:pt x="68850" y="0"/>
                    </a:cubicBezTo>
                    <a:lnTo>
                      <a:pt x="83402" y="0"/>
                    </a:lnTo>
                    <a:cubicBezTo>
                      <a:pt x="84725" y="0"/>
                      <a:pt x="85254" y="1323"/>
                      <a:pt x="84460" y="2381"/>
                    </a:cubicBezTo>
                    <a:lnTo>
                      <a:pt x="52445" y="45244"/>
                    </a:lnTo>
                    <a:cubicBezTo>
                      <a:pt x="52181" y="45773"/>
                      <a:pt x="52181" y="46567"/>
                      <a:pt x="52445" y="47096"/>
                    </a:cubicBezTo>
                    <a:lnTo>
                      <a:pt x="86841" y="92869"/>
                    </a:lnTo>
                    <a:cubicBezTo>
                      <a:pt x="87635" y="93927"/>
                      <a:pt x="86841" y="95250"/>
                      <a:pt x="85783" y="95250"/>
                    </a:cubicBezTo>
                    <a:lnTo>
                      <a:pt x="71231" y="95250"/>
                    </a:lnTo>
                    <a:cubicBezTo>
                      <a:pt x="70702" y="95250"/>
                      <a:pt x="70172" y="94985"/>
                      <a:pt x="69908" y="94721"/>
                    </a:cubicBezTo>
                    <a:lnTo>
                      <a:pt x="44772" y="58208"/>
                    </a:lnTo>
                    <a:cubicBezTo>
                      <a:pt x="44243" y="57415"/>
                      <a:pt x="42920" y="57415"/>
                      <a:pt x="42391" y="58208"/>
                    </a:cubicBezTo>
                    <a:lnTo>
                      <a:pt x="16991" y="94721"/>
                    </a:lnTo>
                    <a:cubicBezTo>
                      <a:pt x="16727" y="94985"/>
                      <a:pt x="16197" y="95250"/>
                      <a:pt x="15668" y="95250"/>
                    </a:cubicBezTo>
                    <a:lnTo>
                      <a:pt x="1381" y="95250"/>
                    </a:lnTo>
                    <a:cubicBezTo>
                      <a:pt x="322" y="95250"/>
                      <a:pt x="-471" y="93662"/>
                      <a:pt x="322" y="92869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8D872414-479F-6D10-6CBE-DEDCE75A8612}"/>
                  </a:ext>
                </a:extLst>
              </p:cNvPr>
              <p:cNvSpPr/>
              <p:nvPr/>
            </p:nvSpPr>
            <p:spPr>
              <a:xfrm>
                <a:off x="10642070" y="1049751"/>
                <a:ext cx="91185" cy="98425"/>
              </a:xfrm>
              <a:custGeom>
                <a:avLst/>
                <a:gdLst>
                  <a:gd name="connsiteX0" fmla="*/ 46831 w 91185"/>
                  <a:gd name="connsiteY0" fmla="*/ 98425 h 98425"/>
                  <a:gd name="connsiteX1" fmla="*/ 21960 w 91185"/>
                  <a:gd name="connsiteY1" fmla="*/ 91810 h 98425"/>
                  <a:gd name="connsiteX2" fmla="*/ 5821 w 91185"/>
                  <a:gd name="connsiteY2" fmla="*/ 74083 h 98425"/>
                  <a:gd name="connsiteX3" fmla="*/ 0 w 91185"/>
                  <a:gd name="connsiteY3" fmla="*/ 49213 h 98425"/>
                  <a:gd name="connsiteX4" fmla="*/ 5821 w 91185"/>
                  <a:gd name="connsiteY4" fmla="*/ 24342 h 98425"/>
                  <a:gd name="connsiteX5" fmla="*/ 21960 w 91185"/>
                  <a:gd name="connsiteY5" fmla="*/ 6615 h 98425"/>
                  <a:gd name="connsiteX6" fmla="*/ 46831 w 91185"/>
                  <a:gd name="connsiteY6" fmla="*/ 0 h 98425"/>
                  <a:gd name="connsiteX7" fmla="*/ 75671 w 91185"/>
                  <a:gd name="connsiteY7" fmla="*/ 8731 h 98425"/>
                  <a:gd name="connsiteX8" fmla="*/ 91017 w 91185"/>
                  <a:gd name="connsiteY8" fmla="*/ 29369 h 98425"/>
                  <a:gd name="connsiteX9" fmla="*/ 89694 w 91185"/>
                  <a:gd name="connsiteY9" fmla="*/ 31221 h 98425"/>
                  <a:gd name="connsiteX10" fmla="*/ 77258 w 91185"/>
                  <a:gd name="connsiteY10" fmla="*/ 31221 h 98425"/>
                  <a:gd name="connsiteX11" fmla="*/ 75935 w 91185"/>
                  <a:gd name="connsiteY11" fmla="*/ 30427 h 98425"/>
                  <a:gd name="connsiteX12" fmla="*/ 65881 w 91185"/>
                  <a:gd name="connsiteY12" fmla="*/ 17992 h 98425"/>
                  <a:gd name="connsiteX13" fmla="*/ 48683 w 91185"/>
                  <a:gd name="connsiteY13" fmla="*/ 12965 h 98425"/>
                  <a:gd name="connsiteX14" fmla="*/ 30427 w 91185"/>
                  <a:gd name="connsiteY14" fmla="*/ 17992 h 98425"/>
                  <a:gd name="connsiteX15" fmla="*/ 18521 w 91185"/>
                  <a:gd name="connsiteY15" fmla="*/ 31221 h 98425"/>
                  <a:gd name="connsiteX16" fmla="*/ 14288 w 91185"/>
                  <a:gd name="connsiteY16" fmla="*/ 49213 h 98425"/>
                  <a:gd name="connsiteX17" fmla="*/ 18521 w 91185"/>
                  <a:gd name="connsiteY17" fmla="*/ 67204 h 98425"/>
                  <a:gd name="connsiteX18" fmla="*/ 30427 w 91185"/>
                  <a:gd name="connsiteY18" fmla="*/ 80433 h 98425"/>
                  <a:gd name="connsiteX19" fmla="*/ 48683 w 91185"/>
                  <a:gd name="connsiteY19" fmla="*/ 85460 h 98425"/>
                  <a:gd name="connsiteX20" fmla="*/ 65881 w 91185"/>
                  <a:gd name="connsiteY20" fmla="*/ 80433 h 98425"/>
                  <a:gd name="connsiteX21" fmla="*/ 75935 w 91185"/>
                  <a:gd name="connsiteY21" fmla="*/ 67998 h 98425"/>
                  <a:gd name="connsiteX22" fmla="*/ 77258 w 91185"/>
                  <a:gd name="connsiteY22" fmla="*/ 67204 h 98425"/>
                  <a:gd name="connsiteX23" fmla="*/ 89694 w 91185"/>
                  <a:gd name="connsiteY23" fmla="*/ 67204 h 98425"/>
                  <a:gd name="connsiteX24" fmla="*/ 91017 w 91185"/>
                  <a:gd name="connsiteY24" fmla="*/ 69056 h 98425"/>
                  <a:gd name="connsiteX25" fmla="*/ 75671 w 91185"/>
                  <a:gd name="connsiteY25" fmla="*/ 89694 h 98425"/>
                  <a:gd name="connsiteX26" fmla="*/ 46831 w 91185"/>
                  <a:gd name="connsiteY26" fmla="*/ 98425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91185" h="98425">
                    <a:moveTo>
                      <a:pt x="46831" y="98425"/>
                    </a:moveTo>
                    <a:cubicBezTo>
                      <a:pt x="37306" y="98425"/>
                      <a:pt x="29104" y="96308"/>
                      <a:pt x="21960" y="91810"/>
                    </a:cubicBezTo>
                    <a:cubicBezTo>
                      <a:pt x="15081" y="87313"/>
                      <a:pt x="9525" y="81492"/>
                      <a:pt x="5821" y="74083"/>
                    </a:cubicBezTo>
                    <a:cubicBezTo>
                      <a:pt x="1852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790" y="16933"/>
                      <a:pt x="15081" y="11113"/>
                      <a:pt x="21960" y="6615"/>
                    </a:cubicBezTo>
                    <a:cubicBezTo>
                      <a:pt x="28840" y="2117"/>
                      <a:pt x="37306" y="0"/>
                      <a:pt x="46831" y="0"/>
                    </a:cubicBezTo>
                    <a:cubicBezTo>
                      <a:pt x="58208" y="0"/>
                      <a:pt x="67733" y="2910"/>
                      <a:pt x="75671" y="8731"/>
                    </a:cubicBezTo>
                    <a:cubicBezTo>
                      <a:pt x="83079" y="14023"/>
                      <a:pt x="88106" y="21167"/>
                      <a:pt x="91017" y="29369"/>
                    </a:cubicBezTo>
                    <a:cubicBezTo>
                      <a:pt x="91281" y="30427"/>
                      <a:pt x="90488" y="31221"/>
                      <a:pt x="89694" y="31221"/>
                    </a:cubicBezTo>
                    <a:lnTo>
                      <a:pt x="77258" y="31221"/>
                    </a:lnTo>
                    <a:cubicBezTo>
                      <a:pt x="76729" y="31221"/>
                      <a:pt x="76200" y="30956"/>
                      <a:pt x="75935" y="30427"/>
                    </a:cubicBezTo>
                    <a:cubicBezTo>
                      <a:pt x="73819" y="25400"/>
                      <a:pt x="70379" y="21167"/>
                      <a:pt x="65881" y="17992"/>
                    </a:cubicBezTo>
                    <a:cubicBezTo>
                      <a:pt x="61119" y="14552"/>
                      <a:pt x="55298" y="12965"/>
                      <a:pt x="48683" y="12965"/>
                    </a:cubicBezTo>
                    <a:cubicBezTo>
                      <a:pt x="41804" y="12965"/>
                      <a:pt x="35719" y="14552"/>
                      <a:pt x="30427" y="17992"/>
                    </a:cubicBezTo>
                    <a:cubicBezTo>
                      <a:pt x="25135" y="21167"/>
                      <a:pt x="21167" y="25665"/>
                      <a:pt x="18521" y="31221"/>
                    </a:cubicBezTo>
                    <a:cubicBezTo>
                      <a:pt x="15610" y="36777"/>
                      <a:pt x="14288" y="42598"/>
                      <a:pt x="14288" y="49213"/>
                    </a:cubicBezTo>
                    <a:cubicBezTo>
                      <a:pt x="14288" y="55563"/>
                      <a:pt x="15610" y="61648"/>
                      <a:pt x="18521" y="67204"/>
                    </a:cubicBezTo>
                    <a:cubicBezTo>
                      <a:pt x="21431" y="72760"/>
                      <a:pt x="25400" y="77258"/>
                      <a:pt x="30427" y="80433"/>
                    </a:cubicBezTo>
                    <a:cubicBezTo>
                      <a:pt x="35719" y="83608"/>
                      <a:pt x="41804" y="85460"/>
                      <a:pt x="48683" y="85460"/>
                    </a:cubicBezTo>
                    <a:cubicBezTo>
                      <a:pt x="55298" y="85460"/>
                      <a:pt x="61119" y="83873"/>
                      <a:pt x="65881" y="80433"/>
                    </a:cubicBezTo>
                    <a:cubicBezTo>
                      <a:pt x="70379" y="77258"/>
                      <a:pt x="73819" y="73025"/>
                      <a:pt x="75935" y="67998"/>
                    </a:cubicBezTo>
                    <a:cubicBezTo>
                      <a:pt x="76200" y="67469"/>
                      <a:pt x="76729" y="67204"/>
                      <a:pt x="77258" y="67204"/>
                    </a:cubicBezTo>
                    <a:lnTo>
                      <a:pt x="89694" y="67204"/>
                    </a:lnTo>
                    <a:cubicBezTo>
                      <a:pt x="90752" y="67204"/>
                      <a:pt x="91546" y="68263"/>
                      <a:pt x="91017" y="69056"/>
                    </a:cubicBezTo>
                    <a:cubicBezTo>
                      <a:pt x="88106" y="77523"/>
                      <a:pt x="82815" y="84402"/>
                      <a:pt x="75671" y="89694"/>
                    </a:cubicBezTo>
                    <a:cubicBezTo>
                      <a:pt x="67733" y="95515"/>
                      <a:pt x="57944" y="98425"/>
                      <a:pt x="46831" y="98425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B30C444B-8D4F-F177-AEC2-83AB78B4C7FC}"/>
                  </a:ext>
                </a:extLst>
              </p:cNvPr>
              <p:cNvSpPr/>
              <p:nvPr/>
            </p:nvSpPr>
            <p:spPr>
              <a:xfrm>
                <a:off x="10742347" y="1049751"/>
                <a:ext cx="94456" cy="98425"/>
              </a:xfrm>
              <a:custGeom>
                <a:avLst/>
                <a:gdLst>
                  <a:gd name="connsiteX0" fmla="*/ 48419 w 94456"/>
                  <a:gd name="connsiteY0" fmla="*/ 98425 h 98425"/>
                  <a:gd name="connsiteX1" fmla="*/ 23019 w 94456"/>
                  <a:gd name="connsiteY1" fmla="*/ 91810 h 98425"/>
                  <a:gd name="connsiteX2" fmla="*/ 6085 w 94456"/>
                  <a:gd name="connsiteY2" fmla="*/ 74083 h 98425"/>
                  <a:gd name="connsiteX3" fmla="*/ 0 w 94456"/>
                  <a:gd name="connsiteY3" fmla="*/ 49213 h 98425"/>
                  <a:gd name="connsiteX4" fmla="*/ 5821 w 94456"/>
                  <a:gd name="connsiteY4" fmla="*/ 24342 h 98425"/>
                  <a:gd name="connsiteX5" fmla="*/ 22225 w 94456"/>
                  <a:gd name="connsiteY5" fmla="*/ 6615 h 98425"/>
                  <a:gd name="connsiteX6" fmla="*/ 47360 w 94456"/>
                  <a:gd name="connsiteY6" fmla="*/ 0 h 98425"/>
                  <a:gd name="connsiteX7" fmla="*/ 72496 w 94456"/>
                  <a:gd name="connsiteY7" fmla="*/ 6615 h 98425"/>
                  <a:gd name="connsiteX8" fmla="*/ 88635 w 94456"/>
                  <a:gd name="connsiteY8" fmla="*/ 24342 h 98425"/>
                  <a:gd name="connsiteX9" fmla="*/ 94456 w 94456"/>
                  <a:gd name="connsiteY9" fmla="*/ 49213 h 98425"/>
                  <a:gd name="connsiteX10" fmla="*/ 94456 w 94456"/>
                  <a:gd name="connsiteY10" fmla="*/ 53446 h 98425"/>
                  <a:gd name="connsiteX11" fmla="*/ 92869 w 94456"/>
                  <a:gd name="connsiteY11" fmla="*/ 55033 h 98425"/>
                  <a:gd name="connsiteX12" fmla="*/ 16404 w 94456"/>
                  <a:gd name="connsiteY12" fmla="*/ 55033 h 98425"/>
                  <a:gd name="connsiteX13" fmla="*/ 14817 w 94456"/>
                  <a:gd name="connsiteY13" fmla="*/ 56885 h 98425"/>
                  <a:gd name="connsiteX14" fmla="*/ 19844 w 94456"/>
                  <a:gd name="connsiteY14" fmla="*/ 70379 h 98425"/>
                  <a:gd name="connsiteX15" fmla="*/ 31485 w 94456"/>
                  <a:gd name="connsiteY15" fmla="*/ 81492 h 98425"/>
                  <a:gd name="connsiteX16" fmla="*/ 48154 w 94456"/>
                  <a:gd name="connsiteY16" fmla="*/ 85460 h 98425"/>
                  <a:gd name="connsiteX17" fmla="*/ 65088 w 94456"/>
                  <a:gd name="connsiteY17" fmla="*/ 80963 h 98425"/>
                  <a:gd name="connsiteX18" fmla="*/ 75406 w 94456"/>
                  <a:gd name="connsiteY18" fmla="*/ 70115 h 98425"/>
                  <a:gd name="connsiteX19" fmla="*/ 76729 w 94456"/>
                  <a:gd name="connsiteY19" fmla="*/ 69321 h 98425"/>
                  <a:gd name="connsiteX20" fmla="*/ 89165 w 94456"/>
                  <a:gd name="connsiteY20" fmla="*/ 69321 h 98425"/>
                  <a:gd name="connsiteX21" fmla="*/ 90487 w 94456"/>
                  <a:gd name="connsiteY21" fmla="*/ 71438 h 98425"/>
                  <a:gd name="connsiteX22" fmla="*/ 75671 w 94456"/>
                  <a:gd name="connsiteY22" fmla="*/ 90223 h 98425"/>
                  <a:gd name="connsiteX23" fmla="*/ 48419 w 94456"/>
                  <a:gd name="connsiteY23" fmla="*/ 98425 h 98425"/>
                  <a:gd name="connsiteX24" fmla="*/ 16933 w 94456"/>
                  <a:gd name="connsiteY24" fmla="*/ 41804 h 98425"/>
                  <a:gd name="connsiteX25" fmla="*/ 78052 w 94456"/>
                  <a:gd name="connsiteY25" fmla="*/ 41804 h 98425"/>
                  <a:gd name="connsiteX26" fmla="*/ 79640 w 94456"/>
                  <a:gd name="connsiteY26" fmla="*/ 39952 h 98425"/>
                  <a:gd name="connsiteX27" fmla="*/ 69585 w 94456"/>
                  <a:gd name="connsiteY27" fmla="*/ 21431 h 98425"/>
                  <a:gd name="connsiteX28" fmla="*/ 47625 w 94456"/>
                  <a:gd name="connsiteY28" fmla="*/ 13229 h 98425"/>
                  <a:gd name="connsiteX29" fmla="*/ 25665 w 94456"/>
                  <a:gd name="connsiteY29" fmla="*/ 21431 h 98425"/>
                  <a:gd name="connsiteX30" fmla="*/ 15610 w 94456"/>
                  <a:gd name="connsiteY30" fmla="*/ 39952 h 98425"/>
                  <a:gd name="connsiteX31" fmla="*/ 16933 w 94456"/>
                  <a:gd name="connsiteY31" fmla="*/ 41804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94456" h="98425">
                    <a:moveTo>
                      <a:pt x="48419" y="98425"/>
                    </a:moveTo>
                    <a:cubicBezTo>
                      <a:pt x="38894" y="98425"/>
                      <a:pt x="30427" y="96308"/>
                      <a:pt x="23019" y="91810"/>
                    </a:cubicBezTo>
                    <a:cubicBezTo>
                      <a:pt x="15875" y="87313"/>
                      <a:pt x="10054" y="81492"/>
                      <a:pt x="6085" y="74083"/>
                    </a:cubicBezTo>
                    <a:cubicBezTo>
                      <a:pt x="2117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525" y="16933"/>
                      <a:pt x="15081" y="11113"/>
                      <a:pt x="22225" y="6615"/>
                    </a:cubicBezTo>
                    <a:cubicBezTo>
                      <a:pt x="29369" y="2117"/>
                      <a:pt x="37835" y="0"/>
                      <a:pt x="47360" y="0"/>
                    </a:cubicBezTo>
                    <a:cubicBezTo>
                      <a:pt x="57150" y="0"/>
                      <a:pt x="65617" y="2117"/>
                      <a:pt x="72496" y="6615"/>
                    </a:cubicBezTo>
                    <a:cubicBezTo>
                      <a:pt x="79640" y="11113"/>
                      <a:pt x="84931" y="16933"/>
                      <a:pt x="88635" y="24342"/>
                    </a:cubicBezTo>
                    <a:cubicBezTo>
                      <a:pt x="92340" y="31750"/>
                      <a:pt x="94456" y="39952"/>
                      <a:pt x="94456" y="49213"/>
                    </a:cubicBezTo>
                    <a:lnTo>
                      <a:pt x="94456" y="53446"/>
                    </a:lnTo>
                    <a:cubicBezTo>
                      <a:pt x="94456" y="54240"/>
                      <a:pt x="93927" y="55033"/>
                      <a:pt x="92869" y="55033"/>
                    </a:cubicBezTo>
                    <a:lnTo>
                      <a:pt x="16404" y="55033"/>
                    </a:lnTo>
                    <a:cubicBezTo>
                      <a:pt x="15610" y="55033"/>
                      <a:pt x="14817" y="55827"/>
                      <a:pt x="14817" y="56885"/>
                    </a:cubicBezTo>
                    <a:cubicBezTo>
                      <a:pt x="15610" y="61913"/>
                      <a:pt x="17462" y="66410"/>
                      <a:pt x="19844" y="70379"/>
                    </a:cubicBezTo>
                    <a:cubicBezTo>
                      <a:pt x="22754" y="75142"/>
                      <a:pt x="26458" y="78581"/>
                      <a:pt x="31485" y="81492"/>
                    </a:cubicBezTo>
                    <a:cubicBezTo>
                      <a:pt x="36248" y="84138"/>
                      <a:pt x="41804" y="85460"/>
                      <a:pt x="48154" y="85460"/>
                    </a:cubicBezTo>
                    <a:cubicBezTo>
                      <a:pt x="54769" y="85460"/>
                      <a:pt x="60590" y="83873"/>
                      <a:pt x="65088" y="80963"/>
                    </a:cubicBezTo>
                    <a:cubicBezTo>
                      <a:pt x="69321" y="78052"/>
                      <a:pt x="72760" y="74613"/>
                      <a:pt x="75406" y="70115"/>
                    </a:cubicBezTo>
                    <a:cubicBezTo>
                      <a:pt x="75671" y="69585"/>
                      <a:pt x="76200" y="69321"/>
                      <a:pt x="76729" y="69321"/>
                    </a:cubicBezTo>
                    <a:lnTo>
                      <a:pt x="89165" y="69321"/>
                    </a:lnTo>
                    <a:cubicBezTo>
                      <a:pt x="90223" y="69321"/>
                      <a:pt x="91017" y="70379"/>
                      <a:pt x="90487" y="71438"/>
                    </a:cubicBezTo>
                    <a:cubicBezTo>
                      <a:pt x="87048" y="79110"/>
                      <a:pt x="82285" y="85196"/>
                      <a:pt x="75671" y="90223"/>
                    </a:cubicBezTo>
                    <a:cubicBezTo>
                      <a:pt x="69056" y="95779"/>
                      <a:pt x="59796" y="98425"/>
                      <a:pt x="48419" y="98425"/>
                    </a:cubicBezTo>
                    <a:close/>
                    <a:moveTo>
                      <a:pt x="16933" y="41804"/>
                    </a:moveTo>
                    <a:lnTo>
                      <a:pt x="78052" y="41804"/>
                    </a:lnTo>
                    <a:cubicBezTo>
                      <a:pt x="79110" y="41804"/>
                      <a:pt x="79640" y="41010"/>
                      <a:pt x="79640" y="39952"/>
                    </a:cubicBezTo>
                    <a:cubicBezTo>
                      <a:pt x="78052" y="32544"/>
                      <a:pt x="74877" y="26458"/>
                      <a:pt x="69585" y="21431"/>
                    </a:cubicBezTo>
                    <a:cubicBezTo>
                      <a:pt x="64029" y="15875"/>
                      <a:pt x="56621" y="13229"/>
                      <a:pt x="47625" y="13229"/>
                    </a:cubicBezTo>
                    <a:cubicBezTo>
                      <a:pt x="38365" y="13229"/>
                      <a:pt x="31221" y="15875"/>
                      <a:pt x="25665" y="21431"/>
                    </a:cubicBezTo>
                    <a:cubicBezTo>
                      <a:pt x="20638" y="26458"/>
                      <a:pt x="17198" y="32544"/>
                      <a:pt x="15610" y="39952"/>
                    </a:cubicBezTo>
                    <a:cubicBezTo>
                      <a:pt x="15346" y="41010"/>
                      <a:pt x="16140" y="41804"/>
                      <a:pt x="16933" y="41804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DCD0E3A7-AEF1-BE2E-3F18-BC05834933D7}"/>
                  </a:ext>
                </a:extLst>
              </p:cNvPr>
              <p:cNvSpPr/>
              <p:nvPr/>
            </p:nvSpPr>
            <p:spPr>
              <a:xfrm>
                <a:off x="10848445" y="1049751"/>
                <a:ext cx="94456" cy="98425"/>
              </a:xfrm>
              <a:custGeom>
                <a:avLst/>
                <a:gdLst>
                  <a:gd name="connsiteX0" fmla="*/ 48419 w 94456"/>
                  <a:gd name="connsiteY0" fmla="*/ 98425 h 98425"/>
                  <a:gd name="connsiteX1" fmla="*/ 23019 w 94456"/>
                  <a:gd name="connsiteY1" fmla="*/ 91810 h 98425"/>
                  <a:gd name="connsiteX2" fmla="*/ 6085 w 94456"/>
                  <a:gd name="connsiteY2" fmla="*/ 74083 h 98425"/>
                  <a:gd name="connsiteX3" fmla="*/ 0 w 94456"/>
                  <a:gd name="connsiteY3" fmla="*/ 49213 h 98425"/>
                  <a:gd name="connsiteX4" fmla="*/ 5821 w 94456"/>
                  <a:gd name="connsiteY4" fmla="*/ 24342 h 98425"/>
                  <a:gd name="connsiteX5" fmla="*/ 22225 w 94456"/>
                  <a:gd name="connsiteY5" fmla="*/ 6615 h 98425"/>
                  <a:gd name="connsiteX6" fmla="*/ 47360 w 94456"/>
                  <a:gd name="connsiteY6" fmla="*/ 0 h 98425"/>
                  <a:gd name="connsiteX7" fmla="*/ 72496 w 94456"/>
                  <a:gd name="connsiteY7" fmla="*/ 6615 h 98425"/>
                  <a:gd name="connsiteX8" fmla="*/ 88635 w 94456"/>
                  <a:gd name="connsiteY8" fmla="*/ 24342 h 98425"/>
                  <a:gd name="connsiteX9" fmla="*/ 94456 w 94456"/>
                  <a:gd name="connsiteY9" fmla="*/ 49213 h 98425"/>
                  <a:gd name="connsiteX10" fmla="*/ 94456 w 94456"/>
                  <a:gd name="connsiteY10" fmla="*/ 53446 h 98425"/>
                  <a:gd name="connsiteX11" fmla="*/ 92869 w 94456"/>
                  <a:gd name="connsiteY11" fmla="*/ 55033 h 98425"/>
                  <a:gd name="connsiteX12" fmla="*/ 16404 w 94456"/>
                  <a:gd name="connsiteY12" fmla="*/ 55033 h 98425"/>
                  <a:gd name="connsiteX13" fmla="*/ 14817 w 94456"/>
                  <a:gd name="connsiteY13" fmla="*/ 56885 h 98425"/>
                  <a:gd name="connsiteX14" fmla="*/ 19844 w 94456"/>
                  <a:gd name="connsiteY14" fmla="*/ 70379 h 98425"/>
                  <a:gd name="connsiteX15" fmla="*/ 31485 w 94456"/>
                  <a:gd name="connsiteY15" fmla="*/ 81492 h 98425"/>
                  <a:gd name="connsiteX16" fmla="*/ 48154 w 94456"/>
                  <a:gd name="connsiteY16" fmla="*/ 85460 h 98425"/>
                  <a:gd name="connsiteX17" fmla="*/ 65087 w 94456"/>
                  <a:gd name="connsiteY17" fmla="*/ 80963 h 98425"/>
                  <a:gd name="connsiteX18" fmla="*/ 75406 w 94456"/>
                  <a:gd name="connsiteY18" fmla="*/ 70115 h 98425"/>
                  <a:gd name="connsiteX19" fmla="*/ 76729 w 94456"/>
                  <a:gd name="connsiteY19" fmla="*/ 69321 h 98425"/>
                  <a:gd name="connsiteX20" fmla="*/ 89165 w 94456"/>
                  <a:gd name="connsiteY20" fmla="*/ 69321 h 98425"/>
                  <a:gd name="connsiteX21" fmla="*/ 90487 w 94456"/>
                  <a:gd name="connsiteY21" fmla="*/ 71438 h 98425"/>
                  <a:gd name="connsiteX22" fmla="*/ 75671 w 94456"/>
                  <a:gd name="connsiteY22" fmla="*/ 90223 h 98425"/>
                  <a:gd name="connsiteX23" fmla="*/ 48419 w 94456"/>
                  <a:gd name="connsiteY23" fmla="*/ 98425 h 98425"/>
                  <a:gd name="connsiteX24" fmla="*/ 16933 w 94456"/>
                  <a:gd name="connsiteY24" fmla="*/ 41804 h 98425"/>
                  <a:gd name="connsiteX25" fmla="*/ 78052 w 94456"/>
                  <a:gd name="connsiteY25" fmla="*/ 41804 h 98425"/>
                  <a:gd name="connsiteX26" fmla="*/ 79640 w 94456"/>
                  <a:gd name="connsiteY26" fmla="*/ 39952 h 98425"/>
                  <a:gd name="connsiteX27" fmla="*/ 69585 w 94456"/>
                  <a:gd name="connsiteY27" fmla="*/ 21431 h 98425"/>
                  <a:gd name="connsiteX28" fmla="*/ 47625 w 94456"/>
                  <a:gd name="connsiteY28" fmla="*/ 13229 h 98425"/>
                  <a:gd name="connsiteX29" fmla="*/ 25665 w 94456"/>
                  <a:gd name="connsiteY29" fmla="*/ 21431 h 98425"/>
                  <a:gd name="connsiteX30" fmla="*/ 15610 w 94456"/>
                  <a:gd name="connsiteY30" fmla="*/ 39952 h 98425"/>
                  <a:gd name="connsiteX31" fmla="*/ 16933 w 94456"/>
                  <a:gd name="connsiteY31" fmla="*/ 41804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94456" h="98425">
                    <a:moveTo>
                      <a:pt x="48419" y="98425"/>
                    </a:moveTo>
                    <a:cubicBezTo>
                      <a:pt x="38894" y="98425"/>
                      <a:pt x="30427" y="96308"/>
                      <a:pt x="23019" y="91810"/>
                    </a:cubicBezTo>
                    <a:cubicBezTo>
                      <a:pt x="15875" y="87313"/>
                      <a:pt x="10054" y="81492"/>
                      <a:pt x="6085" y="74083"/>
                    </a:cubicBezTo>
                    <a:cubicBezTo>
                      <a:pt x="2117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525" y="16933"/>
                      <a:pt x="15081" y="11113"/>
                      <a:pt x="22225" y="6615"/>
                    </a:cubicBezTo>
                    <a:cubicBezTo>
                      <a:pt x="29369" y="2117"/>
                      <a:pt x="37835" y="0"/>
                      <a:pt x="47360" y="0"/>
                    </a:cubicBezTo>
                    <a:cubicBezTo>
                      <a:pt x="57150" y="0"/>
                      <a:pt x="65617" y="2117"/>
                      <a:pt x="72496" y="6615"/>
                    </a:cubicBezTo>
                    <a:cubicBezTo>
                      <a:pt x="79640" y="11113"/>
                      <a:pt x="84931" y="16933"/>
                      <a:pt x="88635" y="24342"/>
                    </a:cubicBezTo>
                    <a:cubicBezTo>
                      <a:pt x="92340" y="31750"/>
                      <a:pt x="94456" y="39952"/>
                      <a:pt x="94456" y="49213"/>
                    </a:cubicBezTo>
                    <a:lnTo>
                      <a:pt x="94456" y="53446"/>
                    </a:lnTo>
                    <a:cubicBezTo>
                      <a:pt x="94456" y="54240"/>
                      <a:pt x="93927" y="55033"/>
                      <a:pt x="92869" y="55033"/>
                    </a:cubicBezTo>
                    <a:lnTo>
                      <a:pt x="16404" y="55033"/>
                    </a:lnTo>
                    <a:cubicBezTo>
                      <a:pt x="15610" y="55033"/>
                      <a:pt x="14817" y="55827"/>
                      <a:pt x="14817" y="56885"/>
                    </a:cubicBezTo>
                    <a:cubicBezTo>
                      <a:pt x="15610" y="61913"/>
                      <a:pt x="17462" y="66410"/>
                      <a:pt x="19844" y="70379"/>
                    </a:cubicBezTo>
                    <a:cubicBezTo>
                      <a:pt x="22754" y="75142"/>
                      <a:pt x="26458" y="78581"/>
                      <a:pt x="31485" y="81492"/>
                    </a:cubicBezTo>
                    <a:cubicBezTo>
                      <a:pt x="36248" y="84138"/>
                      <a:pt x="41804" y="85460"/>
                      <a:pt x="48154" y="85460"/>
                    </a:cubicBezTo>
                    <a:cubicBezTo>
                      <a:pt x="54769" y="85460"/>
                      <a:pt x="60590" y="83873"/>
                      <a:pt x="65087" y="80963"/>
                    </a:cubicBezTo>
                    <a:cubicBezTo>
                      <a:pt x="69321" y="78052"/>
                      <a:pt x="72760" y="74613"/>
                      <a:pt x="75406" y="70115"/>
                    </a:cubicBezTo>
                    <a:cubicBezTo>
                      <a:pt x="75671" y="69585"/>
                      <a:pt x="76200" y="69321"/>
                      <a:pt x="76729" y="69321"/>
                    </a:cubicBezTo>
                    <a:lnTo>
                      <a:pt x="89165" y="69321"/>
                    </a:lnTo>
                    <a:cubicBezTo>
                      <a:pt x="90223" y="69321"/>
                      <a:pt x="91017" y="70379"/>
                      <a:pt x="90487" y="71438"/>
                    </a:cubicBezTo>
                    <a:cubicBezTo>
                      <a:pt x="87048" y="79110"/>
                      <a:pt x="82285" y="85196"/>
                      <a:pt x="75671" y="90223"/>
                    </a:cubicBezTo>
                    <a:cubicBezTo>
                      <a:pt x="68792" y="95779"/>
                      <a:pt x="59796" y="98425"/>
                      <a:pt x="48419" y="98425"/>
                    </a:cubicBezTo>
                    <a:close/>
                    <a:moveTo>
                      <a:pt x="16933" y="41804"/>
                    </a:moveTo>
                    <a:lnTo>
                      <a:pt x="78052" y="41804"/>
                    </a:lnTo>
                    <a:cubicBezTo>
                      <a:pt x="79110" y="41804"/>
                      <a:pt x="79640" y="41010"/>
                      <a:pt x="79640" y="39952"/>
                    </a:cubicBezTo>
                    <a:cubicBezTo>
                      <a:pt x="78052" y="32544"/>
                      <a:pt x="74877" y="26458"/>
                      <a:pt x="69585" y="21431"/>
                    </a:cubicBezTo>
                    <a:cubicBezTo>
                      <a:pt x="64029" y="15875"/>
                      <a:pt x="56621" y="13229"/>
                      <a:pt x="47625" y="13229"/>
                    </a:cubicBezTo>
                    <a:cubicBezTo>
                      <a:pt x="38629" y="13229"/>
                      <a:pt x="31221" y="15875"/>
                      <a:pt x="25665" y="21431"/>
                    </a:cubicBezTo>
                    <a:cubicBezTo>
                      <a:pt x="20637" y="26458"/>
                      <a:pt x="17198" y="32544"/>
                      <a:pt x="15610" y="39952"/>
                    </a:cubicBezTo>
                    <a:cubicBezTo>
                      <a:pt x="15346" y="41010"/>
                      <a:pt x="15875" y="41804"/>
                      <a:pt x="16933" y="41804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08D07EDE-8A34-E293-246A-17F4A5B32710}"/>
                  </a:ext>
                </a:extLst>
              </p:cNvPr>
              <p:cNvSpPr/>
              <p:nvPr/>
            </p:nvSpPr>
            <p:spPr>
              <a:xfrm>
                <a:off x="10954543" y="1012974"/>
                <a:ext cx="94985" cy="135202"/>
              </a:xfrm>
              <a:custGeom>
                <a:avLst/>
                <a:gdLst>
                  <a:gd name="connsiteX0" fmla="*/ 46302 w 94985"/>
                  <a:gd name="connsiteY0" fmla="*/ 135202 h 135202"/>
                  <a:gd name="connsiteX1" fmla="*/ 21960 w 94985"/>
                  <a:gd name="connsiteY1" fmla="*/ 128588 h 135202"/>
                  <a:gd name="connsiteX2" fmla="*/ 5821 w 94985"/>
                  <a:gd name="connsiteY2" fmla="*/ 110860 h 135202"/>
                  <a:gd name="connsiteX3" fmla="*/ 0 w 94985"/>
                  <a:gd name="connsiteY3" fmla="*/ 85990 h 135202"/>
                  <a:gd name="connsiteX4" fmla="*/ 5821 w 94985"/>
                  <a:gd name="connsiteY4" fmla="*/ 61119 h 135202"/>
                  <a:gd name="connsiteX5" fmla="*/ 21960 w 94985"/>
                  <a:gd name="connsiteY5" fmla="*/ 43392 h 135202"/>
                  <a:gd name="connsiteX6" fmla="*/ 46302 w 94985"/>
                  <a:gd name="connsiteY6" fmla="*/ 36777 h 135202"/>
                  <a:gd name="connsiteX7" fmla="*/ 66675 w 94985"/>
                  <a:gd name="connsiteY7" fmla="*/ 41275 h 135202"/>
                  <a:gd name="connsiteX8" fmla="*/ 77788 w 94985"/>
                  <a:gd name="connsiteY8" fmla="*/ 50271 h 135202"/>
                  <a:gd name="connsiteX9" fmla="*/ 80433 w 94985"/>
                  <a:gd name="connsiteY9" fmla="*/ 49213 h 135202"/>
                  <a:gd name="connsiteX10" fmla="*/ 80433 w 94985"/>
                  <a:gd name="connsiteY10" fmla="*/ 1588 h 135202"/>
                  <a:gd name="connsiteX11" fmla="*/ 82021 w 94985"/>
                  <a:gd name="connsiteY11" fmla="*/ 0 h 135202"/>
                  <a:gd name="connsiteX12" fmla="*/ 93398 w 94985"/>
                  <a:gd name="connsiteY12" fmla="*/ 0 h 135202"/>
                  <a:gd name="connsiteX13" fmla="*/ 94985 w 94985"/>
                  <a:gd name="connsiteY13" fmla="*/ 1588 h 135202"/>
                  <a:gd name="connsiteX14" fmla="*/ 94985 w 94985"/>
                  <a:gd name="connsiteY14" fmla="*/ 131763 h 135202"/>
                  <a:gd name="connsiteX15" fmla="*/ 93398 w 94985"/>
                  <a:gd name="connsiteY15" fmla="*/ 133350 h 135202"/>
                  <a:gd name="connsiteX16" fmla="*/ 82021 w 94985"/>
                  <a:gd name="connsiteY16" fmla="*/ 133350 h 135202"/>
                  <a:gd name="connsiteX17" fmla="*/ 80433 w 94985"/>
                  <a:gd name="connsiteY17" fmla="*/ 131763 h 135202"/>
                  <a:gd name="connsiteX18" fmla="*/ 80433 w 94985"/>
                  <a:gd name="connsiteY18" fmla="*/ 122238 h 135202"/>
                  <a:gd name="connsiteX19" fmla="*/ 77788 w 94985"/>
                  <a:gd name="connsiteY19" fmla="*/ 121179 h 135202"/>
                  <a:gd name="connsiteX20" fmla="*/ 66675 w 94985"/>
                  <a:gd name="connsiteY20" fmla="*/ 130175 h 135202"/>
                  <a:gd name="connsiteX21" fmla="*/ 46302 w 94985"/>
                  <a:gd name="connsiteY21" fmla="*/ 135202 h 135202"/>
                  <a:gd name="connsiteX22" fmla="*/ 48154 w 94985"/>
                  <a:gd name="connsiteY22" fmla="*/ 122502 h 135202"/>
                  <a:gd name="connsiteX23" fmla="*/ 66146 w 94985"/>
                  <a:gd name="connsiteY23" fmla="*/ 117475 h 135202"/>
                  <a:gd name="connsiteX24" fmla="*/ 77258 w 94985"/>
                  <a:gd name="connsiteY24" fmla="*/ 104246 h 135202"/>
                  <a:gd name="connsiteX25" fmla="*/ 80963 w 94985"/>
                  <a:gd name="connsiteY25" fmla="*/ 86254 h 135202"/>
                  <a:gd name="connsiteX26" fmla="*/ 77258 w 94985"/>
                  <a:gd name="connsiteY26" fmla="*/ 68263 h 135202"/>
                  <a:gd name="connsiteX27" fmla="*/ 66146 w 94985"/>
                  <a:gd name="connsiteY27" fmla="*/ 55033 h 135202"/>
                  <a:gd name="connsiteX28" fmla="*/ 48154 w 94985"/>
                  <a:gd name="connsiteY28" fmla="*/ 50006 h 135202"/>
                  <a:gd name="connsiteX29" fmla="*/ 30163 w 94985"/>
                  <a:gd name="connsiteY29" fmla="*/ 55033 h 135202"/>
                  <a:gd name="connsiteX30" fmla="*/ 18521 w 94985"/>
                  <a:gd name="connsiteY30" fmla="*/ 68263 h 135202"/>
                  <a:gd name="connsiteX31" fmla="*/ 14552 w 94985"/>
                  <a:gd name="connsiteY31" fmla="*/ 86254 h 135202"/>
                  <a:gd name="connsiteX32" fmla="*/ 18521 w 94985"/>
                  <a:gd name="connsiteY32" fmla="*/ 104246 h 135202"/>
                  <a:gd name="connsiteX33" fmla="*/ 30163 w 94985"/>
                  <a:gd name="connsiteY33" fmla="*/ 117475 h 135202"/>
                  <a:gd name="connsiteX34" fmla="*/ 48154 w 94985"/>
                  <a:gd name="connsiteY34" fmla="*/ 122502 h 1352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94985" h="135202">
                    <a:moveTo>
                      <a:pt x="46302" y="135202"/>
                    </a:moveTo>
                    <a:cubicBezTo>
                      <a:pt x="37042" y="135202"/>
                      <a:pt x="28840" y="133085"/>
                      <a:pt x="21960" y="128588"/>
                    </a:cubicBezTo>
                    <a:cubicBezTo>
                      <a:pt x="15081" y="124090"/>
                      <a:pt x="9790" y="118269"/>
                      <a:pt x="5821" y="110860"/>
                    </a:cubicBezTo>
                    <a:cubicBezTo>
                      <a:pt x="2117" y="103452"/>
                      <a:pt x="0" y="95250"/>
                      <a:pt x="0" y="85990"/>
                    </a:cubicBezTo>
                    <a:cubicBezTo>
                      <a:pt x="0" y="76729"/>
                      <a:pt x="1852" y="68527"/>
                      <a:pt x="5821" y="61119"/>
                    </a:cubicBezTo>
                    <a:cubicBezTo>
                      <a:pt x="9525" y="53710"/>
                      <a:pt x="15081" y="47890"/>
                      <a:pt x="21960" y="43392"/>
                    </a:cubicBezTo>
                    <a:cubicBezTo>
                      <a:pt x="28840" y="38894"/>
                      <a:pt x="37042" y="36777"/>
                      <a:pt x="46302" y="36777"/>
                    </a:cubicBezTo>
                    <a:cubicBezTo>
                      <a:pt x="54240" y="36777"/>
                      <a:pt x="60854" y="38365"/>
                      <a:pt x="66675" y="41275"/>
                    </a:cubicBezTo>
                    <a:cubicBezTo>
                      <a:pt x="70908" y="43656"/>
                      <a:pt x="74877" y="46567"/>
                      <a:pt x="77788" y="50271"/>
                    </a:cubicBezTo>
                    <a:cubicBezTo>
                      <a:pt x="78581" y="51329"/>
                      <a:pt x="80433" y="50800"/>
                      <a:pt x="80433" y="49213"/>
                    </a:cubicBezTo>
                    <a:lnTo>
                      <a:pt x="80433" y="1588"/>
                    </a:lnTo>
                    <a:cubicBezTo>
                      <a:pt x="80433" y="794"/>
                      <a:pt x="80963" y="0"/>
                      <a:pt x="82021" y="0"/>
                    </a:cubicBezTo>
                    <a:lnTo>
                      <a:pt x="93398" y="0"/>
                    </a:lnTo>
                    <a:cubicBezTo>
                      <a:pt x="94192" y="0"/>
                      <a:pt x="94985" y="529"/>
                      <a:pt x="94985" y="1588"/>
                    </a:cubicBezTo>
                    <a:lnTo>
                      <a:pt x="94985" y="131763"/>
                    </a:lnTo>
                    <a:cubicBezTo>
                      <a:pt x="94985" y="132556"/>
                      <a:pt x="94456" y="133350"/>
                      <a:pt x="93398" y="133350"/>
                    </a:cubicBezTo>
                    <a:lnTo>
                      <a:pt x="82021" y="133350"/>
                    </a:lnTo>
                    <a:cubicBezTo>
                      <a:pt x="81227" y="133350"/>
                      <a:pt x="80433" y="132821"/>
                      <a:pt x="80433" y="131763"/>
                    </a:cubicBezTo>
                    <a:lnTo>
                      <a:pt x="80433" y="122238"/>
                    </a:lnTo>
                    <a:cubicBezTo>
                      <a:pt x="80433" y="120915"/>
                      <a:pt x="78846" y="120385"/>
                      <a:pt x="77788" y="121179"/>
                    </a:cubicBezTo>
                    <a:cubicBezTo>
                      <a:pt x="74612" y="124883"/>
                      <a:pt x="70908" y="127794"/>
                      <a:pt x="66675" y="130175"/>
                    </a:cubicBezTo>
                    <a:cubicBezTo>
                      <a:pt x="60854" y="133879"/>
                      <a:pt x="53975" y="135202"/>
                      <a:pt x="46302" y="135202"/>
                    </a:cubicBezTo>
                    <a:close/>
                    <a:moveTo>
                      <a:pt x="48154" y="122502"/>
                    </a:moveTo>
                    <a:cubicBezTo>
                      <a:pt x="55298" y="122502"/>
                      <a:pt x="61383" y="120915"/>
                      <a:pt x="66146" y="117475"/>
                    </a:cubicBezTo>
                    <a:cubicBezTo>
                      <a:pt x="70908" y="114300"/>
                      <a:pt x="74612" y="109802"/>
                      <a:pt x="77258" y="104246"/>
                    </a:cubicBezTo>
                    <a:cubicBezTo>
                      <a:pt x="79904" y="98690"/>
                      <a:pt x="80963" y="92604"/>
                      <a:pt x="80963" y="86254"/>
                    </a:cubicBezTo>
                    <a:cubicBezTo>
                      <a:pt x="80963" y="79640"/>
                      <a:pt x="79640" y="73554"/>
                      <a:pt x="77258" y="68263"/>
                    </a:cubicBezTo>
                    <a:cubicBezTo>
                      <a:pt x="74612" y="62706"/>
                      <a:pt x="70908" y="58473"/>
                      <a:pt x="66146" y="55033"/>
                    </a:cubicBezTo>
                    <a:cubicBezTo>
                      <a:pt x="61383" y="51858"/>
                      <a:pt x="55298" y="50006"/>
                      <a:pt x="48154" y="50006"/>
                    </a:cubicBezTo>
                    <a:cubicBezTo>
                      <a:pt x="41275" y="50006"/>
                      <a:pt x="35190" y="51594"/>
                      <a:pt x="30163" y="55033"/>
                    </a:cubicBezTo>
                    <a:cubicBezTo>
                      <a:pt x="25135" y="58208"/>
                      <a:pt x="21167" y="62706"/>
                      <a:pt x="18521" y="68263"/>
                    </a:cubicBezTo>
                    <a:cubicBezTo>
                      <a:pt x="15875" y="73819"/>
                      <a:pt x="14552" y="79640"/>
                      <a:pt x="14552" y="86254"/>
                    </a:cubicBezTo>
                    <a:cubicBezTo>
                      <a:pt x="14552" y="92604"/>
                      <a:pt x="15875" y="98690"/>
                      <a:pt x="18521" y="104246"/>
                    </a:cubicBezTo>
                    <a:cubicBezTo>
                      <a:pt x="21167" y="109802"/>
                      <a:pt x="25135" y="114300"/>
                      <a:pt x="30163" y="117475"/>
                    </a:cubicBezTo>
                    <a:cubicBezTo>
                      <a:pt x="35190" y="120650"/>
                      <a:pt x="41010" y="122502"/>
                      <a:pt x="48154" y="122502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09F253AC-AE2D-5000-419D-10D3D75EA4B9}"/>
                  </a:ext>
                </a:extLst>
              </p:cNvPr>
              <p:cNvSpPr/>
              <p:nvPr/>
            </p:nvSpPr>
            <p:spPr>
              <a:xfrm>
                <a:off x="11063022" y="1049751"/>
                <a:ext cx="94985" cy="98425"/>
              </a:xfrm>
              <a:custGeom>
                <a:avLst/>
                <a:gdLst>
                  <a:gd name="connsiteX0" fmla="*/ 46302 w 94985"/>
                  <a:gd name="connsiteY0" fmla="*/ 98425 h 98425"/>
                  <a:gd name="connsiteX1" fmla="*/ 21960 w 94985"/>
                  <a:gd name="connsiteY1" fmla="*/ 91810 h 98425"/>
                  <a:gd name="connsiteX2" fmla="*/ 5821 w 94985"/>
                  <a:gd name="connsiteY2" fmla="*/ 74083 h 98425"/>
                  <a:gd name="connsiteX3" fmla="*/ 0 w 94985"/>
                  <a:gd name="connsiteY3" fmla="*/ 49213 h 98425"/>
                  <a:gd name="connsiteX4" fmla="*/ 5821 w 94985"/>
                  <a:gd name="connsiteY4" fmla="*/ 24342 h 98425"/>
                  <a:gd name="connsiteX5" fmla="*/ 21960 w 94985"/>
                  <a:gd name="connsiteY5" fmla="*/ 6615 h 98425"/>
                  <a:gd name="connsiteX6" fmla="*/ 46302 w 94985"/>
                  <a:gd name="connsiteY6" fmla="*/ 0 h 98425"/>
                  <a:gd name="connsiteX7" fmla="*/ 66675 w 94985"/>
                  <a:gd name="connsiteY7" fmla="*/ 4498 h 98425"/>
                  <a:gd name="connsiteX8" fmla="*/ 77788 w 94985"/>
                  <a:gd name="connsiteY8" fmla="*/ 13494 h 98425"/>
                  <a:gd name="connsiteX9" fmla="*/ 80433 w 94985"/>
                  <a:gd name="connsiteY9" fmla="*/ 12435 h 98425"/>
                  <a:gd name="connsiteX10" fmla="*/ 80433 w 94985"/>
                  <a:gd name="connsiteY10" fmla="*/ 2910 h 98425"/>
                  <a:gd name="connsiteX11" fmla="*/ 82021 w 94985"/>
                  <a:gd name="connsiteY11" fmla="*/ 1323 h 98425"/>
                  <a:gd name="connsiteX12" fmla="*/ 93398 w 94985"/>
                  <a:gd name="connsiteY12" fmla="*/ 1323 h 98425"/>
                  <a:gd name="connsiteX13" fmla="*/ 94985 w 94985"/>
                  <a:gd name="connsiteY13" fmla="*/ 2910 h 98425"/>
                  <a:gd name="connsiteX14" fmla="*/ 94985 w 94985"/>
                  <a:gd name="connsiteY14" fmla="*/ 94985 h 98425"/>
                  <a:gd name="connsiteX15" fmla="*/ 93398 w 94985"/>
                  <a:gd name="connsiteY15" fmla="*/ 96573 h 98425"/>
                  <a:gd name="connsiteX16" fmla="*/ 82021 w 94985"/>
                  <a:gd name="connsiteY16" fmla="*/ 96573 h 98425"/>
                  <a:gd name="connsiteX17" fmla="*/ 80433 w 94985"/>
                  <a:gd name="connsiteY17" fmla="*/ 94985 h 98425"/>
                  <a:gd name="connsiteX18" fmla="*/ 80433 w 94985"/>
                  <a:gd name="connsiteY18" fmla="*/ 85460 h 98425"/>
                  <a:gd name="connsiteX19" fmla="*/ 77788 w 94985"/>
                  <a:gd name="connsiteY19" fmla="*/ 84402 h 98425"/>
                  <a:gd name="connsiteX20" fmla="*/ 66675 w 94985"/>
                  <a:gd name="connsiteY20" fmla="*/ 93398 h 98425"/>
                  <a:gd name="connsiteX21" fmla="*/ 46302 w 94985"/>
                  <a:gd name="connsiteY21" fmla="*/ 98425 h 98425"/>
                  <a:gd name="connsiteX22" fmla="*/ 48154 w 94985"/>
                  <a:gd name="connsiteY22" fmla="*/ 85725 h 98425"/>
                  <a:gd name="connsiteX23" fmla="*/ 66146 w 94985"/>
                  <a:gd name="connsiteY23" fmla="*/ 80698 h 98425"/>
                  <a:gd name="connsiteX24" fmla="*/ 77258 w 94985"/>
                  <a:gd name="connsiteY24" fmla="*/ 67469 h 98425"/>
                  <a:gd name="connsiteX25" fmla="*/ 80962 w 94985"/>
                  <a:gd name="connsiteY25" fmla="*/ 49477 h 98425"/>
                  <a:gd name="connsiteX26" fmla="*/ 77258 w 94985"/>
                  <a:gd name="connsiteY26" fmla="*/ 31485 h 98425"/>
                  <a:gd name="connsiteX27" fmla="*/ 66146 w 94985"/>
                  <a:gd name="connsiteY27" fmla="*/ 18256 h 98425"/>
                  <a:gd name="connsiteX28" fmla="*/ 48154 w 94985"/>
                  <a:gd name="connsiteY28" fmla="*/ 13229 h 98425"/>
                  <a:gd name="connsiteX29" fmla="*/ 30163 w 94985"/>
                  <a:gd name="connsiteY29" fmla="*/ 18256 h 98425"/>
                  <a:gd name="connsiteX30" fmla="*/ 18521 w 94985"/>
                  <a:gd name="connsiteY30" fmla="*/ 31485 h 98425"/>
                  <a:gd name="connsiteX31" fmla="*/ 14552 w 94985"/>
                  <a:gd name="connsiteY31" fmla="*/ 49477 h 98425"/>
                  <a:gd name="connsiteX32" fmla="*/ 18521 w 94985"/>
                  <a:gd name="connsiteY32" fmla="*/ 67469 h 98425"/>
                  <a:gd name="connsiteX33" fmla="*/ 30163 w 94985"/>
                  <a:gd name="connsiteY33" fmla="*/ 80698 h 98425"/>
                  <a:gd name="connsiteX34" fmla="*/ 48154 w 94985"/>
                  <a:gd name="connsiteY34" fmla="*/ 85725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94985" h="98425">
                    <a:moveTo>
                      <a:pt x="46302" y="98425"/>
                    </a:moveTo>
                    <a:cubicBezTo>
                      <a:pt x="37042" y="98425"/>
                      <a:pt x="28840" y="96308"/>
                      <a:pt x="21960" y="91810"/>
                    </a:cubicBezTo>
                    <a:cubicBezTo>
                      <a:pt x="15081" y="87313"/>
                      <a:pt x="9790" y="81492"/>
                      <a:pt x="5821" y="74083"/>
                    </a:cubicBezTo>
                    <a:cubicBezTo>
                      <a:pt x="2117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525" y="16933"/>
                      <a:pt x="15081" y="11113"/>
                      <a:pt x="21960" y="6615"/>
                    </a:cubicBezTo>
                    <a:cubicBezTo>
                      <a:pt x="28840" y="2117"/>
                      <a:pt x="37042" y="0"/>
                      <a:pt x="46302" y="0"/>
                    </a:cubicBezTo>
                    <a:cubicBezTo>
                      <a:pt x="54240" y="0"/>
                      <a:pt x="60854" y="1588"/>
                      <a:pt x="66675" y="4498"/>
                    </a:cubicBezTo>
                    <a:cubicBezTo>
                      <a:pt x="70908" y="6879"/>
                      <a:pt x="74877" y="9790"/>
                      <a:pt x="77788" y="13494"/>
                    </a:cubicBezTo>
                    <a:cubicBezTo>
                      <a:pt x="78581" y="14552"/>
                      <a:pt x="80433" y="14023"/>
                      <a:pt x="80433" y="12435"/>
                    </a:cubicBezTo>
                    <a:lnTo>
                      <a:pt x="80433" y="2910"/>
                    </a:lnTo>
                    <a:cubicBezTo>
                      <a:pt x="80433" y="2117"/>
                      <a:pt x="80962" y="1323"/>
                      <a:pt x="82021" y="1323"/>
                    </a:cubicBezTo>
                    <a:lnTo>
                      <a:pt x="93398" y="1323"/>
                    </a:lnTo>
                    <a:cubicBezTo>
                      <a:pt x="94192" y="1323"/>
                      <a:pt x="94985" y="1852"/>
                      <a:pt x="94985" y="2910"/>
                    </a:cubicBezTo>
                    <a:lnTo>
                      <a:pt x="94985" y="94985"/>
                    </a:lnTo>
                    <a:cubicBezTo>
                      <a:pt x="94985" y="95779"/>
                      <a:pt x="94456" y="96573"/>
                      <a:pt x="93398" y="96573"/>
                    </a:cubicBezTo>
                    <a:lnTo>
                      <a:pt x="82021" y="96573"/>
                    </a:lnTo>
                    <a:cubicBezTo>
                      <a:pt x="81227" y="96573"/>
                      <a:pt x="80433" y="96044"/>
                      <a:pt x="80433" y="94985"/>
                    </a:cubicBezTo>
                    <a:lnTo>
                      <a:pt x="80433" y="85460"/>
                    </a:lnTo>
                    <a:cubicBezTo>
                      <a:pt x="80433" y="84138"/>
                      <a:pt x="78846" y="83608"/>
                      <a:pt x="77788" y="84402"/>
                    </a:cubicBezTo>
                    <a:cubicBezTo>
                      <a:pt x="74612" y="88106"/>
                      <a:pt x="70908" y="91017"/>
                      <a:pt x="66675" y="93398"/>
                    </a:cubicBezTo>
                    <a:cubicBezTo>
                      <a:pt x="60854" y="97102"/>
                      <a:pt x="53975" y="98425"/>
                      <a:pt x="46302" y="98425"/>
                    </a:cubicBezTo>
                    <a:close/>
                    <a:moveTo>
                      <a:pt x="48154" y="85725"/>
                    </a:moveTo>
                    <a:cubicBezTo>
                      <a:pt x="55298" y="85725"/>
                      <a:pt x="61383" y="84138"/>
                      <a:pt x="66146" y="80698"/>
                    </a:cubicBezTo>
                    <a:cubicBezTo>
                      <a:pt x="70908" y="77523"/>
                      <a:pt x="74612" y="73025"/>
                      <a:pt x="77258" y="67469"/>
                    </a:cubicBezTo>
                    <a:cubicBezTo>
                      <a:pt x="79904" y="61913"/>
                      <a:pt x="80962" y="55827"/>
                      <a:pt x="80962" y="49477"/>
                    </a:cubicBezTo>
                    <a:cubicBezTo>
                      <a:pt x="80962" y="42863"/>
                      <a:pt x="79640" y="36777"/>
                      <a:pt x="77258" y="31485"/>
                    </a:cubicBezTo>
                    <a:cubicBezTo>
                      <a:pt x="74612" y="25929"/>
                      <a:pt x="70908" y="21696"/>
                      <a:pt x="66146" y="18256"/>
                    </a:cubicBezTo>
                    <a:cubicBezTo>
                      <a:pt x="61383" y="15081"/>
                      <a:pt x="55298" y="13229"/>
                      <a:pt x="48154" y="13229"/>
                    </a:cubicBezTo>
                    <a:cubicBezTo>
                      <a:pt x="41275" y="13229"/>
                      <a:pt x="35190" y="14817"/>
                      <a:pt x="30163" y="18256"/>
                    </a:cubicBezTo>
                    <a:cubicBezTo>
                      <a:pt x="25135" y="21431"/>
                      <a:pt x="21167" y="25929"/>
                      <a:pt x="18521" y="31485"/>
                    </a:cubicBezTo>
                    <a:cubicBezTo>
                      <a:pt x="15875" y="37042"/>
                      <a:pt x="14552" y="42863"/>
                      <a:pt x="14552" y="49477"/>
                    </a:cubicBezTo>
                    <a:cubicBezTo>
                      <a:pt x="14552" y="55827"/>
                      <a:pt x="15875" y="61913"/>
                      <a:pt x="18521" y="67469"/>
                    </a:cubicBezTo>
                    <a:cubicBezTo>
                      <a:pt x="21167" y="73025"/>
                      <a:pt x="25135" y="77523"/>
                      <a:pt x="30163" y="80698"/>
                    </a:cubicBezTo>
                    <a:cubicBezTo>
                      <a:pt x="35190" y="83873"/>
                      <a:pt x="41010" y="85725"/>
                      <a:pt x="48154" y="85725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0F87EABB-7153-8518-C4CD-CBCCACCAD413}"/>
                  </a:ext>
                </a:extLst>
              </p:cNvPr>
              <p:cNvSpPr/>
              <p:nvPr/>
            </p:nvSpPr>
            <p:spPr>
              <a:xfrm>
                <a:off x="11174677" y="1050280"/>
                <a:ext cx="84137" cy="97102"/>
              </a:xfrm>
              <a:custGeom>
                <a:avLst/>
                <a:gdLst>
                  <a:gd name="connsiteX0" fmla="*/ 0 w 84137"/>
                  <a:gd name="connsiteY0" fmla="*/ 94985 h 97102"/>
                  <a:gd name="connsiteX1" fmla="*/ 0 w 84137"/>
                  <a:gd name="connsiteY1" fmla="*/ 2910 h 97102"/>
                  <a:gd name="connsiteX2" fmla="*/ 1588 w 84137"/>
                  <a:gd name="connsiteY2" fmla="*/ 1323 h 97102"/>
                  <a:gd name="connsiteX3" fmla="*/ 12965 w 84137"/>
                  <a:gd name="connsiteY3" fmla="*/ 1323 h 97102"/>
                  <a:gd name="connsiteX4" fmla="*/ 14552 w 84137"/>
                  <a:gd name="connsiteY4" fmla="*/ 2910 h 97102"/>
                  <a:gd name="connsiteX5" fmla="*/ 14552 w 84137"/>
                  <a:gd name="connsiteY5" fmla="*/ 12171 h 97102"/>
                  <a:gd name="connsiteX6" fmla="*/ 17198 w 84137"/>
                  <a:gd name="connsiteY6" fmla="*/ 13229 h 97102"/>
                  <a:gd name="connsiteX7" fmla="*/ 27252 w 84137"/>
                  <a:gd name="connsiteY7" fmla="*/ 4762 h 97102"/>
                  <a:gd name="connsiteX8" fmla="*/ 46302 w 84137"/>
                  <a:gd name="connsiteY8" fmla="*/ 0 h 97102"/>
                  <a:gd name="connsiteX9" fmla="*/ 64823 w 84137"/>
                  <a:gd name="connsiteY9" fmla="*/ 4762 h 97102"/>
                  <a:gd name="connsiteX10" fmla="*/ 78846 w 84137"/>
                  <a:gd name="connsiteY10" fmla="*/ 18785 h 97102"/>
                  <a:gd name="connsiteX11" fmla="*/ 84138 w 84137"/>
                  <a:gd name="connsiteY11" fmla="*/ 41540 h 97102"/>
                  <a:gd name="connsiteX12" fmla="*/ 84138 w 84137"/>
                  <a:gd name="connsiteY12" fmla="*/ 95515 h 97102"/>
                  <a:gd name="connsiteX13" fmla="*/ 82550 w 84137"/>
                  <a:gd name="connsiteY13" fmla="*/ 97102 h 97102"/>
                  <a:gd name="connsiteX14" fmla="*/ 71173 w 84137"/>
                  <a:gd name="connsiteY14" fmla="*/ 97102 h 97102"/>
                  <a:gd name="connsiteX15" fmla="*/ 69585 w 84137"/>
                  <a:gd name="connsiteY15" fmla="*/ 95515 h 97102"/>
                  <a:gd name="connsiteX16" fmla="*/ 69585 w 84137"/>
                  <a:gd name="connsiteY16" fmla="*/ 42069 h 97102"/>
                  <a:gd name="connsiteX17" fmla="*/ 62177 w 84137"/>
                  <a:gd name="connsiteY17" fmla="*/ 21167 h 97102"/>
                  <a:gd name="connsiteX18" fmla="*/ 42863 w 84137"/>
                  <a:gd name="connsiteY18" fmla="*/ 13229 h 97102"/>
                  <a:gd name="connsiteX19" fmla="*/ 28310 w 84137"/>
                  <a:gd name="connsiteY19" fmla="*/ 16933 h 97102"/>
                  <a:gd name="connsiteX20" fmla="*/ 17992 w 84137"/>
                  <a:gd name="connsiteY20" fmla="*/ 26988 h 97102"/>
                  <a:gd name="connsiteX21" fmla="*/ 14023 w 84137"/>
                  <a:gd name="connsiteY21" fmla="*/ 42069 h 97102"/>
                  <a:gd name="connsiteX22" fmla="*/ 14023 w 84137"/>
                  <a:gd name="connsiteY22" fmla="*/ 95515 h 97102"/>
                  <a:gd name="connsiteX23" fmla="*/ 12435 w 84137"/>
                  <a:gd name="connsiteY23" fmla="*/ 97102 h 97102"/>
                  <a:gd name="connsiteX24" fmla="*/ 1058 w 84137"/>
                  <a:gd name="connsiteY24" fmla="*/ 97102 h 97102"/>
                  <a:gd name="connsiteX25" fmla="*/ 0 w 84137"/>
                  <a:gd name="connsiteY25" fmla="*/ 94985 h 97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84137" h="97102">
                    <a:moveTo>
                      <a:pt x="0" y="94985"/>
                    </a:moveTo>
                    <a:lnTo>
                      <a:pt x="0" y="2910"/>
                    </a:lnTo>
                    <a:cubicBezTo>
                      <a:pt x="0" y="2117"/>
                      <a:pt x="529" y="1323"/>
                      <a:pt x="1588" y="1323"/>
                    </a:cubicBezTo>
                    <a:lnTo>
                      <a:pt x="12965" y="1323"/>
                    </a:lnTo>
                    <a:cubicBezTo>
                      <a:pt x="13758" y="1323"/>
                      <a:pt x="14552" y="1852"/>
                      <a:pt x="14552" y="2910"/>
                    </a:cubicBezTo>
                    <a:lnTo>
                      <a:pt x="14552" y="12171"/>
                    </a:lnTo>
                    <a:cubicBezTo>
                      <a:pt x="14552" y="13494"/>
                      <a:pt x="16140" y="14023"/>
                      <a:pt x="17198" y="13229"/>
                    </a:cubicBezTo>
                    <a:cubicBezTo>
                      <a:pt x="20108" y="10054"/>
                      <a:pt x="23548" y="7144"/>
                      <a:pt x="27252" y="4762"/>
                    </a:cubicBezTo>
                    <a:cubicBezTo>
                      <a:pt x="32279" y="1588"/>
                      <a:pt x="38629" y="0"/>
                      <a:pt x="46302" y="0"/>
                    </a:cubicBezTo>
                    <a:cubicBezTo>
                      <a:pt x="52917" y="0"/>
                      <a:pt x="59002" y="1588"/>
                      <a:pt x="64823" y="4762"/>
                    </a:cubicBezTo>
                    <a:cubicBezTo>
                      <a:pt x="70644" y="7938"/>
                      <a:pt x="75406" y="12435"/>
                      <a:pt x="78846" y="18785"/>
                    </a:cubicBezTo>
                    <a:cubicBezTo>
                      <a:pt x="82550" y="24871"/>
                      <a:pt x="84138" y="32544"/>
                      <a:pt x="84138" y="41540"/>
                    </a:cubicBezTo>
                    <a:lnTo>
                      <a:pt x="84138" y="95515"/>
                    </a:lnTo>
                    <a:cubicBezTo>
                      <a:pt x="84138" y="96308"/>
                      <a:pt x="83608" y="97102"/>
                      <a:pt x="82550" y="97102"/>
                    </a:cubicBezTo>
                    <a:lnTo>
                      <a:pt x="71173" y="97102"/>
                    </a:lnTo>
                    <a:cubicBezTo>
                      <a:pt x="70379" y="97102"/>
                      <a:pt x="69585" y="96573"/>
                      <a:pt x="69585" y="95515"/>
                    </a:cubicBezTo>
                    <a:lnTo>
                      <a:pt x="69585" y="42069"/>
                    </a:lnTo>
                    <a:cubicBezTo>
                      <a:pt x="69585" y="33338"/>
                      <a:pt x="67204" y="26458"/>
                      <a:pt x="62177" y="21167"/>
                    </a:cubicBezTo>
                    <a:cubicBezTo>
                      <a:pt x="57150" y="15875"/>
                      <a:pt x="50800" y="13229"/>
                      <a:pt x="42863" y="13229"/>
                    </a:cubicBezTo>
                    <a:cubicBezTo>
                      <a:pt x="37571" y="13229"/>
                      <a:pt x="32808" y="14552"/>
                      <a:pt x="28310" y="16933"/>
                    </a:cubicBezTo>
                    <a:cubicBezTo>
                      <a:pt x="24077" y="19315"/>
                      <a:pt x="20638" y="22754"/>
                      <a:pt x="17992" y="26988"/>
                    </a:cubicBezTo>
                    <a:cubicBezTo>
                      <a:pt x="15346" y="31485"/>
                      <a:pt x="14023" y="36512"/>
                      <a:pt x="14023" y="42069"/>
                    </a:cubicBezTo>
                    <a:lnTo>
                      <a:pt x="14023" y="95515"/>
                    </a:lnTo>
                    <a:cubicBezTo>
                      <a:pt x="14023" y="96308"/>
                      <a:pt x="13494" y="97102"/>
                      <a:pt x="12435" y="97102"/>
                    </a:cubicBezTo>
                    <a:lnTo>
                      <a:pt x="1058" y="97102"/>
                    </a:lnTo>
                    <a:cubicBezTo>
                      <a:pt x="529" y="96573"/>
                      <a:pt x="0" y="95779"/>
                      <a:pt x="0" y="94985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1672BFB8-76FC-0E32-FB1B-B213AC779694}"/>
                  </a:ext>
                </a:extLst>
              </p:cNvPr>
              <p:cNvSpPr/>
              <p:nvPr/>
            </p:nvSpPr>
            <p:spPr>
              <a:xfrm>
                <a:off x="11270720" y="1049751"/>
                <a:ext cx="91185" cy="98425"/>
              </a:xfrm>
              <a:custGeom>
                <a:avLst/>
                <a:gdLst>
                  <a:gd name="connsiteX0" fmla="*/ 46831 w 91185"/>
                  <a:gd name="connsiteY0" fmla="*/ 98425 h 98425"/>
                  <a:gd name="connsiteX1" fmla="*/ 21960 w 91185"/>
                  <a:gd name="connsiteY1" fmla="*/ 91810 h 98425"/>
                  <a:gd name="connsiteX2" fmla="*/ 5821 w 91185"/>
                  <a:gd name="connsiteY2" fmla="*/ 74083 h 98425"/>
                  <a:gd name="connsiteX3" fmla="*/ 0 w 91185"/>
                  <a:gd name="connsiteY3" fmla="*/ 49213 h 98425"/>
                  <a:gd name="connsiteX4" fmla="*/ 5821 w 91185"/>
                  <a:gd name="connsiteY4" fmla="*/ 24342 h 98425"/>
                  <a:gd name="connsiteX5" fmla="*/ 21960 w 91185"/>
                  <a:gd name="connsiteY5" fmla="*/ 6615 h 98425"/>
                  <a:gd name="connsiteX6" fmla="*/ 46831 w 91185"/>
                  <a:gd name="connsiteY6" fmla="*/ 0 h 98425"/>
                  <a:gd name="connsiteX7" fmla="*/ 75671 w 91185"/>
                  <a:gd name="connsiteY7" fmla="*/ 8731 h 98425"/>
                  <a:gd name="connsiteX8" fmla="*/ 91017 w 91185"/>
                  <a:gd name="connsiteY8" fmla="*/ 29369 h 98425"/>
                  <a:gd name="connsiteX9" fmla="*/ 89694 w 91185"/>
                  <a:gd name="connsiteY9" fmla="*/ 31221 h 98425"/>
                  <a:gd name="connsiteX10" fmla="*/ 77258 w 91185"/>
                  <a:gd name="connsiteY10" fmla="*/ 31221 h 98425"/>
                  <a:gd name="connsiteX11" fmla="*/ 75935 w 91185"/>
                  <a:gd name="connsiteY11" fmla="*/ 30427 h 98425"/>
                  <a:gd name="connsiteX12" fmla="*/ 65881 w 91185"/>
                  <a:gd name="connsiteY12" fmla="*/ 17992 h 98425"/>
                  <a:gd name="connsiteX13" fmla="*/ 48683 w 91185"/>
                  <a:gd name="connsiteY13" fmla="*/ 12965 h 98425"/>
                  <a:gd name="connsiteX14" fmla="*/ 30427 w 91185"/>
                  <a:gd name="connsiteY14" fmla="*/ 17992 h 98425"/>
                  <a:gd name="connsiteX15" fmla="*/ 18521 w 91185"/>
                  <a:gd name="connsiteY15" fmla="*/ 31221 h 98425"/>
                  <a:gd name="connsiteX16" fmla="*/ 14287 w 91185"/>
                  <a:gd name="connsiteY16" fmla="*/ 49213 h 98425"/>
                  <a:gd name="connsiteX17" fmla="*/ 18521 w 91185"/>
                  <a:gd name="connsiteY17" fmla="*/ 67204 h 98425"/>
                  <a:gd name="connsiteX18" fmla="*/ 30427 w 91185"/>
                  <a:gd name="connsiteY18" fmla="*/ 80433 h 98425"/>
                  <a:gd name="connsiteX19" fmla="*/ 48683 w 91185"/>
                  <a:gd name="connsiteY19" fmla="*/ 85460 h 98425"/>
                  <a:gd name="connsiteX20" fmla="*/ 65881 w 91185"/>
                  <a:gd name="connsiteY20" fmla="*/ 80433 h 98425"/>
                  <a:gd name="connsiteX21" fmla="*/ 75935 w 91185"/>
                  <a:gd name="connsiteY21" fmla="*/ 67998 h 98425"/>
                  <a:gd name="connsiteX22" fmla="*/ 77258 w 91185"/>
                  <a:gd name="connsiteY22" fmla="*/ 67204 h 98425"/>
                  <a:gd name="connsiteX23" fmla="*/ 89694 w 91185"/>
                  <a:gd name="connsiteY23" fmla="*/ 67204 h 98425"/>
                  <a:gd name="connsiteX24" fmla="*/ 91017 w 91185"/>
                  <a:gd name="connsiteY24" fmla="*/ 69056 h 98425"/>
                  <a:gd name="connsiteX25" fmla="*/ 75671 w 91185"/>
                  <a:gd name="connsiteY25" fmla="*/ 89694 h 98425"/>
                  <a:gd name="connsiteX26" fmla="*/ 46831 w 91185"/>
                  <a:gd name="connsiteY26" fmla="*/ 98425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91185" h="98425">
                    <a:moveTo>
                      <a:pt x="46831" y="98425"/>
                    </a:moveTo>
                    <a:cubicBezTo>
                      <a:pt x="37306" y="98425"/>
                      <a:pt x="29104" y="96308"/>
                      <a:pt x="21960" y="91810"/>
                    </a:cubicBezTo>
                    <a:cubicBezTo>
                      <a:pt x="15081" y="87313"/>
                      <a:pt x="9525" y="81492"/>
                      <a:pt x="5821" y="74083"/>
                    </a:cubicBezTo>
                    <a:cubicBezTo>
                      <a:pt x="1852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790" y="16933"/>
                      <a:pt x="15081" y="11113"/>
                      <a:pt x="21960" y="6615"/>
                    </a:cubicBezTo>
                    <a:cubicBezTo>
                      <a:pt x="28840" y="2117"/>
                      <a:pt x="37306" y="0"/>
                      <a:pt x="46831" y="0"/>
                    </a:cubicBezTo>
                    <a:cubicBezTo>
                      <a:pt x="58208" y="0"/>
                      <a:pt x="67733" y="2910"/>
                      <a:pt x="75671" y="8731"/>
                    </a:cubicBezTo>
                    <a:cubicBezTo>
                      <a:pt x="83079" y="14023"/>
                      <a:pt x="88106" y="21167"/>
                      <a:pt x="91017" y="29369"/>
                    </a:cubicBezTo>
                    <a:cubicBezTo>
                      <a:pt x="91281" y="30427"/>
                      <a:pt x="90487" y="31221"/>
                      <a:pt x="89694" y="31221"/>
                    </a:cubicBezTo>
                    <a:lnTo>
                      <a:pt x="77258" y="31221"/>
                    </a:lnTo>
                    <a:cubicBezTo>
                      <a:pt x="76729" y="31221"/>
                      <a:pt x="76200" y="30956"/>
                      <a:pt x="75935" y="30427"/>
                    </a:cubicBezTo>
                    <a:cubicBezTo>
                      <a:pt x="73819" y="25400"/>
                      <a:pt x="70379" y="21167"/>
                      <a:pt x="65881" y="17992"/>
                    </a:cubicBezTo>
                    <a:cubicBezTo>
                      <a:pt x="61119" y="14552"/>
                      <a:pt x="55298" y="12965"/>
                      <a:pt x="48683" y="12965"/>
                    </a:cubicBezTo>
                    <a:cubicBezTo>
                      <a:pt x="41804" y="12965"/>
                      <a:pt x="35719" y="14552"/>
                      <a:pt x="30427" y="17992"/>
                    </a:cubicBezTo>
                    <a:cubicBezTo>
                      <a:pt x="25135" y="21167"/>
                      <a:pt x="21167" y="25665"/>
                      <a:pt x="18521" y="31221"/>
                    </a:cubicBezTo>
                    <a:cubicBezTo>
                      <a:pt x="15610" y="36777"/>
                      <a:pt x="14287" y="42598"/>
                      <a:pt x="14287" y="49213"/>
                    </a:cubicBezTo>
                    <a:cubicBezTo>
                      <a:pt x="14287" y="55563"/>
                      <a:pt x="15610" y="61648"/>
                      <a:pt x="18521" y="67204"/>
                    </a:cubicBezTo>
                    <a:cubicBezTo>
                      <a:pt x="21431" y="72760"/>
                      <a:pt x="25400" y="77258"/>
                      <a:pt x="30427" y="80433"/>
                    </a:cubicBezTo>
                    <a:cubicBezTo>
                      <a:pt x="35719" y="83608"/>
                      <a:pt x="41804" y="85460"/>
                      <a:pt x="48683" y="85460"/>
                    </a:cubicBezTo>
                    <a:cubicBezTo>
                      <a:pt x="55298" y="85460"/>
                      <a:pt x="61119" y="83873"/>
                      <a:pt x="65881" y="80433"/>
                    </a:cubicBezTo>
                    <a:cubicBezTo>
                      <a:pt x="70379" y="77258"/>
                      <a:pt x="73819" y="73025"/>
                      <a:pt x="75935" y="67998"/>
                    </a:cubicBezTo>
                    <a:cubicBezTo>
                      <a:pt x="76200" y="67469"/>
                      <a:pt x="76729" y="67204"/>
                      <a:pt x="77258" y="67204"/>
                    </a:cubicBezTo>
                    <a:lnTo>
                      <a:pt x="89694" y="67204"/>
                    </a:lnTo>
                    <a:cubicBezTo>
                      <a:pt x="90752" y="67204"/>
                      <a:pt x="91546" y="68263"/>
                      <a:pt x="91017" y="69056"/>
                    </a:cubicBezTo>
                    <a:cubicBezTo>
                      <a:pt x="88106" y="77523"/>
                      <a:pt x="82815" y="84402"/>
                      <a:pt x="75671" y="89694"/>
                    </a:cubicBezTo>
                    <a:cubicBezTo>
                      <a:pt x="67733" y="95515"/>
                      <a:pt x="58208" y="98425"/>
                      <a:pt x="46831" y="98425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328E87F-2158-D869-11A9-7D96F83C5EB6}"/>
                  </a:ext>
                </a:extLst>
              </p:cNvPr>
              <p:cNvSpPr/>
              <p:nvPr/>
            </p:nvSpPr>
            <p:spPr>
              <a:xfrm>
                <a:off x="11371262" y="1049751"/>
                <a:ext cx="94456" cy="98425"/>
              </a:xfrm>
              <a:custGeom>
                <a:avLst/>
                <a:gdLst>
                  <a:gd name="connsiteX0" fmla="*/ 48419 w 94456"/>
                  <a:gd name="connsiteY0" fmla="*/ 98425 h 98425"/>
                  <a:gd name="connsiteX1" fmla="*/ 23019 w 94456"/>
                  <a:gd name="connsiteY1" fmla="*/ 91810 h 98425"/>
                  <a:gd name="connsiteX2" fmla="*/ 6085 w 94456"/>
                  <a:gd name="connsiteY2" fmla="*/ 74083 h 98425"/>
                  <a:gd name="connsiteX3" fmla="*/ 0 w 94456"/>
                  <a:gd name="connsiteY3" fmla="*/ 49213 h 98425"/>
                  <a:gd name="connsiteX4" fmla="*/ 5821 w 94456"/>
                  <a:gd name="connsiteY4" fmla="*/ 24342 h 98425"/>
                  <a:gd name="connsiteX5" fmla="*/ 22225 w 94456"/>
                  <a:gd name="connsiteY5" fmla="*/ 6615 h 98425"/>
                  <a:gd name="connsiteX6" fmla="*/ 47360 w 94456"/>
                  <a:gd name="connsiteY6" fmla="*/ 0 h 98425"/>
                  <a:gd name="connsiteX7" fmla="*/ 72496 w 94456"/>
                  <a:gd name="connsiteY7" fmla="*/ 6615 h 98425"/>
                  <a:gd name="connsiteX8" fmla="*/ 88635 w 94456"/>
                  <a:gd name="connsiteY8" fmla="*/ 24342 h 98425"/>
                  <a:gd name="connsiteX9" fmla="*/ 94456 w 94456"/>
                  <a:gd name="connsiteY9" fmla="*/ 49213 h 98425"/>
                  <a:gd name="connsiteX10" fmla="*/ 94456 w 94456"/>
                  <a:gd name="connsiteY10" fmla="*/ 53446 h 98425"/>
                  <a:gd name="connsiteX11" fmla="*/ 92869 w 94456"/>
                  <a:gd name="connsiteY11" fmla="*/ 55033 h 98425"/>
                  <a:gd name="connsiteX12" fmla="*/ 16404 w 94456"/>
                  <a:gd name="connsiteY12" fmla="*/ 55033 h 98425"/>
                  <a:gd name="connsiteX13" fmla="*/ 14817 w 94456"/>
                  <a:gd name="connsiteY13" fmla="*/ 56885 h 98425"/>
                  <a:gd name="connsiteX14" fmla="*/ 19844 w 94456"/>
                  <a:gd name="connsiteY14" fmla="*/ 70379 h 98425"/>
                  <a:gd name="connsiteX15" fmla="*/ 31485 w 94456"/>
                  <a:gd name="connsiteY15" fmla="*/ 81492 h 98425"/>
                  <a:gd name="connsiteX16" fmla="*/ 48154 w 94456"/>
                  <a:gd name="connsiteY16" fmla="*/ 85460 h 98425"/>
                  <a:gd name="connsiteX17" fmla="*/ 65087 w 94456"/>
                  <a:gd name="connsiteY17" fmla="*/ 80963 h 98425"/>
                  <a:gd name="connsiteX18" fmla="*/ 75406 w 94456"/>
                  <a:gd name="connsiteY18" fmla="*/ 70115 h 98425"/>
                  <a:gd name="connsiteX19" fmla="*/ 76729 w 94456"/>
                  <a:gd name="connsiteY19" fmla="*/ 69321 h 98425"/>
                  <a:gd name="connsiteX20" fmla="*/ 89165 w 94456"/>
                  <a:gd name="connsiteY20" fmla="*/ 69321 h 98425"/>
                  <a:gd name="connsiteX21" fmla="*/ 90487 w 94456"/>
                  <a:gd name="connsiteY21" fmla="*/ 71438 h 98425"/>
                  <a:gd name="connsiteX22" fmla="*/ 75671 w 94456"/>
                  <a:gd name="connsiteY22" fmla="*/ 90223 h 98425"/>
                  <a:gd name="connsiteX23" fmla="*/ 48419 w 94456"/>
                  <a:gd name="connsiteY23" fmla="*/ 98425 h 98425"/>
                  <a:gd name="connsiteX24" fmla="*/ 16933 w 94456"/>
                  <a:gd name="connsiteY24" fmla="*/ 41804 h 98425"/>
                  <a:gd name="connsiteX25" fmla="*/ 78052 w 94456"/>
                  <a:gd name="connsiteY25" fmla="*/ 41804 h 98425"/>
                  <a:gd name="connsiteX26" fmla="*/ 79640 w 94456"/>
                  <a:gd name="connsiteY26" fmla="*/ 39952 h 98425"/>
                  <a:gd name="connsiteX27" fmla="*/ 69585 w 94456"/>
                  <a:gd name="connsiteY27" fmla="*/ 21431 h 98425"/>
                  <a:gd name="connsiteX28" fmla="*/ 47625 w 94456"/>
                  <a:gd name="connsiteY28" fmla="*/ 13229 h 98425"/>
                  <a:gd name="connsiteX29" fmla="*/ 25665 w 94456"/>
                  <a:gd name="connsiteY29" fmla="*/ 21431 h 98425"/>
                  <a:gd name="connsiteX30" fmla="*/ 15610 w 94456"/>
                  <a:gd name="connsiteY30" fmla="*/ 39952 h 98425"/>
                  <a:gd name="connsiteX31" fmla="*/ 16933 w 94456"/>
                  <a:gd name="connsiteY31" fmla="*/ 41804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94456" h="98425">
                    <a:moveTo>
                      <a:pt x="48419" y="98425"/>
                    </a:moveTo>
                    <a:cubicBezTo>
                      <a:pt x="38894" y="98425"/>
                      <a:pt x="30427" y="96308"/>
                      <a:pt x="23019" y="91810"/>
                    </a:cubicBezTo>
                    <a:cubicBezTo>
                      <a:pt x="15875" y="87313"/>
                      <a:pt x="10054" y="81492"/>
                      <a:pt x="6085" y="74083"/>
                    </a:cubicBezTo>
                    <a:cubicBezTo>
                      <a:pt x="2117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525" y="16933"/>
                      <a:pt x="15081" y="11113"/>
                      <a:pt x="22225" y="6615"/>
                    </a:cubicBezTo>
                    <a:cubicBezTo>
                      <a:pt x="29369" y="2117"/>
                      <a:pt x="37835" y="0"/>
                      <a:pt x="47360" y="0"/>
                    </a:cubicBezTo>
                    <a:cubicBezTo>
                      <a:pt x="57150" y="0"/>
                      <a:pt x="65617" y="2117"/>
                      <a:pt x="72496" y="6615"/>
                    </a:cubicBezTo>
                    <a:cubicBezTo>
                      <a:pt x="79640" y="11113"/>
                      <a:pt x="84931" y="16933"/>
                      <a:pt x="88635" y="24342"/>
                    </a:cubicBezTo>
                    <a:cubicBezTo>
                      <a:pt x="92340" y="31750"/>
                      <a:pt x="94456" y="39952"/>
                      <a:pt x="94456" y="49213"/>
                    </a:cubicBezTo>
                    <a:lnTo>
                      <a:pt x="94456" y="53446"/>
                    </a:lnTo>
                    <a:cubicBezTo>
                      <a:pt x="94456" y="54240"/>
                      <a:pt x="93927" y="55033"/>
                      <a:pt x="92869" y="55033"/>
                    </a:cubicBezTo>
                    <a:lnTo>
                      <a:pt x="16404" y="55033"/>
                    </a:lnTo>
                    <a:cubicBezTo>
                      <a:pt x="15610" y="55033"/>
                      <a:pt x="14817" y="55827"/>
                      <a:pt x="14817" y="56885"/>
                    </a:cubicBezTo>
                    <a:cubicBezTo>
                      <a:pt x="15610" y="61913"/>
                      <a:pt x="17462" y="66410"/>
                      <a:pt x="19844" y="70379"/>
                    </a:cubicBezTo>
                    <a:cubicBezTo>
                      <a:pt x="22754" y="75142"/>
                      <a:pt x="26458" y="78581"/>
                      <a:pt x="31485" y="81492"/>
                    </a:cubicBezTo>
                    <a:cubicBezTo>
                      <a:pt x="36248" y="84138"/>
                      <a:pt x="41804" y="85460"/>
                      <a:pt x="48154" y="85460"/>
                    </a:cubicBezTo>
                    <a:cubicBezTo>
                      <a:pt x="54769" y="85460"/>
                      <a:pt x="60590" y="83873"/>
                      <a:pt x="65087" y="80963"/>
                    </a:cubicBezTo>
                    <a:cubicBezTo>
                      <a:pt x="69321" y="78052"/>
                      <a:pt x="72760" y="74613"/>
                      <a:pt x="75406" y="70115"/>
                    </a:cubicBezTo>
                    <a:cubicBezTo>
                      <a:pt x="75671" y="69585"/>
                      <a:pt x="76200" y="69321"/>
                      <a:pt x="76729" y="69321"/>
                    </a:cubicBezTo>
                    <a:lnTo>
                      <a:pt x="89165" y="69321"/>
                    </a:lnTo>
                    <a:cubicBezTo>
                      <a:pt x="90223" y="69321"/>
                      <a:pt x="91017" y="70379"/>
                      <a:pt x="90487" y="71438"/>
                    </a:cubicBezTo>
                    <a:cubicBezTo>
                      <a:pt x="87048" y="79110"/>
                      <a:pt x="82285" y="85196"/>
                      <a:pt x="75671" y="90223"/>
                    </a:cubicBezTo>
                    <a:cubicBezTo>
                      <a:pt x="68792" y="95779"/>
                      <a:pt x="59531" y="98425"/>
                      <a:pt x="48419" y="98425"/>
                    </a:cubicBezTo>
                    <a:close/>
                    <a:moveTo>
                      <a:pt x="16933" y="41804"/>
                    </a:moveTo>
                    <a:lnTo>
                      <a:pt x="78052" y="41804"/>
                    </a:lnTo>
                    <a:cubicBezTo>
                      <a:pt x="79110" y="41804"/>
                      <a:pt x="79640" y="41010"/>
                      <a:pt x="79640" y="39952"/>
                    </a:cubicBezTo>
                    <a:cubicBezTo>
                      <a:pt x="78052" y="32544"/>
                      <a:pt x="74877" y="26458"/>
                      <a:pt x="69585" y="21431"/>
                    </a:cubicBezTo>
                    <a:cubicBezTo>
                      <a:pt x="64029" y="15875"/>
                      <a:pt x="56621" y="13229"/>
                      <a:pt x="47625" y="13229"/>
                    </a:cubicBezTo>
                    <a:cubicBezTo>
                      <a:pt x="38365" y="13229"/>
                      <a:pt x="31221" y="15875"/>
                      <a:pt x="25665" y="21431"/>
                    </a:cubicBezTo>
                    <a:cubicBezTo>
                      <a:pt x="20637" y="26458"/>
                      <a:pt x="17198" y="32544"/>
                      <a:pt x="15610" y="39952"/>
                    </a:cubicBezTo>
                    <a:cubicBezTo>
                      <a:pt x="15081" y="41010"/>
                      <a:pt x="15875" y="41804"/>
                      <a:pt x="16933" y="41804"/>
                    </a:cubicBez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</p:grpSp>
        <p:grpSp>
          <p:nvGrpSpPr>
            <p:cNvPr id="4" name="Graphic 2">
              <a:extLst>
                <a:ext uri="{FF2B5EF4-FFF2-40B4-BE49-F238E27FC236}">
                  <a16:creationId xmlns:a16="http://schemas.microsoft.com/office/drawing/2014/main" id="{676A5CDE-1595-4E98-0FDA-F574450BDAF3}"/>
                </a:ext>
              </a:extLst>
            </p:cNvPr>
            <p:cNvGrpSpPr/>
            <p:nvPr/>
          </p:nvGrpSpPr>
          <p:grpSpPr>
            <a:xfrm>
              <a:off x="10781224" y="586995"/>
              <a:ext cx="459100" cy="369358"/>
              <a:chOff x="10781224" y="586995"/>
              <a:chExt cx="459100" cy="369358"/>
            </a:xfrm>
            <a:solidFill>
              <a:schemeClr val="bg1"/>
            </a:solidFill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327A6B1-0F1E-94EA-1E7F-AAD5B1A8AE47}"/>
                  </a:ext>
                </a:extLst>
              </p:cNvPr>
              <p:cNvSpPr/>
              <p:nvPr/>
            </p:nvSpPr>
            <p:spPr>
              <a:xfrm>
                <a:off x="10781224" y="586995"/>
                <a:ext cx="459100" cy="369358"/>
              </a:xfrm>
              <a:custGeom>
                <a:avLst/>
                <a:gdLst>
                  <a:gd name="connsiteX0" fmla="*/ 440283 w 459100"/>
                  <a:gd name="connsiteY0" fmla="*/ 296069 h 369358"/>
                  <a:gd name="connsiteX1" fmla="*/ 428377 w 459100"/>
                  <a:gd name="connsiteY1" fmla="*/ 293687 h 369358"/>
                  <a:gd name="connsiteX2" fmla="*/ 354558 w 459100"/>
                  <a:gd name="connsiteY2" fmla="*/ 319617 h 369358"/>
                  <a:gd name="connsiteX3" fmla="*/ 354294 w 459100"/>
                  <a:gd name="connsiteY3" fmla="*/ 319617 h 369358"/>
                  <a:gd name="connsiteX4" fmla="*/ 350854 w 459100"/>
                  <a:gd name="connsiteY4" fmla="*/ 319617 h 369358"/>
                  <a:gd name="connsiteX5" fmla="*/ 348738 w 459100"/>
                  <a:gd name="connsiteY5" fmla="*/ 319617 h 369358"/>
                  <a:gd name="connsiteX6" fmla="*/ 213800 w 459100"/>
                  <a:gd name="connsiteY6" fmla="*/ 184679 h 369358"/>
                  <a:gd name="connsiteX7" fmla="*/ 348738 w 459100"/>
                  <a:gd name="connsiteY7" fmla="*/ 49742 h 369358"/>
                  <a:gd name="connsiteX8" fmla="*/ 350854 w 459100"/>
                  <a:gd name="connsiteY8" fmla="*/ 49742 h 369358"/>
                  <a:gd name="connsiteX9" fmla="*/ 354294 w 459100"/>
                  <a:gd name="connsiteY9" fmla="*/ 49742 h 369358"/>
                  <a:gd name="connsiteX10" fmla="*/ 354558 w 459100"/>
                  <a:gd name="connsiteY10" fmla="*/ 49742 h 369358"/>
                  <a:gd name="connsiteX11" fmla="*/ 428377 w 459100"/>
                  <a:gd name="connsiteY11" fmla="*/ 75671 h 369358"/>
                  <a:gd name="connsiteX12" fmla="*/ 440283 w 459100"/>
                  <a:gd name="connsiteY12" fmla="*/ 73290 h 369358"/>
                  <a:gd name="connsiteX13" fmla="*/ 458010 w 459100"/>
                  <a:gd name="connsiteY13" fmla="*/ 43392 h 369358"/>
                  <a:gd name="connsiteX14" fmla="*/ 455629 w 459100"/>
                  <a:gd name="connsiteY14" fmla="*/ 32808 h 369358"/>
                  <a:gd name="connsiteX15" fmla="*/ 350590 w 459100"/>
                  <a:gd name="connsiteY15" fmla="*/ 0 h 369358"/>
                  <a:gd name="connsiteX16" fmla="*/ 350590 w 459100"/>
                  <a:gd name="connsiteY16" fmla="*/ 0 h 369358"/>
                  <a:gd name="connsiteX17" fmla="*/ 350590 w 459100"/>
                  <a:gd name="connsiteY17" fmla="*/ 0 h 369358"/>
                  <a:gd name="connsiteX18" fmla="*/ 240258 w 459100"/>
                  <a:gd name="connsiteY18" fmla="*/ 36777 h 369358"/>
                  <a:gd name="connsiteX19" fmla="*/ 238406 w 459100"/>
                  <a:gd name="connsiteY19" fmla="*/ 38100 h 369358"/>
                  <a:gd name="connsiteX20" fmla="*/ 156385 w 459100"/>
                  <a:gd name="connsiteY20" fmla="*/ 144463 h 369358"/>
                  <a:gd name="connsiteX21" fmla="*/ 148183 w 459100"/>
                  <a:gd name="connsiteY21" fmla="*/ 144727 h 369358"/>
                  <a:gd name="connsiteX22" fmla="*/ 63517 w 459100"/>
                  <a:gd name="connsiteY22" fmla="*/ 10848 h 369358"/>
                  <a:gd name="connsiteX23" fmla="*/ 57960 w 459100"/>
                  <a:gd name="connsiteY23" fmla="*/ 7673 h 369358"/>
                  <a:gd name="connsiteX24" fmla="*/ 6631 w 459100"/>
                  <a:gd name="connsiteY24" fmla="*/ 7673 h 369358"/>
                  <a:gd name="connsiteX25" fmla="*/ 17 w 459100"/>
                  <a:gd name="connsiteY25" fmla="*/ 14817 h 369358"/>
                  <a:gd name="connsiteX26" fmla="*/ 1075 w 459100"/>
                  <a:gd name="connsiteY26" fmla="*/ 18256 h 369358"/>
                  <a:gd name="connsiteX27" fmla="*/ 112200 w 459100"/>
                  <a:gd name="connsiteY27" fmla="*/ 182033 h 369358"/>
                  <a:gd name="connsiteX28" fmla="*/ 112994 w 459100"/>
                  <a:gd name="connsiteY28" fmla="*/ 184679 h 369358"/>
                  <a:gd name="connsiteX29" fmla="*/ 112200 w 459100"/>
                  <a:gd name="connsiteY29" fmla="*/ 187325 h 369358"/>
                  <a:gd name="connsiteX30" fmla="*/ 1075 w 459100"/>
                  <a:gd name="connsiteY30" fmla="*/ 351102 h 369358"/>
                  <a:gd name="connsiteX31" fmla="*/ 17 w 459100"/>
                  <a:gd name="connsiteY31" fmla="*/ 354542 h 369358"/>
                  <a:gd name="connsiteX32" fmla="*/ 6631 w 459100"/>
                  <a:gd name="connsiteY32" fmla="*/ 361685 h 369358"/>
                  <a:gd name="connsiteX33" fmla="*/ 57960 w 459100"/>
                  <a:gd name="connsiteY33" fmla="*/ 361685 h 369358"/>
                  <a:gd name="connsiteX34" fmla="*/ 63517 w 459100"/>
                  <a:gd name="connsiteY34" fmla="*/ 358510 h 369358"/>
                  <a:gd name="connsiteX35" fmla="*/ 148183 w 459100"/>
                  <a:gd name="connsiteY35" fmla="*/ 224631 h 369358"/>
                  <a:gd name="connsiteX36" fmla="*/ 156385 w 459100"/>
                  <a:gd name="connsiteY36" fmla="*/ 224896 h 369358"/>
                  <a:gd name="connsiteX37" fmla="*/ 238406 w 459100"/>
                  <a:gd name="connsiteY37" fmla="*/ 331258 h 369358"/>
                  <a:gd name="connsiteX38" fmla="*/ 240258 w 459100"/>
                  <a:gd name="connsiteY38" fmla="*/ 332581 h 369358"/>
                  <a:gd name="connsiteX39" fmla="*/ 350590 w 459100"/>
                  <a:gd name="connsiteY39" fmla="*/ 369358 h 369358"/>
                  <a:gd name="connsiteX40" fmla="*/ 350590 w 459100"/>
                  <a:gd name="connsiteY40" fmla="*/ 369358 h 369358"/>
                  <a:gd name="connsiteX41" fmla="*/ 350590 w 459100"/>
                  <a:gd name="connsiteY41" fmla="*/ 369358 h 369358"/>
                  <a:gd name="connsiteX42" fmla="*/ 455629 w 459100"/>
                  <a:gd name="connsiteY42" fmla="*/ 336550 h 369358"/>
                  <a:gd name="connsiteX43" fmla="*/ 458010 w 459100"/>
                  <a:gd name="connsiteY43" fmla="*/ 325967 h 369358"/>
                  <a:gd name="connsiteX44" fmla="*/ 440283 w 459100"/>
                  <a:gd name="connsiteY44" fmla="*/ 296069 h 369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459100" h="369358">
                    <a:moveTo>
                      <a:pt x="440283" y="296069"/>
                    </a:moveTo>
                    <a:cubicBezTo>
                      <a:pt x="437902" y="291835"/>
                      <a:pt x="432346" y="290777"/>
                      <a:pt x="428377" y="293687"/>
                    </a:cubicBezTo>
                    <a:cubicBezTo>
                      <a:pt x="407475" y="308769"/>
                      <a:pt x="382075" y="318294"/>
                      <a:pt x="354558" y="319617"/>
                    </a:cubicBezTo>
                    <a:cubicBezTo>
                      <a:pt x="354558" y="319617"/>
                      <a:pt x="354558" y="319617"/>
                      <a:pt x="354294" y="319617"/>
                    </a:cubicBezTo>
                    <a:cubicBezTo>
                      <a:pt x="353235" y="319617"/>
                      <a:pt x="351913" y="319617"/>
                      <a:pt x="350854" y="319617"/>
                    </a:cubicBezTo>
                    <a:cubicBezTo>
                      <a:pt x="350060" y="319617"/>
                      <a:pt x="349531" y="319617"/>
                      <a:pt x="348738" y="319617"/>
                    </a:cubicBezTo>
                    <a:cubicBezTo>
                      <a:pt x="274125" y="319617"/>
                      <a:pt x="213800" y="259292"/>
                      <a:pt x="213800" y="184679"/>
                    </a:cubicBezTo>
                    <a:cubicBezTo>
                      <a:pt x="213800" y="110067"/>
                      <a:pt x="274390" y="49742"/>
                      <a:pt x="348738" y="49742"/>
                    </a:cubicBezTo>
                    <a:cubicBezTo>
                      <a:pt x="349531" y="49742"/>
                      <a:pt x="350060" y="49742"/>
                      <a:pt x="350854" y="49742"/>
                    </a:cubicBezTo>
                    <a:cubicBezTo>
                      <a:pt x="351913" y="49742"/>
                      <a:pt x="353235" y="49742"/>
                      <a:pt x="354294" y="49742"/>
                    </a:cubicBezTo>
                    <a:cubicBezTo>
                      <a:pt x="354294" y="49742"/>
                      <a:pt x="354558" y="49742"/>
                      <a:pt x="354558" y="49742"/>
                    </a:cubicBezTo>
                    <a:cubicBezTo>
                      <a:pt x="382075" y="50800"/>
                      <a:pt x="407475" y="60325"/>
                      <a:pt x="428377" y="75671"/>
                    </a:cubicBezTo>
                    <a:cubicBezTo>
                      <a:pt x="432346" y="78581"/>
                      <a:pt x="437902" y="77523"/>
                      <a:pt x="440283" y="73290"/>
                    </a:cubicBezTo>
                    <a:lnTo>
                      <a:pt x="458010" y="43392"/>
                    </a:lnTo>
                    <a:cubicBezTo>
                      <a:pt x="460127" y="39688"/>
                      <a:pt x="459069" y="35190"/>
                      <a:pt x="455629" y="32808"/>
                    </a:cubicBezTo>
                    <a:cubicBezTo>
                      <a:pt x="441606" y="23019"/>
                      <a:pt x="402977" y="0"/>
                      <a:pt x="350590" y="0"/>
                    </a:cubicBezTo>
                    <a:cubicBezTo>
                      <a:pt x="350590" y="0"/>
                      <a:pt x="350590" y="0"/>
                      <a:pt x="350590" y="0"/>
                    </a:cubicBezTo>
                    <a:cubicBezTo>
                      <a:pt x="350590" y="0"/>
                      <a:pt x="350590" y="0"/>
                      <a:pt x="350590" y="0"/>
                    </a:cubicBezTo>
                    <a:cubicBezTo>
                      <a:pt x="283650" y="0"/>
                      <a:pt x="240258" y="36777"/>
                      <a:pt x="240258" y="36777"/>
                    </a:cubicBezTo>
                    <a:cubicBezTo>
                      <a:pt x="240258" y="36777"/>
                      <a:pt x="239729" y="37306"/>
                      <a:pt x="238406" y="38100"/>
                    </a:cubicBezTo>
                    <a:cubicBezTo>
                      <a:pt x="229940" y="44450"/>
                      <a:pt x="193692" y="74083"/>
                      <a:pt x="156385" y="144463"/>
                    </a:cubicBezTo>
                    <a:cubicBezTo>
                      <a:pt x="154533" y="147637"/>
                      <a:pt x="150035" y="147637"/>
                      <a:pt x="148183" y="144727"/>
                    </a:cubicBezTo>
                    <a:lnTo>
                      <a:pt x="63517" y="10848"/>
                    </a:lnTo>
                    <a:cubicBezTo>
                      <a:pt x="62194" y="8996"/>
                      <a:pt x="60342" y="7673"/>
                      <a:pt x="57960" y="7673"/>
                    </a:cubicBezTo>
                    <a:lnTo>
                      <a:pt x="6631" y="7673"/>
                    </a:lnTo>
                    <a:cubicBezTo>
                      <a:pt x="2663" y="7673"/>
                      <a:pt x="-248" y="11112"/>
                      <a:pt x="17" y="14817"/>
                    </a:cubicBezTo>
                    <a:cubicBezTo>
                      <a:pt x="17" y="15875"/>
                      <a:pt x="281" y="17198"/>
                      <a:pt x="1075" y="18256"/>
                    </a:cubicBezTo>
                    <a:lnTo>
                      <a:pt x="112200" y="182033"/>
                    </a:lnTo>
                    <a:cubicBezTo>
                      <a:pt x="112729" y="182827"/>
                      <a:pt x="112994" y="183621"/>
                      <a:pt x="112994" y="184679"/>
                    </a:cubicBezTo>
                    <a:cubicBezTo>
                      <a:pt x="112994" y="185473"/>
                      <a:pt x="112729" y="186531"/>
                      <a:pt x="112200" y="187325"/>
                    </a:cubicBezTo>
                    <a:lnTo>
                      <a:pt x="1075" y="351102"/>
                    </a:lnTo>
                    <a:cubicBezTo>
                      <a:pt x="281" y="352160"/>
                      <a:pt x="17" y="353483"/>
                      <a:pt x="17" y="354542"/>
                    </a:cubicBezTo>
                    <a:cubicBezTo>
                      <a:pt x="-248" y="358246"/>
                      <a:pt x="2663" y="361685"/>
                      <a:pt x="6631" y="361685"/>
                    </a:cubicBezTo>
                    <a:lnTo>
                      <a:pt x="57960" y="361685"/>
                    </a:lnTo>
                    <a:cubicBezTo>
                      <a:pt x="60342" y="361685"/>
                      <a:pt x="62194" y="360627"/>
                      <a:pt x="63517" y="358510"/>
                    </a:cubicBezTo>
                    <a:lnTo>
                      <a:pt x="148183" y="224631"/>
                    </a:lnTo>
                    <a:cubicBezTo>
                      <a:pt x="150300" y="221721"/>
                      <a:pt x="154533" y="221985"/>
                      <a:pt x="156385" y="224896"/>
                    </a:cubicBezTo>
                    <a:cubicBezTo>
                      <a:pt x="193692" y="295540"/>
                      <a:pt x="229940" y="324908"/>
                      <a:pt x="238406" y="331258"/>
                    </a:cubicBezTo>
                    <a:cubicBezTo>
                      <a:pt x="239729" y="332052"/>
                      <a:pt x="240258" y="332581"/>
                      <a:pt x="240258" y="332581"/>
                    </a:cubicBezTo>
                    <a:cubicBezTo>
                      <a:pt x="240258" y="332581"/>
                      <a:pt x="283650" y="369358"/>
                      <a:pt x="350590" y="369358"/>
                    </a:cubicBezTo>
                    <a:cubicBezTo>
                      <a:pt x="350590" y="369358"/>
                      <a:pt x="350590" y="369358"/>
                      <a:pt x="350590" y="369358"/>
                    </a:cubicBezTo>
                    <a:cubicBezTo>
                      <a:pt x="350590" y="369358"/>
                      <a:pt x="350590" y="369358"/>
                      <a:pt x="350590" y="369358"/>
                    </a:cubicBezTo>
                    <a:cubicBezTo>
                      <a:pt x="402977" y="369358"/>
                      <a:pt x="441342" y="346340"/>
                      <a:pt x="455629" y="336550"/>
                    </a:cubicBezTo>
                    <a:cubicBezTo>
                      <a:pt x="459069" y="334169"/>
                      <a:pt x="460127" y="329406"/>
                      <a:pt x="458010" y="325967"/>
                    </a:cubicBezTo>
                    <a:lnTo>
                      <a:pt x="440283" y="296069"/>
                    </a:lnTo>
                    <a:close/>
                  </a:path>
                </a:pathLst>
              </a:custGeom>
              <a:solidFill>
                <a:schemeClr val="bg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C70D8342-8898-10B9-B32E-EDF6071AB217}"/>
                  </a:ext>
                </a:extLst>
              </p:cNvPr>
              <p:cNvSpPr/>
              <p:nvPr/>
            </p:nvSpPr>
            <p:spPr>
              <a:xfrm>
                <a:off x="11047677" y="690711"/>
                <a:ext cx="161925" cy="161924"/>
              </a:xfrm>
              <a:custGeom>
                <a:avLst/>
                <a:gdLst>
                  <a:gd name="connsiteX0" fmla="*/ 161925 w 161925"/>
                  <a:gd name="connsiteY0" fmla="*/ 80962 h 161924"/>
                  <a:gd name="connsiteX1" fmla="*/ 80963 w 161925"/>
                  <a:gd name="connsiteY1" fmla="*/ 161925 h 161924"/>
                  <a:gd name="connsiteX2" fmla="*/ 0 w 161925"/>
                  <a:gd name="connsiteY2" fmla="*/ 80962 h 161924"/>
                  <a:gd name="connsiteX3" fmla="*/ 80963 w 161925"/>
                  <a:gd name="connsiteY3" fmla="*/ 0 h 161924"/>
                  <a:gd name="connsiteX4" fmla="*/ 161925 w 161925"/>
                  <a:gd name="connsiteY4" fmla="*/ 80962 h 16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925" h="161924">
                    <a:moveTo>
                      <a:pt x="161925" y="80962"/>
                    </a:moveTo>
                    <a:cubicBezTo>
                      <a:pt x="161925" y="125677"/>
                      <a:pt x="125677" y="161925"/>
                      <a:pt x="80963" y="161925"/>
                    </a:cubicBezTo>
                    <a:cubicBezTo>
                      <a:pt x="36248" y="161925"/>
                      <a:pt x="0" y="125677"/>
                      <a:pt x="0" y="80962"/>
                    </a:cubicBezTo>
                    <a:cubicBezTo>
                      <a:pt x="0" y="36248"/>
                      <a:pt x="36248" y="0"/>
                      <a:pt x="80963" y="0"/>
                    </a:cubicBezTo>
                    <a:cubicBezTo>
                      <a:pt x="125677" y="0"/>
                      <a:pt x="161925" y="36248"/>
                      <a:pt x="161925" y="8096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3361526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4">
            <a:extLst>
              <a:ext uri="{FF2B5EF4-FFF2-40B4-BE49-F238E27FC236}">
                <a16:creationId xmlns:a16="http://schemas.microsoft.com/office/drawing/2014/main" id="{D642DD60-039E-C257-1E39-ED878DA3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820400" cy="584774"/>
          </a:xfrm>
        </p:spPr>
        <p:txBody>
          <a:bodyPr lIns="0">
            <a:normAutofit/>
          </a:bodyPr>
          <a:lstStyle>
            <a:lvl1pPr algn="l">
              <a:defRPr sz="3200" b="0"/>
            </a:lvl1pPr>
          </a:lstStyle>
          <a:p>
            <a:pPr>
              <a:defRPr lang="en-US"/>
            </a:pPr>
            <a:r>
              <a:rPr lang="en-US"/>
              <a:t>Click to edit Master title style</a:t>
            </a:r>
            <a:endParaRPr lang="en-IN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8C7BD4-7871-5567-A8E6-093232762C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9400" y="298864"/>
            <a:ext cx="1143000" cy="11430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2DE603A-F0CC-D6F3-6254-EF0C454AAF03}"/>
              </a:ext>
            </a:extLst>
          </p:cNvPr>
          <p:cNvCxnSpPr/>
          <p:nvPr userDrawn="1"/>
        </p:nvCxnSpPr>
        <p:spPr>
          <a:xfrm>
            <a:off x="762000" y="1143000"/>
            <a:ext cx="9525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890936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lid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4">
            <a:extLst>
              <a:ext uri="{FF2B5EF4-FFF2-40B4-BE49-F238E27FC236}">
                <a16:creationId xmlns:a16="http://schemas.microsoft.com/office/drawing/2014/main" id="{D642DD60-039E-C257-1E39-ED878DA3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1"/>
            <a:ext cx="10820400" cy="584774"/>
          </a:xfrm>
        </p:spPr>
        <p:txBody>
          <a:bodyPr lIns="0">
            <a:normAutofit/>
          </a:bodyPr>
          <a:lstStyle>
            <a:lvl1pPr algn="l">
              <a:defRPr sz="3200" b="0">
                <a:solidFill>
                  <a:schemeClr val="bg1"/>
                </a:solidFill>
              </a:defRPr>
            </a:lvl1pPr>
          </a:lstStyle>
          <a:p>
            <a:pPr>
              <a:defRPr lang="en-US"/>
            </a:pPr>
            <a:r>
              <a:rPr lang="en-US"/>
              <a:t>Click to edit Master title style</a:t>
            </a:r>
            <a:endParaRPr lang="en-I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2DE603A-F0CC-D6F3-6254-EF0C454AAF03}"/>
              </a:ext>
            </a:extLst>
          </p:cNvPr>
          <p:cNvCxnSpPr/>
          <p:nvPr userDrawn="1"/>
        </p:nvCxnSpPr>
        <p:spPr>
          <a:xfrm>
            <a:off x="762000" y="1143000"/>
            <a:ext cx="9525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aphic 2">
            <a:extLst>
              <a:ext uri="{FF2B5EF4-FFF2-40B4-BE49-F238E27FC236}">
                <a16:creationId xmlns:a16="http://schemas.microsoft.com/office/drawing/2014/main" id="{F8208D30-09FE-950B-7C2D-5435ACB4BAFB}"/>
              </a:ext>
            </a:extLst>
          </p:cNvPr>
          <p:cNvGrpSpPr/>
          <p:nvPr/>
        </p:nvGrpSpPr>
        <p:grpSpPr>
          <a:xfrm>
            <a:off x="10555758" y="586995"/>
            <a:ext cx="909959" cy="561181"/>
            <a:chOff x="10555758" y="586995"/>
            <a:chExt cx="909959" cy="561181"/>
          </a:xfrm>
          <a:solidFill>
            <a:schemeClr val="bg1"/>
          </a:solidFill>
        </p:grpSpPr>
        <p:grpSp>
          <p:nvGrpSpPr>
            <p:cNvPr id="4" name="Graphic 2">
              <a:extLst>
                <a:ext uri="{FF2B5EF4-FFF2-40B4-BE49-F238E27FC236}">
                  <a16:creationId xmlns:a16="http://schemas.microsoft.com/office/drawing/2014/main" id="{2A22C16F-946B-7BDA-696F-3432CEE2FC4C}"/>
                </a:ext>
              </a:extLst>
            </p:cNvPr>
            <p:cNvGrpSpPr/>
            <p:nvPr/>
          </p:nvGrpSpPr>
          <p:grpSpPr>
            <a:xfrm>
              <a:off x="10555758" y="1012974"/>
              <a:ext cx="909959" cy="135202"/>
              <a:chOff x="10555758" y="1012974"/>
              <a:chExt cx="909959" cy="135202"/>
            </a:xfrm>
            <a:grpFill/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32656FCE-F896-173D-782E-1CFD98CC9DE3}"/>
                  </a:ext>
                </a:extLst>
              </p:cNvPr>
              <p:cNvSpPr/>
              <p:nvPr/>
            </p:nvSpPr>
            <p:spPr>
              <a:xfrm>
                <a:off x="10555758" y="1051603"/>
                <a:ext cx="87163" cy="95250"/>
              </a:xfrm>
              <a:custGeom>
                <a:avLst/>
                <a:gdLst>
                  <a:gd name="connsiteX0" fmla="*/ 322 w 87163"/>
                  <a:gd name="connsiteY0" fmla="*/ 92869 h 95250"/>
                  <a:gd name="connsiteX1" fmla="*/ 34718 w 87163"/>
                  <a:gd name="connsiteY1" fmla="*/ 47096 h 95250"/>
                  <a:gd name="connsiteX2" fmla="*/ 34718 w 87163"/>
                  <a:gd name="connsiteY2" fmla="*/ 45244 h 95250"/>
                  <a:gd name="connsiteX3" fmla="*/ 2704 w 87163"/>
                  <a:gd name="connsiteY3" fmla="*/ 2381 h 95250"/>
                  <a:gd name="connsiteX4" fmla="*/ 3762 w 87163"/>
                  <a:gd name="connsiteY4" fmla="*/ 0 h 95250"/>
                  <a:gd name="connsiteX5" fmla="*/ 18314 w 87163"/>
                  <a:gd name="connsiteY5" fmla="*/ 0 h 95250"/>
                  <a:gd name="connsiteX6" fmla="*/ 19637 w 87163"/>
                  <a:gd name="connsiteY6" fmla="*/ 529 h 95250"/>
                  <a:gd name="connsiteX7" fmla="*/ 42391 w 87163"/>
                  <a:gd name="connsiteY7" fmla="*/ 34131 h 95250"/>
                  <a:gd name="connsiteX8" fmla="*/ 44772 w 87163"/>
                  <a:gd name="connsiteY8" fmla="*/ 34131 h 95250"/>
                  <a:gd name="connsiteX9" fmla="*/ 67527 w 87163"/>
                  <a:gd name="connsiteY9" fmla="*/ 529 h 95250"/>
                  <a:gd name="connsiteX10" fmla="*/ 68850 w 87163"/>
                  <a:gd name="connsiteY10" fmla="*/ 0 h 95250"/>
                  <a:gd name="connsiteX11" fmla="*/ 83402 w 87163"/>
                  <a:gd name="connsiteY11" fmla="*/ 0 h 95250"/>
                  <a:gd name="connsiteX12" fmla="*/ 84460 w 87163"/>
                  <a:gd name="connsiteY12" fmla="*/ 2381 h 95250"/>
                  <a:gd name="connsiteX13" fmla="*/ 52445 w 87163"/>
                  <a:gd name="connsiteY13" fmla="*/ 45244 h 95250"/>
                  <a:gd name="connsiteX14" fmla="*/ 52445 w 87163"/>
                  <a:gd name="connsiteY14" fmla="*/ 47096 h 95250"/>
                  <a:gd name="connsiteX15" fmla="*/ 86841 w 87163"/>
                  <a:gd name="connsiteY15" fmla="*/ 92869 h 95250"/>
                  <a:gd name="connsiteX16" fmla="*/ 85783 w 87163"/>
                  <a:gd name="connsiteY16" fmla="*/ 95250 h 95250"/>
                  <a:gd name="connsiteX17" fmla="*/ 71231 w 87163"/>
                  <a:gd name="connsiteY17" fmla="*/ 95250 h 95250"/>
                  <a:gd name="connsiteX18" fmla="*/ 69908 w 87163"/>
                  <a:gd name="connsiteY18" fmla="*/ 94721 h 95250"/>
                  <a:gd name="connsiteX19" fmla="*/ 44772 w 87163"/>
                  <a:gd name="connsiteY19" fmla="*/ 58208 h 95250"/>
                  <a:gd name="connsiteX20" fmla="*/ 42391 w 87163"/>
                  <a:gd name="connsiteY20" fmla="*/ 58208 h 95250"/>
                  <a:gd name="connsiteX21" fmla="*/ 16991 w 87163"/>
                  <a:gd name="connsiteY21" fmla="*/ 94721 h 95250"/>
                  <a:gd name="connsiteX22" fmla="*/ 15668 w 87163"/>
                  <a:gd name="connsiteY22" fmla="*/ 95250 h 95250"/>
                  <a:gd name="connsiteX23" fmla="*/ 1381 w 87163"/>
                  <a:gd name="connsiteY23" fmla="*/ 95250 h 95250"/>
                  <a:gd name="connsiteX24" fmla="*/ 322 w 87163"/>
                  <a:gd name="connsiteY24" fmla="*/ 92869 h 95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7163" h="95250">
                    <a:moveTo>
                      <a:pt x="322" y="92869"/>
                    </a:moveTo>
                    <a:lnTo>
                      <a:pt x="34718" y="47096"/>
                    </a:lnTo>
                    <a:cubicBezTo>
                      <a:pt x="34983" y="46567"/>
                      <a:pt x="34983" y="45773"/>
                      <a:pt x="34718" y="45244"/>
                    </a:cubicBezTo>
                    <a:lnTo>
                      <a:pt x="2704" y="2381"/>
                    </a:lnTo>
                    <a:cubicBezTo>
                      <a:pt x="1910" y="1323"/>
                      <a:pt x="2704" y="0"/>
                      <a:pt x="3762" y="0"/>
                    </a:cubicBezTo>
                    <a:lnTo>
                      <a:pt x="18314" y="0"/>
                    </a:lnTo>
                    <a:cubicBezTo>
                      <a:pt x="18843" y="0"/>
                      <a:pt x="19372" y="265"/>
                      <a:pt x="19637" y="529"/>
                    </a:cubicBezTo>
                    <a:lnTo>
                      <a:pt x="42391" y="34131"/>
                    </a:lnTo>
                    <a:cubicBezTo>
                      <a:pt x="42920" y="34925"/>
                      <a:pt x="44243" y="34925"/>
                      <a:pt x="44772" y="34131"/>
                    </a:cubicBezTo>
                    <a:lnTo>
                      <a:pt x="67527" y="529"/>
                    </a:lnTo>
                    <a:cubicBezTo>
                      <a:pt x="67791" y="0"/>
                      <a:pt x="68320" y="0"/>
                      <a:pt x="68850" y="0"/>
                    </a:cubicBezTo>
                    <a:lnTo>
                      <a:pt x="83402" y="0"/>
                    </a:lnTo>
                    <a:cubicBezTo>
                      <a:pt x="84725" y="0"/>
                      <a:pt x="85254" y="1323"/>
                      <a:pt x="84460" y="2381"/>
                    </a:cubicBezTo>
                    <a:lnTo>
                      <a:pt x="52445" y="45244"/>
                    </a:lnTo>
                    <a:cubicBezTo>
                      <a:pt x="52181" y="45773"/>
                      <a:pt x="52181" y="46567"/>
                      <a:pt x="52445" y="47096"/>
                    </a:cubicBezTo>
                    <a:lnTo>
                      <a:pt x="86841" y="92869"/>
                    </a:lnTo>
                    <a:cubicBezTo>
                      <a:pt x="87635" y="93927"/>
                      <a:pt x="86841" y="95250"/>
                      <a:pt x="85783" y="95250"/>
                    </a:cubicBezTo>
                    <a:lnTo>
                      <a:pt x="71231" y="95250"/>
                    </a:lnTo>
                    <a:cubicBezTo>
                      <a:pt x="70702" y="95250"/>
                      <a:pt x="70172" y="94985"/>
                      <a:pt x="69908" y="94721"/>
                    </a:cubicBezTo>
                    <a:lnTo>
                      <a:pt x="44772" y="58208"/>
                    </a:lnTo>
                    <a:cubicBezTo>
                      <a:pt x="44243" y="57415"/>
                      <a:pt x="42920" y="57415"/>
                      <a:pt x="42391" y="58208"/>
                    </a:cubicBezTo>
                    <a:lnTo>
                      <a:pt x="16991" y="94721"/>
                    </a:lnTo>
                    <a:cubicBezTo>
                      <a:pt x="16727" y="94985"/>
                      <a:pt x="16197" y="95250"/>
                      <a:pt x="15668" y="95250"/>
                    </a:cubicBezTo>
                    <a:lnTo>
                      <a:pt x="1381" y="95250"/>
                    </a:lnTo>
                    <a:cubicBezTo>
                      <a:pt x="322" y="95250"/>
                      <a:pt x="-471" y="93662"/>
                      <a:pt x="322" y="92869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6AA770FB-50E2-62E3-4031-A856F3C3D14A}"/>
                  </a:ext>
                </a:extLst>
              </p:cNvPr>
              <p:cNvSpPr/>
              <p:nvPr/>
            </p:nvSpPr>
            <p:spPr>
              <a:xfrm>
                <a:off x="10642070" y="1049751"/>
                <a:ext cx="91185" cy="98425"/>
              </a:xfrm>
              <a:custGeom>
                <a:avLst/>
                <a:gdLst>
                  <a:gd name="connsiteX0" fmla="*/ 46831 w 91185"/>
                  <a:gd name="connsiteY0" fmla="*/ 98425 h 98425"/>
                  <a:gd name="connsiteX1" fmla="*/ 21960 w 91185"/>
                  <a:gd name="connsiteY1" fmla="*/ 91810 h 98425"/>
                  <a:gd name="connsiteX2" fmla="*/ 5821 w 91185"/>
                  <a:gd name="connsiteY2" fmla="*/ 74083 h 98425"/>
                  <a:gd name="connsiteX3" fmla="*/ 0 w 91185"/>
                  <a:gd name="connsiteY3" fmla="*/ 49213 h 98425"/>
                  <a:gd name="connsiteX4" fmla="*/ 5821 w 91185"/>
                  <a:gd name="connsiteY4" fmla="*/ 24342 h 98425"/>
                  <a:gd name="connsiteX5" fmla="*/ 21960 w 91185"/>
                  <a:gd name="connsiteY5" fmla="*/ 6615 h 98425"/>
                  <a:gd name="connsiteX6" fmla="*/ 46831 w 91185"/>
                  <a:gd name="connsiteY6" fmla="*/ 0 h 98425"/>
                  <a:gd name="connsiteX7" fmla="*/ 75671 w 91185"/>
                  <a:gd name="connsiteY7" fmla="*/ 8731 h 98425"/>
                  <a:gd name="connsiteX8" fmla="*/ 91017 w 91185"/>
                  <a:gd name="connsiteY8" fmla="*/ 29369 h 98425"/>
                  <a:gd name="connsiteX9" fmla="*/ 89694 w 91185"/>
                  <a:gd name="connsiteY9" fmla="*/ 31221 h 98425"/>
                  <a:gd name="connsiteX10" fmla="*/ 77258 w 91185"/>
                  <a:gd name="connsiteY10" fmla="*/ 31221 h 98425"/>
                  <a:gd name="connsiteX11" fmla="*/ 75935 w 91185"/>
                  <a:gd name="connsiteY11" fmla="*/ 30427 h 98425"/>
                  <a:gd name="connsiteX12" fmla="*/ 65881 w 91185"/>
                  <a:gd name="connsiteY12" fmla="*/ 17992 h 98425"/>
                  <a:gd name="connsiteX13" fmla="*/ 48683 w 91185"/>
                  <a:gd name="connsiteY13" fmla="*/ 12965 h 98425"/>
                  <a:gd name="connsiteX14" fmla="*/ 30427 w 91185"/>
                  <a:gd name="connsiteY14" fmla="*/ 17992 h 98425"/>
                  <a:gd name="connsiteX15" fmla="*/ 18521 w 91185"/>
                  <a:gd name="connsiteY15" fmla="*/ 31221 h 98425"/>
                  <a:gd name="connsiteX16" fmla="*/ 14288 w 91185"/>
                  <a:gd name="connsiteY16" fmla="*/ 49213 h 98425"/>
                  <a:gd name="connsiteX17" fmla="*/ 18521 w 91185"/>
                  <a:gd name="connsiteY17" fmla="*/ 67204 h 98425"/>
                  <a:gd name="connsiteX18" fmla="*/ 30427 w 91185"/>
                  <a:gd name="connsiteY18" fmla="*/ 80433 h 98425"/>
                  <a:gd name="connsiteX19" fmla="*/ 48683 w 91185"/>
                  <a:gd name="connsiteY19" fmla="*/ 85460 h 98425"/>
                  <a:gd name="connsiteX20" fmla="*/ 65881 w 91185"/>
                  <a:gd name="connsiteY20" fmla="*/ 80433 h 98425"/>
                  <a:gd name="connsiteX21" fmla="*/ 75935 w 91185"/>
                  <a:gd name="connsiteY21" fmla="*/ 67998 h 98425"/>
                  <a:gd name="connsiteX22" fmla="*/ 77258 w 91185"/>
                  <a:gd name="connsiteY22" fmla="*/ 67204 h 98425"/>
                  <a:gd name="connsiteX23" fmla="*/ 89694 w 91185"/>
                  <a:gd name="connsiteY23" fmla="*/ 67204 h 98425"/>
                  <a:gd name="connsiteX24" fmla="*/ 91017 w 91185"/>
                  <a:gd name="connsiteY24" fmla="*/ 69056 h 98425"/>
                  <a:gd name="connsiteX25" fmla="*/ 75671 w 91185"/>
                  <a:gd name="connsiteY25" fmla="*/ 89694 h 98425"/>
                  <a:gd name="connsiteX26" fmla="*/ 46831 w 91185"/>
                  <a:gd name="connsiteY26" fmla="*/ 98425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91185" h="98425">
                    <a:moveTo>
                      <a:pt x="46831" y="98425"/>
                    </a:moveTo>
                    <a:cubicBezTo>
                      <a:pt x="37306" y="98425"/>
                      <a:pt x="29104" y="96308"/>
                      <a:pt x="21960" y="91810"/>
                    </a:cubicBezTo>
                    <a:cubicBezTo>
                      <a:pt x="15081" y="87313"/>
                      <a:pt x="9525" y="81492"/>
                      <a:pt x="5821" y="74083"/>
                    </a:cubicBezTo>
                    <a:cubicBezTo>
                      <a:pt x="1852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790" y="16933"/>
                      <a:pt x="15081" y="11113"/>
                      <a:pt x="21960" y="6615"/>
                    </a:cubicBezTo>
                    <a:cubicBezTo>
                      <a:pt x="28840" y="2117"/>
                      <a:pt x="37306" y="0"/>
                      <a:pt x="46831" y="0"/>
                    </a:cubicBezTo>
                    <a:cubicBezTo>
                      <a:pt x="58208" y="0"/>
                      <a:pt x="67733" y="2910"/>
                      <a:pt x="75671" y="8731"/>
                    </a:cubicBezTo>
                    <a:cubicBezTo>
                      <a:pt x="83079" y="14023"/>
                      <a:pt x="88106" y="21167"/>
                      <a:pt x="91017" y="29369"/>
                    </a:cubicBezTo>
                    <a:cubicBezTo>
                      <a:pt x="91281" y="30427"/>
                      <a:pt x="90488" y="31221"/>
                      <a:pt x="89694" y="31221"/>
                    </a:cubicBezTo>
                    <a:lnTo>
                      <a:pt x="77258" y="31221"/>
                    </a:lnTo>
                    <a:cubicBezTo>
                      <a:pt x="76729" y="31221"/>
                      <a:pt x="76200" y="30956"/>
                      <a:pt x="75935" y="30427"/>
                    </a:cubicBezTo>
                    <a:cubicBezTo>
                      <a:pt x="73819" y="25400"/>
                      <a:pt x="70379" y="21167"/>
                      <a:pt x="65881" y="17992"/>
                    </a:cubicBezTo>
                    <a:cubicBezTo>
                      <a:pt x="61119" y="14552"/>
                      <a:pt x="55298" y="12965"/>
                      <a:pt x="48683" y="12965"/>
                    </a:cubicBezTo>
                    <a:cubicBezTo>
                      <a:pt x="41804" y="12965"/>
                      <a:pt x="35719" y="14552"/>
                      <a:pt x="30427" y="17992"/>
                    </a:cubicBezTo>
                    <a:cubicBezTo>
                      <a:pt x="25135" y="21167"/>
                      <a:pt x="21167" y="25665"/>
                      <a:pt x="18521" y="31221"/>
                    </a:cubicBezTo>
                    <a:cubicBezTo>
                      <a:pt x="15610" y="36777"/>
                      <a:pt x="14288" y="42598"/>
                      <a:pt x="14288" y="49213"/>
                    </a:cubicBezTo>
                    <a:cubicBezTo>
                      <a:pt x="14288" y="55563"/>
                      <a:pt x="15610" y="61648"/>
                      <a:pt x="18521" y="67204"/>
                    </a:cubicBezTo>
                    <a:cubicBezTo>
                      <a:pt x="21431" y="72760"/>
                      <a:pt x="25400" y="77258"/>
                      <a:pt x="30427" y="80433"/>
                    </a:cubicBezTo>
                    <a:cubicBezTo>
                      <a:pt x="35719" y="83608"/>
                      <a:pt x="41804" y="85460"/>
                      <a:pt x="48683" y="85460"/>
                    </a:cubicBezTo>
                    <a:cubicBezTo>
                      <a:pt x="55298" y="85460"/>
                      <a:pt x="61119" y="83873"/>
                      <a:pt x="65881" y="80433"/>
                    </a:cubicBezTo>
                    <a:cubicBezTo>
                      <a:pt x="70379" y="77258"/>
                      <a:pt x="73819" y="73025"/>
                      <a:pt x="75935" y="67998"/>
                    </a:cubicBezTo>
                    <a:cubicBezTo>
                      <a:pt x="76200" y="67469"/>
                      <a:pt x="76729" y="67204"/>
                      <a:pt x="77258" y="67204"/>
                    </a:cubicBezTo>
                    <a:lnTo>
                      <a:pt x="89694" y="67204"/>
                    </a:lnTo>
                    <a:cubicBezTo>
                      <a:pt x="90752" y="67204"/>
                      <a:pt x="91546" y="68263"/>
                      <a:pt x="91017" y="69056"/>
                    </a:cubicBezTo>
                    <a:cubicBezTo>
                      <a:pt x="88106" y="77523"/>
                      <a:pt x="82815" y="84402"/>
                      <a:pt x="75671" y="89694"/>
                    </a:cubicBezTo>
                    <a:cubicBezTo>
                      <a:pt x="67733" y="95515"/>
                      <a:pt x="57944" y="98425"/>
                      <a:pt x="46831" y="98425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08F9F14-E6B2-14E0-4E07-7AFCF77EB672}"/>
                  </a:ext>
                </a:extLst>
              </p:cNvPr>
              <p:cNvSpPr/>
              <p:nvPr/>
            </p:nvSpPr>
            <p:spPr>
              <a:xfrm>
                <a:off x="10742347" y="1049751"/>
                <a:ext cx="94456" cy="98425"/>
              </a:xfrm>
              <a:custGeom>
                <a:avLst/>
                <a:gdLst>
                  <a:gd name="connsiteX0" fmla="*/ 48419 w 94456"/>
                  <a:gd name="connsiteY0" fmla="*/ 98425 h 98425"/>
                  <a:gd name="connsiteX1" fmla="*/ 23019 w 94456"/>
                  <a:gd name="connsiteY1" fmla="*/ 91810 h 98425"/>
                  <a:gd name="connsiteX2" fmla="*/ 6085 w 94456"/>
                  <a:gd name="connsiteY2" fmla="*/ 74083 h 98425"/>
                  <a:gd name="connsiteX3" fmla="*/ 0 w 94456"/>
                  <a:gd name="connsiteY3" fmla="*/ 49213 h 98425"/>
                  <a:gd name="connsiteX4" fmla="*/ 5821 w 94456"/>
                  <a:gd name="connsiteY4" fmla="*/ 24342 h 98425"/>
                  <a:gd name="connsiteX5" fmla="*/ 22225 w 94456"/>
                  <a:gd name="connsiteY5" fmla="*/ 6615 h 98425"/>
                  <a:gd name="connsiteX6" fmla="*/ 47360 w 94456"/>
                  <a:gd name="connsiteY6" fmla="*/ 0 h 98425"/>
                  <a:gd name="connsiteX7" fmla="*/ 72496 w 94456"/>
                  <a:gd name="connsiteY7" fmla="*/ 6615 h 98425"/>
                  <a:gd name="connsiteX8" fmla="*/ 88635 w 94456"/>
                  <a:gd name="connsiteY8" fmla="*/ 24342 h 98425"/>
                  <a:gd name="connsiteX9" fmla="*/ 94456 w 94456"/>
                  <a:gd name="connsiteY9" fmla="*/ 49213 h 98425"/>
                  <a:gd name="connsiteX10" fmla="*/ 94456 w 94456"/>
                  <a:gd name="connsiteY10" fmla="*/ 53446 h 98425"/>
                  <a:gd name="connsiteX11" fmla="*/ 92869 w 94456"/>
                  <a:gd name="connsiteY11" fmla="*/ 55033 h 98425"/>
                  <a:gd name="connsiteX12" fmla="*/ 16404 w 94456"/>
                  <a:gd name="connsiteY12" fmla="*/ 55033 h 98425"/>
                  <a:gd name="connsiteX13" fmla="*/ 14817 w 94456"/>
                  <a:gd name="connsiteY13" fmla="*/ 56885 h 98425"/>
                  <a:gd name="connsiteX14" fmla="*/ 19844 w 94456"/>
                  <a:gd name="connsiteY14" fmla="*/ 70379 h 98425"/>
                  <a:gd name="connsiteX15" fmla="*/ 31485 w 94456"/>
                  <a:gd name="connsiteY15" fmla="*/ 81492 h 98425"/>
                  <a:gd name="connsiteX16" fmla="*/ 48154 w 94456"/>
                  <a:gd name="connsiteY16" fmla="*/ 85460 h 98425"/>
                  <a:gd name="connsiteX17" fmla="*/ 65088 w 94456"/>
                  <a:gd name="connsiteY17" fmla="*/ 80963 h 98425"/>
                  <a:gd name="connsiteX18" fmla="*/ 75406 w 94456"/>
                  <a:gd name="connsiteY18" fmla="*/ 70115 h 98425"/>
                  <a:gd name="connsiteX19" fmla="*/ 76729 w 94456"/>
                  <a:gd name="connsiteY19" fmla="*/ 69321 h 98425"/>
                  <a:gd name="connsiteX20" fmla="*/ 89165 w 94456"/>
                  <a:gd name="connsiteY20" fmla="*/ 69321 h 98425"/>
                  <a:gd name="connsiteX21" fmla="*/ 90487 w 94456"/>
                  <a:gd name="connsiteY21" fmla="*/ 71438 h 98425"/>
                  <a:gd name="connsiteX22" fmla="*/ 75671 w 94456"/>
                  <a:gd name="connsiteY22" fmla="*/ 90223 h 98425"/>
                  <a:gd name="connsiteX23" fmla="*/ 48419 w 94456"/>
                  <a:gd name="connsiteY23" fmla="*/ 98425 h 98425"/>
                  <a:gd name="connsiteX24" fmla="*/ 16933 w 94456"/>
                  <a:gd name="connsiteY24" fmla="*/ 41804 h 98425"/>
                  <a:gd name="connsiteX25" fmla="*/ 78052 w 94456"/>
                  <a:gd name="connsiteY25" fmla="*/ 41804 h 98425"/>
                  <a:gd name="connsiteX26" fmla="*/ 79640 w 94456"/>
                  <a:gd name="connsiteY26" fmla="*/ 39952 h 98425"/>
                  <a:gd name="connsiteX27" fmla="*/ 69585 w 94456"/>
                  <a:gd name="connsiteY27" fmla="*/ 21431 h 98425"/>
                  <a:gd name="connsiteX28" fmla="*/ 47625 w 94456"/>
                  <a:gd name="connsiteY28" fmla="*/ 13229 h 98425"/>
                  <a:gd name="connsiteX29" fmla="*/ 25665 w 94456"/>
                  <a:gd name="connsiteY29" fmla="*/ 21431 h 98425"/>
                  <a:gd name="connsiteX30" fmla="*/ 15610 w 94456"/>
                  <a:gd name="connsiteY30" fmla="*/ 39952 h 98425"/>
                  <a:gd name="connsiteX31" fmla="*/ 16933 w 94456"/>
                  <a:gd name="connsiteY31" fmla="*/ 41804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94456" h="98425">
                    <a:moveTo>
                      <a:pt x="48419" y="98425"/>
                    </a:moveTo>
                    <a:cubicBezTo>
                      <a:pt x="38894" y="98425"/>
                      <a:pt x="30427" y="96308"/>
                      <a:pt x="23019" y="91810"/>
                    </a:cubicBezTo>
                    <a:cubicBezTo>
                      <a:pt x="15875" y="87313"/>
                      <a:pt x="10054" y="81492"/>
                      <a:pt x="6085" y="74083"/>
                    </a:cubicBezTo>
                    <a:cubicBezTo>
                      <a:pt x="2117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525" y="16933"/>
                      <a:pt x="15081" y="11113"/>
                      <a:pt x="22225" y="6615"/>
                    </a:cubicBezTo>
                    <a:cubicBezTo>
                      <a:pt x="29369" y="2117"/>
                      <a:pt x="37835" y="0"/>
                      <a:pt x="47360" y="0"/>
                    </a:cubicBezTo>
                    <a:cubicBezTo>
                      <a:pt x="57150" y="0"/>
                      <a:pt x="65617" y="2117"/>
                      <a:pt x="72496" y="6615"/>
                    </a:cubicBezTo>
                    <a:cubicBezTo>
                      <a:pt x="79640" y="11113"/>
                      <a:pt x="84931" y="16933"/>
                      <a:pt x="88635" y="24342"/>
                    </a:cubicBezTo>
                    <a:cubicBezTo>
                      <a:pt x="92340" y="31750"/>
                      <a:pt x="94456" y="39952"/>
                      <a:pt x="94456" y="49213"/>
                    </a:cubicBezTo>
                    <a:lnTo>
                      <a:pt x="94456" y="53446"/>
                    </a:lnTo>
                    <a:cubicBezTo>
                      <a:pt x="94456" y="54240"/>
                      <a:pt x="93927" y="55033"/>
                      <a:pt x="92869" y="55033"/>
                    </a:cubicBezTo>
                    <a:lnTo>
                      <a:pt x="16404" y="55033"/>
                    </a:lnTo>
                    <a:cubicBezTo>
                      <a:pt x="15610" y="55033"/>
                      <a:pt x="14817" y="55827"/>
                      <a:pt x="14817" y="56885"/>
                    </a:cubicBezTo>
                    <a:cubicBezTo>
                      <a:pt x="15610" y="61913"/>
                      <a:pt x="17462" y="66410"/>
                      <a:pt x="19844" y="70379"/>
                    </a:cubicBezTo>
                    <a:cubicBezTo>
                      <a:pt x="22754" y="75142"/>
                      <a:pt x="26458" y="78581"/>
                      <a:pt x="31485" y="81492"/>
                    </a:cubicBezTo>
                    <a:cubicBezTo>
                      <a:pt x="36248" y="84138"/>
                      <a:pt x="41804" y="85460"/>
                      <a:pt x="48154" y="85460"/>
                    </a:cubicBezTo>
                    <a:cubicBezTo>
                      <a:pt x="54769" y="85460"/>
                      <a:pt x="60590" y="83873"/>
                      <a:pt x="65088" y="80963"/>
                    </a:cubicBezTo>
                    <a:cubicBezTo>
                      <a:pt x="69321" y="78052"/>
                      <a:pt x="72760" y="74613"/>
                      <a:pt x="75406" y="70115"/>
                    </a:cubicBezTo>
                    <a:cubicBezTo>
                      <a:pt x="75671" y="69585"/>
                      <a:pt x="76200" y="69321"/>
                      <a:pt x="76729" y="69321"/>
                    </a:cubicBezTo>
                    <a:lnTo>
                      <a:pt x="89165" y="69321"/>
                    </a:lnTo>
                    <a:cubicBezTo>
                      <a:pt x="90223" y="69321"/>
                      <a:pt x="91017" y="70379"/>
                      <a:pt x="90487" y="71438"/>
                    </a:cubicBezTo>
                    <a:cubicBezTo>
                      <a:pt x="87048" y="79110"/>
                      <a:pt x="82285" y="85196"/>
                      <a:pt x="75671" y="90223"/>
                    </a:cubicBezTo>
                    <a:cubicBezTo>
                      <a:pt x="69056" y="95779"/>
                      <a:pt x="59796" y="98425"/>
                      <a:pt x="48419" y="98425"/>
                    </a:cubicBezTo>
                    <a:close/>
                    <a:moveTo>
                      <a:pt x="16933" y="41804"/>
                    </a:moveTo>
                    <a:lnTo>
                      <a:pt x="78052" y="41804"/>
                    </a:lnTo>
                    <a:cubicBezTo>
                      <a:pt x="79110" y="41804"/>
                      <a:pt x="79640" y="41010"/>
                      <a:pt x="79640" y="39952"/>
                    </a:cubicBezTo>
                    <a:cubicBezTo>
                      <a:pt x="78052" y="32544"/>
                      <a:pt x="74877" y="26458"/>
                      <a:pt x="69585" y="21431"/>
                    </a:cubicBezTo>
                    <a:cubicBezTo>
                      <a:pt x="64029" y="15875"/>
                      <a:pt x="56621" y="13229"/>
                      <a:pt x="47625" y="13229"/>
                    </a:cubicBezTo>
                    <a:cubicBezTo>
                      <a:pt x="38365" y="13229"/>
                      <a:pt x="31221" y="15875"/>
                      <a:pt x="25665" y="21431"/>
                    </a:cubicBezTo>
                    <a:cubicBezTo>
                      <a:pt x="20638" y="26458"/>
                      <a:pt x="17198" y="32544"/>
                      <a:pt x="15610" y="39952"/>
                    </a:cubicBezTo>
                    <a:cubicBezTo>
                      <a:pt x="15346" y="41010"/>
                      <a:pt x="16140" y="41804"/>
                      <a:pt x="16933" y="41804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61D67462-094A-EA77-55DF-D16DD1C03A1D}"/>
                  </a:ext>
                </a:extLst>
              </p:cNvPr>
              <p:cNvSpPr/>
              <p:nvPr/>
            </p:nvSpPr>
            <p:spPr>
              <a:xfrm>
                <a:off x="10848445" y="1049751"/>
                <a:ext cx="94456" cy="98425"/>
              </a:xfrm>
              <a:custGeom>
                <a:avLst/>
                <a:gdLst>
                  <a:gd name="connsiteX0" fmla="*/ 48419 w 94456"/>
                  <a:gd name="connsiteY0" fmla="*/ 98425 h 98425"/>
                  <a:gd name="connsiteX1" fmla="*/ 23019 w 94456"/>
                  <a:gd name="connsiteY1" fmla="*/ 91810 h 98425"/>
                  <a:gd name="connsiteX2" fmla="*/ 6085 w 94456"/>
                  <a:gd name="connsiteY2" fmla="*/ 74083 h 98425"/>
                  <a:gd name="connsiteX3" fmla="*/ 0 w 94456"/>
                  <a:gd name="connsiteY3" fmla="*/ 49213 h 98425"/>
                  <a:gd name="connsiteX4" fmla="*/ 5821 w 94456"/>
                  <a:gd name="connsiteY4" fmla="*/ 24342 h 98425"/>
                  <a:gd name="connsiteX5" fmla="*/ 22225 w 94456"/>
                  <a:gd name="connsiteY5" fmla="*/ 6615 h 98425"/>
                  <a:gd name="connsiteX6" fmla="*/ 47360 w 94456"/>
                  <a:gd name="connsiteY6" fmla="*/ 0 h 98425"/>
                  <a:gd name="connsiteX7" fmla="*/ 72496 w 94456"/>
                  <a:gd name="connsiteY7" fmla="*/ 6615 h 98425"/>
                  <a:gd name="connsiteX8" fmla="*/ 88635 w 94456"/>
                  <a:gd name="connsiteY8" fmla="*/ 24342 h 98425"/>
                  <a:gd name="connsiteX9" fmla="*/ 94456 w 94456"/>
                  <a:gd name="connsiteY9" fmla="*/ 49213 h 98425"/>
                  <a:gd name="connsiteX10" fmla="*/ 94456 w 94456"/>
                  <a:gd name="connsiteY10" fmla="*/ 53446 h 98425"/>
                  <a:gd name="connsiteX11" fmla="*/ 92869 w 94456"/>
                  <a:gd name="connsiteY11" fmla="*/ 55033 h 98425"/>
                  <a:gd name="connsiteX12" fmla="*/ 16404 w 94456"/>
                  <a:gd name="connsiteY12" fmla="*/ 55033 h 98425"/>
                  <a:gd name="connsiteX13" fmla="*/ 14817 w 94456"/>
                  <a:gd name="connsiteY13" fmla="*/ 56885 h 98425"/>
                  <a:gd name="connsiteX14" fmla="*/ 19844 w 94456"/>
                  <a:gd name="connsiteY14" fmla="*/ 70379 h 98425"/>
                  <a:gd name="connsiteX15" fmla="*/ 31485 w 94456"/>
                  <a:gd name="connsiteY15" fmla="*/ 81492 h 98425"/>
                  <a:gd name="connsiteX16" fmla="*/ 48154 w 94456"/>
                  <a:gd name="connsiteY16" fmla="*/ 85460 h 98425"/>
                  <a:gd name="connsiteX17" fmla="*/ 65087 w 94456"/>
                  <a:gd name="connsiteY17" fmla="*/ 80963 h 98425"/>
                  <a:gd name="connsiteX18" fmla="*/ 75406 w 94456"/>
                  <a:gd name="connsiteY18" fmla="*/ 70115 h 98425"/>
                  <a:gd name="connsiteX19" fmla="*/ 76729 w 94456"/>
                  <a:gd name="connsiteY19" fmla="*/ 69321 h 98425"/>
                  <a:gd name="connsiteX20" fmla="*/ 89165 w 94456"/>
                  <a:gd name="connsiteY20" fmla="*/ 69321 h 98425"/>
                  <a:gd name="connsiteX21" fmla="*/ 90487 w 94456"/>
                  <a:gd name="connsiteY21" fmla="*/ 71438 h 98425"/>
                  <a:gd name="connsiteX22" fmla="*/ 75671 w 94456"/>
                  <a:gd name="connsiteY22" fmla="*/ 90223 h 98425"/>
                  <a:gd name="connsiteX23" fmla="*/ 48419 w 94456"/>
                  <a:gd name="connsiteY23" fmla="*/ 98425 h 98425"/>
                  <a:gd name="connsiteX24" fmla="*/ 16933 w 94456"/>
                  <a:gd name="connsiteY24" fmla="*/ 41804 h 98425"/>
                  <a:gd name="connsiteX25" fmla="*/ 78052 w 94456"/>
                  <a:gd name="connsiteY25" fmla="*/ 41804 h 98425"/>
                  <a:gd name="connsiteX26" fmla="*/ 79640 w 94456"/>
                  <a:gd name="connsiteY26" fmla="*/ 39952 h 98425"/>
                  <a:gd name="connsiteX27" fmla="*/ 69585 w 94456"/>
                  <a:gd name="connsiteY27" fmla="*/ 21431 h 98425"/>
                  <a:gd name="connsiteX28" fmla="*/ 47625 w 94456"/>
                  <a:gd name="connsiteY28" fmla="*/ 13229 h 98425"/>
                  <a:gd name="connsiteX29" fmla="*/ 25665 w 94456"/>
                  <a:gd name="connsiteY29" fmla="*/ 21431 h 98425"/>
                  <a:gd name="connsiteX30" fmla="*/ 15610 w 94456"/>
                  <a:gd name="connsiteY30" fmla="*/ 39952 h 98425"/>
                  <a:gd name="connsiteX31" fmla="*/ 16933 w 94456"/>
                  <a:gd name="connsiteY31" fmla="*/ 41804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94456" h="98425">
                    <a:moveTo>
                      <a:pt x="48419" y="98425"/>
                    </a:moveTo>
                    <a:cubicBezTo>
                      <a:pt x="38894" y="98425"/>
                      <a:pt x="30427" y="96308"/>
                      <a:pt x="23019" y="91810"/>
                    </a:cubicBezTo>
                    <a:cubicBezTo>
                      <a:pt x="15875" y="87313"/>
                      <a:pt x="10054" y="81492"/>
                      <a:pt x="6085" y="74083"/>
                    </a:cubicBezTo>
                    <a:cubicBezTo>
                      <a:pt x="2117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525" y="16933"/>
                      <a:pt x="15081" y="11113"/>
                      <a:pt x="22225" y="6615"/>
                    </a:cubicBezTo>
                    <a:cubicBezTo>
                      <a:pt x="29369" y="2117"/>
                      <a:pt x="37835" y="0"/>
                      <a:pt x="47360" y="0"/>
                    </a:cubicBezTo>
                    <a:cubicBezTo>
                      <a:pt x="57150" y="0"/>
                      <a:pt x="65617" y="2117"/>
                      <a:pt x="72496" y="6615"/>
                    </a:cubicBezTo>
                    <a:cubicBezTo>
                      <a:pt x="79640" y="11113"/>
                      <a:pt x="84931" y="16933"/>
                      <a:pt x="88635" y="24342"/>
                    </a:cubicBezTo>
                    <a:cubicBezTo>
                      <a:pt x="92340" y="31750"/>
                      <a:pt x="94456" y="39952"/>
                      <a:pt x="94456" y="49213"/>
                    </a:cubicBezTo>
                    <a:lnTo>
                      <a:pt x="94456" y="53446"/>
                    </a:lnTo>
                    <a:cubicBezTo>
                      <a:pt x="94456" y="54240"/>
                      <a:pt x="93927" y="55033"/>
                      <a:pt x="92869" y="55033"/>
                    </a:cubicBezTo>
                    <a:lnTo>
                      <a:pt x="16404" y="55033"/>
                    </a:lnTo>
                    <a:cubicBezTo>
                      <a:pt x="15610" y="55033"/>
                      <a:pt x="14817" y="55827"/>
                      <a:pt x="14817" y="56885"/>
                    </a:cubicBezTo>
                    <a:cubicBezTo>
                      <a:pt x="15610" y="61913"/>
                      <a:pt x="17462" y="66410"/>
                      <a:pt x="19844" y="70379"/>
                    </a:cubicBezTo>
                    <a:cubicBezTo>
                      <a:pt x="22754" y="75142"/>
                      <a:pt x="26458" y="78581"/>
                      <a:pt x="31485" y="81492"/>
                    </a:cubicBezTo>
                    <a:cubicBezTo>
                      <a:pt x="36248" y="84138"/>
                      <a:pt x="41804" y="85460"/>
                      <a:pt x="48154" y="85460"/>
                    </a:cubicBezTo>
                    <a:cubicBezTo>
                      <a:pt x="54769" y="85460"/>
                      <a:pt x="60590" y="83873"/>
                      <a:pt x="65087" y="80963"/>
                    </a:cubicBezTo>
                    <a:cubicBezTo>
                      <a:pt x="69321" y="78052"/>
                      <a:pt x="72760" y="74613"/>
                      <a:pt x="75406" y="70115"/>
                    </a:cubicBezTo>
                    <a:cubicBezTo>
                      <a:pt x="75671" y="69585"/>
                      <a:pt x="76200" y="69321"/>
                      <a:pt x="76729" y="69321"/>
                    </a:cubicBezTo>
                    <a:lnTo>
                      <a:pt x="89165" y="69321"/>
                    </a:lnTo>
                    <a:cubicBezTo>
                      <a:pt x="90223" y="69321"/>
                      <a:pt x="91017" y="70379"/>
                      <a:pt x="90487" y="71438"/>
                    </a:cubicBezTo>
                    <a:cubicBezTo>
                      <a:pt x="87048" y="79110"/>
                      <a:pt x="82285" y="85196"/>
                      <a:pt x="75671" y="90223"/>
                    </a:cubicBezTo>
                    <a:cubicBezTo>
                      <a:pt x="68792" y="95779"/>
                      <a:pt x="59796" y="98425"/>
                      <a:pt x="48419" y="98425"/>
                    </a:cubicBezTo>
                    <a:close/>
                    <a:moveTo>
                      <a:pt x="16933" y="41804"/>
                    </a:moveTo>
                    <a:lnTo>
                      <a:pt x="78052" y="41804"/>
                    </a:lnTo>
                    <a:cubicBezTo>
                      <a:pt x="79110" y="41804"/>
                      <a:pt x="79640" y="41010"/>
                      <a:pt x="79640" y="39952"/>
                    </a:cubicBezTo>
                    <a:cubicBezTo>
                      <a:pt x="78052" y="32544"/>
                      <a:pt x="74877" y="26458"/>
                      <a:pt x="69585" y="21431"/>
                    </a:cubicBezTo>
                    <a:cubicBezTo>
                      <a:pt x="64029" y="15875"/>
                      <a:pt x="56621" y="13229"/>
                      <a:pt x="47625" y="13229"/>
                    </a:cubicBezTo>
                    <a:cubicBezTo>
                      <a:pt x="38629" y="13229"/>
                      <a:pt x="31221" y="15875"/>
                      <a:pt x="25665" y="21431"/>
                    </a:cubicBezTo>
                    <a:cubicBezTo>
                      <a:pt x="20637" y="26458"/>
                      <a:pt x="17198" y="32544"/>
                      <a:pt x="15610" y="39952"/>
                    </a:cubicBezTo>
                    <a:cubicBezTo>
                      <a:pt x="15346" y="41010"/>
                      <a:pt x="15875" y="41804"/>
                      <a:pt x="16933" y="41804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1CD2E3A-6849-71A2-0DC8-EF6BFB53A554}"/>
                  </a:ext>
                </a:extLst>
              </p:cNvPr>
              <p:cNvSpPr/>
              <p:nvPr/>
            </p:nvSpPr>
            <p:spPr>
              <a:xfrm>
                <a:off x="10954543" y="1012974"/>
                <a:ext cx="94985" cy="135202"/>
              </a:xfrm>
              <a:custGeom>
                <a:avLst/>
                <a:gdLst>
                  <a:gd name="connsiteX0" fmla="*/ 46302 w 94985"/>
                  <a:gd name="connsiteY0" fmla="*/ 135202 h 135202"/>
                  <a:gd name="connsiteX1" fmla="*/ 21960 w 94985"/>
                  <a:gd name="connsiteY1" fmla="*/ 128588 h 135202"/>
                  <a:gd name="connsiteX2" fmla="*/ 5821 w 94985"/>
                  <a:gd name="connsiteY2" fmla="*/ 110860 h 135202"/>
                  <a:gd name="connsiteX3" fmla="*/ 0 w 94985"/>
                  <a:gd name="connsiteY3" fmla="*/ 85990 h 135202"/>
                  <a:gd name="connsiteX4" fmla="*/ 5821 w 94985"/>
                  <a:gd name="connsiteY4" fmla="*/ 61119 h 135202"/>
                  <a:gd name="connsiteX5" fmla="*/ 21960 w 94985"/>
                  <a:gd name="connsiteY5" fmla="*/ 43392 h 135202"/>
                  <a:gd name="connsiteX6" fmla="*/ 46302 w 94985"/>
                  <a:gd name="connsiteY6" fmla="*/ 36777 h 135202"/>
                  <a:gd name="connsiteX7" fmla="*/ 66675 w 94985"/>
                  <a:gd name="connsiteY7" fmla="*/ 41275 h 135202"/>
                  <a:gd name="connsiteX8" fmla="*/ 77788 w 94985"/>
                  <a:gd name="connsiteY8" fmla="*/ 50271 h 135202"/>
                  <a:gd name="connsiteX9" fmla="*/ 80433 w 94985"/>
                  <a:gd name="connsiteY9" fmla="*/ 49213 h 135202"/>
                  <a:gd name="connsiteX10" fmla="*/ 80433 w 94985"/>
                  <a:gd name="connsiteY10" fmla="*/ 1588 h 135202"/>
                  <a:gd name="connsiteX11" fmla="*/ 82021 w 94985"/>
                  <a:gd name="connsiteY11" fmla="*/ 0 h 135202"/>
                  <a:gd name="connsiteX12" fmla="*/ 93398 w 94985"/>
                  <a:gd name="connsiteY12" fmla="*/ 0 h 135202"/>
                  <a:gd name="connsiteX13" fmla="*/ 94985 w 94985"/>
                  <a:gd name="connsiteY13" fmla="*/ 1588 h 135202"/>
                  <a:gd name="connsiteX14" fmla="*/ 94985 w 94985"/>
                  <a:gd name="connsiteY14" fmla="*/ 131763 h 135202"/>
                  <a:gd name="connsiteX15" fmla="*/ 93398 w 94985"/>
                  <a:gd name="connsiteY15" fmla="*/ 133350 h 135202"/>
                  <a:gd name="connsiteX16" fmla="*/ 82021 w 94985"/>
                  <a:gd name="connsiteY16" fmla="*/ 133350 h 135202"/>
                  <a:gd name="connsiteX17" fmla="*/ 80433 w 94985"/>
                  <a:gd name="connsiteY17" fmla="*/ 131763 h 135202"/>
                  <a:gd name="connsiteX18" fmla="*/ 80433 w 94985"/>
                  <a:gd name="connsiteY18" fmla="*/ 122238 h 135202"/>
                  <a:gd name="connsiteX19" fmla="*/ 77788 w 94985"/>
                  <a:gd name="connsiteY19" fmla="*/ 121179 h 135202"/>
                  <a:gd name="connsiteX20" fmla="*/ 66675 w 94985"/>
                  <a:gd name="connsiteY20" fmla="*/ 130175 h 135202"/>
                  <a:gd name="connsiteX21" fmla="*/ 46302 w 94985"/>
                  <a:gd name="connsiteY21" fmla="*/ 135202 h 135202"/>
                  <a:gd name="connsiteX22" fmla="*/ 48154 w 94985"/>
                  <a:gd name="connsiteY22" fmla="*/ 122502 h 135202"/>
                  <a:gd name="connsiteX23" fmla="*/ 66146 w 94985"/>
                  <a:gd name="connsiteY23" fmla="*/ 117475 h 135202"/>
                  <a:gd name="connsiteX24" fmla="*/ 77258 w 94985"/>
                  <a:gd name="connsiteY24" fmla="*/ 104246 h 135202"/>
                  <a:gd name="connsiteX25" fmla="*/ 80963 w 94985"/>
                  <a:gd name="connsiteY25" fmla="*/ 86254 h 135202"/>
                  <a:gd name="connsiteX26" fmla="*/ 77258 w 94985"/>
                  <a:gd name="connsiteY26" fmla="*/ 68263 h 135202"/>
                  <a:gd name="connsiteX27" fmla="*/ 66146 w 94985"/>
                  <a:gd name="connsiteY27" fmla="*/ 55033 h 135202"/>
                  <a:gd name="connsiteX28" fmla="*/ 48154 w 94985"/>
                  <a:gd name="connsiteY28" fmla="*/ 50006 h 135202"/>
                  <a:gd name="connsiteX29" fmla="*/ 30163 w 94985"/>
                  <a:gd name="connsiteY29" fmla="*/ 55033 h 135202"/>
                  <a:gd name="connsiteX30" fmla="*/ 18521 w 94985"/>
                  <a:gd name="connsiteY30" fmla="*/ 68263 h 135202"/>
                  <a:gd name="connsiteX31" fmla="*/ 14552 w 94985"/>
                  <a:gd name="connsiteY31" fmla="*/ 86254 h 135202"/>
                  <a:gd name="connsiteX32" fmla="*/ 18521 w 94985"/>
                  <a:gd name="connsiteY32" fmla="*/ 104246 h 135202"/>
                  <a:gd name="connsiteX33" fmla="*/ 30163 w 94985"/>
                  <a:gd name="connsiteY33" fmla="*/ 117475 h 135202"/>
                  <a:gd name="connsiteX34" fmla="*/ 48154 w 94985"/>
                  <a:gd name="connsiteY34" fmla="*/ 122502 h 1352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94985" h="135202">
                    <a:moveTo>
                      <a:pt x="46302" y="135202"/>
                    </a:moveTo>
                    <a:cubicBezTo>
                      <a:pt x="37042" y="135202"/>
                      <a:pt x="28840" y="133085"/>
                      <a:pt x="21960" y="128588"/>
                    </a:cubicBezTo>
                    <a:cubicBezTo>
                      <a:pt x="15081" y="124090"/>
                      <a:pt x="9790" y="118269"/>
                      <a:pt x="5821" y="110860"/>
                    </a:cubicBezTo>
                    <a:cubicBezTo>
                      <a:pt x="2117" y="103452"/>
                      <a:pt x="0" y="95250"/>
                      <a:pt x="0" y="85990"/>
                    </a:cubicBezTo>
                    <a:cubicBezTo>
                      <a:pt x="0" y="76729"/>
                      <a:pt x="1852" y="68527"/>
                      <a:pt x="5821" y="61119"/>
                    </a:cubicBezTo>
                    <a:cubicBezTo>
                      <a:pt x="9525" y="53710"/>
                      <a:pt x="15081" y="47890"/>
                      <a:pt x="21960" y="43392"/>
                    </a:cubicBezTo>
                    <a:cubicBezTo>
                      <a:pt x="28840" y="38894"/>
                      <a:pt x="37042" y="36777"/>
                      <a:pt x="46302" y="36777"/>
                    </a:cubicBezTo>
                    <a:cubicBezTo>
                      <a:pt x="54240" y="36777"/>
                      <a:pt x="60854" y="38365"/>
                      <a:pt x="66675" y="41275"/>
                    </a:cubicBezTo>
                    <a:cubicBezTo>
                      <a:pt x="70908" y="43656"/>
                      <a:pt x="74877" y="46567"/>
                      <a:pt x="77788" y="50271"/>
                    </a:cubicBezTo>
                    <a:cubicBezTo>
                      <a:pt x="78581" y="51329"/>
                      <a:pt x="80433" y="50800"/>
                      <a:pt x="80433" y="49213"/>
                    </a:cubicBezTo>
                    <a:lnTo>
                      <a:pt x="80433" y="1588"/>
                    </a:lnTo>
                    <a:cubicBezTo>
                      <a:pt x="80433" y="794"/>
                      <a:pt x="80963" y="0"/>
                      <a:pt x="82021" y="0"/>
                    </a:cubicBezTo>
                    <a:lnTo>
                      <a:pt x="93398" y="0"/>
                    </a:lnTo>
                    <a:cubicBezTo>
                      <a:pt x="94192" y="0"/>
                      <a:pt x="94985" y="529"/>
                      <a:pt x="94985" y="1588"/>
                    </a:cubicBezTo>
                    <a:lnTo>
                      <a:pt x="94985" y="131763"/>
                    </a:lnTo>
                    <a:cubicBezTo>
                      <a:pt x="94985" y="132556"/>
                      <a:pt x="94456" y="133350"/>
                      <a:pt x="93398" y="133350"/>
                    </a:cubicBezTo>
                    <a:lnTo>
                      <a:pt x="82021" y="133350"/>
                    </a:lnTo>
                    <a:cubicBezTo>
                      <a:pt x="81227" y="133350"/>
                      <a:pt x="80433" y="132821"/>
                      <a:pt x="80433" y="131763"/>
                    </a:cubicBezTo>
                    <a:lnTo>
                      <a:pt x="80433" y="122238"/>
                    </a:lnTo>
                    <a:cubicBezTo>
                      <a:pt x="80433" y="120915"/>
                      <a:pt x="78846" y="120385"/>
                      <a:pt x="77788" y="121179"/>
                    </a:cubicBezTo>
                    <a:cubicBezTo>
                      <a:pt x="74612" y="124883"/>
                      <a:pt x="70908" y="127794"/>
                      <a:pt x="66675" y="130175"/>
                    </a:cubicBezTo>
                    <a:cubicBezTo>
                      <a:pt x="60854" y="133879"/>
                      <a:pt x="53975" y="135202"/>
                      <a:pt x="46302" y="135202"/>
                    </a:cubicBezTo>
                    <a:close/>
                    <a:moveTo>
                      <a:pt x="48154" y="122502"/>
                    </a:moveTo>
                    <a:cubicBezTo>
                      <a:pt x="55298" y="122502"/>
                      <a:pt x="61383" y="120915"/>
                      <a:pt x="66146" y="117475"/>
                    </a:cubicBezTo>
                    <a:cubicBezTo>
                      <a:pt x="70908" y="114300"/>
                      <a:pt x="74612" y="109802"/>
                      <a:pt x="77258" y="104246"/>
                    </a:cubicBezTo>
                    <a:cubicBezTo>
                      <a:pt x="79904" y="98690"/>
                      <a:pt x="80963" y="92604"/>
                      <a:pt x="80963" y="86254"/>
                    </a:cubicBezTo>
                    <a:cubicBezTo>
                      <a:pt x="80963" y="79640"/>
                      <a:pt x="79640" y="73554"/>
                      <a:pt x="77258" y="68263"/>
                    </a:cubicBezTo>
                    <a:cubicBezTo>
                      <a:pt x="74612" y="62706"/>
                      <a:pt x="70908" y="58473"/>
                      <a:pt x="66146" y="55033"/>
                    </a:cubicBezTo>
                    <a:cubicBezTo>
                      <a:pt x="61383" y="51858"/>
                      <a:pt x="55298" y="50006"/>
                      <a:pt x="48154" y="50006"/>
                    </a:cubicBezTo>
                    <a:cubicBezTo>
                      <a:pt x="41275" y="50006"/>
                      <a:pt x="35190" y="51594"/>
                      <a:pt x="30163" y="55033"/>
                    </a:cubicBezTo>
                    <a:cubicBezTo>
                      <a:pt x="25135" y="58208"/>
                      <a:pt x="21167" y="62706"/>
                      <a:pt x="18521" y="68263"/>
                    </a:cubicBezTo>
                    <a:cubicBezTo>
                      <a:pt x="15875" y="73819"/>
                      <a:pt x="14552" y="79640"/>
                      <a:pt x="14552" y="86254"/>
                    </a:cubicBezTo>
                    <a:cubicBezTo>
                      <a:pt x="14552" y="92604"/>
                      <a:pt x="15875" y="98690"/>
                      <a:pt x="18521" y="104246"/>
                    </a:cubicBezTo>
                    <a:cubicBezTo>
                      <a:pt x="21167" y="109802"/>
                      <a:pt x="25135" y="114300"/>
                      <a:pt x="30163" y="117475"/>
                    </a:cubicBezTo>
                    <a:cubicBezTo>
                      <a:pt x="35190" y="120650"/>
                      <a:pt x="41010" y="122502"/>
                      <a:pt x="48154" y="122502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E62E88F0-06E6-1958-D5D2-BD06B50514B1}"/>
                  </a:ext>
                </a:extLst>
              </p:cNvPr>
              <p:cNvSpPr/>
              <p:nvPr/>
            </p:nvSpPr>
            <p:spPr>
              <a:xfrm>
                <a:off x="11063022" y="1049751"/>
                <a:ext cx="94985" cy="98425"/>
              </a:xfrm>
              <a:custGeom>
                <a:avLst/>
                <a:gdLst>
                  <a:gd name="connsiteX0" fmla="*/ 46302 w 94985"/>
                  <a:gd name="connsiteY0" fmla="*/ 98425 h 98425"/>
                  <a:gd name="connsiteX1" fmla="*/ 21960 w 94985"/>
                  <a:gd name="connsiteY1" fmla="*/ 91810 h 98425"/>
                  <a:gd name="connsiteX2" fmla="*/ 5821 w 94985"/>
                  <a:gd name="connsiteY2" fmla="*/ 74083 h 98425"/>
                  <a:gd name="connsiteX3" fmla="*/ 0 w 94985"/>
                  <a:gd name="connsiteY3" fmla="*/ 49213 h 98425"/>
                  <a:gd name="connsiteX4" fmla="*/ 5821 w 94985"/>
                  <a:gd name="connsiteY4" fmla="*/ 24342 h 98425"/>
                  <a:gd name="connsiteX5" fmla="*/ 21960 w 94985"/>
                  <a:gd name="connsiteY5" fmla="*/ 6615 h 98425"/>
                  <a:gd name="connsiteX6" fmla="*/ 46302 w 94985"/>
                  <a:gd name="connsiteY6" fmla="*/ 0 h 98425"/>
                  <a:gd name="connsiteX7" fmla="*/ 66675 w 94985"/>
                  <a:gd name="connsiteY7" fmla="*/ 4498 h 98425"/>
                  <a:gd name="connsiteX8" fmla="*/ 77788 w 94985"/>
                  <a:gd name="connsiteY8" fmla="*/ 13494 h 98425"/>
                  <a:gd name="connsiteX9" fmla="*/ 80433 w 94985"/>
                  <a:gd name="connsiteY9" fmla="*/ 12435 h 98425"/>
                  <a:gd name="connsiteX10" fmla="*/ 80433 w 94985"/>
                  <a:gd name="connsiteY10" fmla="*/ 2910 h 98425"/>
                  <a:gd name="connsiteX11" fmla="*/ 82021 w 94985"/>
                  <a:gd name="connsiteY11" fmla="*/ 1323 h 98425"/>
                  <a:gd name="connsiteX12" fmla="*/ 93398 w 94985"/>
                  <a:gd name="connsiteY12" fmla="*/ 1323 h 98425"/>
                  <a:gd name="connsiteX13" fmla="*/ 94985 w 94985"/>
                  <a:gd name="connsiteY13" fmla="*/ 2910 h 98425"/>
                  <a:gd name="connsiteX14" fmla="*/ 94985 w 94985"/>
                  <a:gd name="connsiteY14" fmla="*/ 94985 h 98425"/>
                  <a:gd name="connsiteX15" fmla="*/ 93398 w 94985"/>
                  <a:gd name="connsiteY15" fmla="*/ 96573 h 98425"/>
                  <a:gd name="connsiteX16" fmla="*/ 82021 w 94985"/>
                  <a:gd name="connsiteY16" fmla="*/ 96573 h 98425"/>
                  <a:gd name="connsiteX17" fmla="*/ 80433 w 94985"/>
                  <a:gd name="connsiteY17" fmla="*/ 94985 h 98425"/>
                  <a:gd name="connsiteX18" fmla="*/ 80433 w 94985"/>
                  <a:gd name="connsiteY18" fmla="*/ 85460 h 98425"/>
                  <a:gd name="connsiteX19" fmla="*/ 77788 w 94985"/>
                  <a:gd name="connsiteY19" fmla="*/ 84402 h 98425"/>
                  <a:gd name="connsiteX20" fmla="*/ 66675 w 94985"/>
                  <a:gd name="connsiteY20" fmla="*/ 93398 h 98425"/>
                  <a:gd name="connsiteX21" fmla="*/ 46302 w 94985"/>
                  <a:gd name="connsiteY21" fmla="*/ 98425 h 98425"/>
                  <a:gd name="connsiteX22" fmla="*/ 48154 w 94985"/>
                  <a:gd name="connsiteY22" fmla="*/ 85725 h 98425"/>
                  <a:gd name="connsiteX23" fmla="*/ 66146 w 94985"/>
                  <a:gd name="connsiteY23" fmla="*/ 80698 h 98425"/>
                  <a:gd name="connsiteX24" fmla="*/ 77258 w 94985"/>
                  <a:gd name="connsiteY24" fmla="*/ 67469 h 98425"/>
                  <a:gd name="connsiteX25" fmla="*/ 80962 w 94985"/>
                  <a:gd name="connsiteY25" fmla="*/ 49477 h 98425"/>
                  <a:gd name="connsiteX26" fmla="*/ 77258 w 94985"/>
                  <a:gd name="connsiteY26" fmla="*/ 31485 h 98425"/>
                  <a:gd name="connsiteX27" fmla="*/ 66146 w 94985"/>
                  <a:gd name="connsiteY27" fmla="*/ 18256 h 98425"/>
                  <a:gd name="connsiteX28" fmla="*/ 48154 w 94985"/>
                  <a:gd name="connsiteY28" fmla="*/ 13229 h 98425"/>
                  <a:gd name="connsiteX29" fmla="*/ 30163 w 94985"/>
                  <a:gd name="connsiteY29" fmla="*/ 18256 h 98425"/>
                  <a:gd name="connsiteX30" fmla="*/ 18521 w 94985"/>
                  <a:gd name="connsiteY30" fmla="*/ 31485 h 98425"/>
                  <a:gd name="connsiteX31" fmla="*/ 14552 w 94985"/>
                  <a:gd name="connsiteY31" fmla="*/ 49477 h 98425"/>
                  <a:gd name="connsiteX32" fmla="*/ 18521 w 94985"/>
                  <a:gd name="connsiteY32" fmla="*/ 67469 h 98425"/>
                  <a:gd name="connsiteX33" fmla="*/ 30163 w 94985"/>
                  <a:gd name="connsiteY33" fmla="*/ 80698 h 98425"/>
                  <a:gd name="connsiteX34" fmla="*/ 48154 w 94985"/>
                  <a:gd name="connsiteY34" fmla="*/ 85725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94985" h="98425">
                    <a:moveTo>
                      <a:pt x="46302" y="98425"/>
                    </a:moveTo>
                    <a:cubicBezTo>
                      <a:pt x="37042" y="98425"/>
                      <a:pt x="28840" y="96308"/>
                      <a:pt x="21960" y="91810"/>
                    </a:cubicBezTo>
                    <a:cubicBezTo>
                      <a:pt x="15081" y="87313"/>
                      <a:pt x="9790" y="81492"/>
                      <a:pt x="5821" y="74083"/>
                    </a:cubicBezTo>
                    <a:cubicBezTo>
                      <a:pt x="2117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525" y="16933"/>
                      <a:pt x="15081" y="11113"/>
                      <a:pt x="21960" y="6615"/>
                    </a:cubicBezTo>
                    <a:cubicBezTo>
                      <a:pt x="28840" y="2117"/>
                      <a:pt x="37042" y="0"/>
                      <a:pt x="46302" y="0"/>
                    </a:cubicBezTo>
                    <a:cubicBezTo>
                      <a:pt x="54240" y="0"/>
                      <a:pt x="60854" y="1588"/>
                      <a:pt x="66675" y="4498"/>
                    </a:cubicBezTo>
                    <a:cubicBezTo>
                      <a:pt x="70908" y="6879"/>
                      <a:pt x="74877" y="9790"/>
                      <a:pt x="77788" y="13494"/>
                    </a:cubicBezTo>
                    <a:cubicBezTo>
                      <a:pt x="78581" y="14552"/>
                      <a:pt x="80433" y="14023"/>
                      <a:pt x="80433" y="12435"/>
                    </a:cubicBezTo>
                    <a:lnTo>
                      <a:pt x="80433" y="2910"/>
                    </a:lnTo>
                    <a:cubicBezTo>
                      <a:pt x="80433" y="2117"/>
                      <a:pt x="80962" y="1323"/>
                      <a:pt x="82021" y="1323"/>
                    </a:cubicBezTo>
                    <a:lnTo>
                      <a:pt x="93398" y="1323"/>
                    </a:lnTo>
                    <a:cubicBezTo>
                      <a:pt x="94192" y="1323"/>
                      <a:pt x="94985" y="1852"/>
                      <a:pt x="94985" y="2910"/>
                    </a:cubicBezTo>
                    <a:lnTo>
                      <a:pt x="94985" y="94985"/>
                    </a:lnTo>
                    <a:cubicBezTo>
                      <a:pt x="94985" y="95779"/>
                      <a:pt x="94456" y="96573"/>
                      <a:pt x="93398" y="96573"/>
                    </a:cubicBezTo>
                    <a:lnTo>
                      <a:pt x="82021" y="96573"/>
                    </a:lnTo>
                    <a:cubicBezTo>
                      <a:pt x="81227" y="96573"/>
                      <a:pt x="80433" y="96044"/>
                      <a:pt x="80433" y="94985"/>
                    </a:cubicBezTo>
                    <a:lnTo>
                      <a:pt x="80433" y="85460"/>
                    </a:lnTo>
                    <a:cubicBezTo>
                      <a:pt x="80433" y="84138"/>
                      <a:pt x="78846" y="83608"/>
                      <a:pt x="77788" y="84402"/>
                    </a:cubicBezTo>
                    <a:cubicBezTo>
                      <a:pt x="74612" y="88106"/>
                      <a:pt x="70908" y="91017"/>
                      <a:pt x="66675" y="93398"/>
                    </a:cubicBezTo>
                    <a:cubicBezTo>
                      <a:pt x="60854" y="97102"/>
                      <a:pt x="53975" y="98425"/>
                      <a:pt x="46302" y="98425"/>
                    </a:cubicBezTo>
                    <a:close/>
                    <a:moveTo>
                      <a:pt x="48154" y="85725"/>
                    </a:moveTo>
                    <a:cubicBezTo>
                      <a:pt x="55298" y="85725"/>
                      <a:pt x="61383" y="84138"/>
                      <a:pt x="66146" y="80698"/>
                    </a:cubicBezTo>
                    <a:cubicBezTo>
                      <a:pt x="70908" y="77523"/>
                      <a:pt x="74612" y="73025"/>
                      <a:pt x="77258" y="67469"/>
                    </a:cubicBezTo>
                    <a:cubicBezTo>
                      <a:pt x="79904" y="61913"/>
                      <a:pt x="80962" y="55827"/>
                      <a:pt x="80962" y="49477"/>
                    </a:cubicBezTo>
                    <a:cubicBezTo>
                      <a:pt x="80962" y="42863"/>
                      <a:pt x="79640" y="36777"/>
                      <a:pt x="77258" y="31485"/>
                    </a:cubicBezTo>
                    <a:cubicBezTo>
                      <a:pt x="74612" y="25929"/>
                      <a:pt x="70908" y="21696"/>
                      <a:pt x="66146" y="18256"/>
                    </a:cubicBezTo>
                    <a:cubicBezTo>
                      <a:pt x="61383" y="15081"/>
                      <a:pt x="55298" y="13229"/>
                      <a:pt x="48154" y="13229"/>
                    </a:cubicBezTo>
                    <a:cubicBezTo>
                      <a:pt x="41275" y="13229"/>
                      <a:pt x="35190" y="14817"/>
                      <a:pt x="30163" y="18256"/>
                    </a:cubicBezTo>
                    <a:cubicBezTo>
                      <a:pt x="25135" y="21431"/>
                      <a:pt x="21167" y="25929"/>
                      <a:pt x="18521" y="31485"/>
                    </a:cubicBezTo>
                    <a:cubicBezTo>
                      <a:pt x="15875" y="37042"/>
                      <a:pt x="14552" y="42863"/>
                      <a:pt x="14552" y="49477"/>
                    </a:cubicBezTo>
                    <a:cubicBezTo>
                      <a:pt x="14552" y="55827"/>
                      <a:pt x="15875" y="61913"/>
                      <a:pt x="18521" y="67469"/>
                    </a:cubicBezTo>
                    <a:cubicBezTo>
                      <a:pt x="21167" y="73025"/>
                      <a:pt x="25135" y="77523"/>
                      <a:pt x="30163" y="80698"/>
                    </a:cubicBezTo>
                    <a:cubicBezTo>
                      <a:pt x="35190" y="83873"/>
                      <a:pt x="41010" y="85725"/>
                      <a:pt x="48154" y="85725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A8D230F-3254-B882-D7E3-E6F376143AE5}"/>
                  </a:ext>
                </a:extLst>
              </p:cNvPr>
              <p:cNvSpPr/>
              <p:nvPr/>
            </p:nvSpPr>
            <p:spPr>
              <a:xfrm>
                <a:off x="11174677" y="1050280"/>
                <a:ext cx="84137" cy="97102"/>
              </a:xfrm>
              <a:custGeom>
                <a:avLst/>
                <a:gdLst>
                  <a:gd name="connsiteX0" fmla="*/ 0 w 84137"/>
                  <a:gd name="connsiteY0" fmla="*/ 94985 h 97102"/>
                  <a:gd name="connsiteX1" fmla="*/ 0 w 84137"/>
                  <a:gd name="connsiteY1" fmla="*/ 2910 h 97102"/>
                  <a:gd name="connsiteX2" fmla="*/ 1588 w 84137"/>
                  <a:gd name="connsiteY2" fmla="*/ 1323 h 97102"/>
                  <a:gd name="connsiteX3" fmla="*/ 12965 w 84137"/>
                  <a:gd name="connsiteY3" fmla="*/ 1323 h 97102"/>
                  <a:gd name="connsiteX4" fmla="*/ 14552 w 84137"/>
                  <a:gd name="connsiteY4" fmla="*/ 2910 h 97102"/>
                  <a:gd name="connsiteX5" fmla="*/ 14552 w 84137"/>
                  <a:gd name="connsiteY5" fmla="*/ 12171 h 97102"/>
                  <a:gd name="connsiteX6" fmla="*/ 17198 w 84137"/>
                  <a:gd name="connsiteY6" fmla="*/ 13229 h 97102"/>
                  <a:gd name="connsiteX7" fmla="*/ 27252 w 84137"/>
                  <a:gd name="connsiteY7" fmla="*/ 4762 h 97102"/>
                  <a:gd name="connsiteX8" fmla="*/ 46302 w 84137"/>
                  <a:gd name="connsiteY8" fmla="*/ 0 h 97102"/>
                  <a:gd name="connsiteX9" fmla="*/ 64823 w 84137"/>
                  <a:gd name="connsiteY9" fmla="*/ 4762 h 97102"/>
                  <a:gd name="connsiteX10" fmla="*/ 78846 w 84137"/>
                  <a:gd name="connsiteY10" fmla="*/ 18785 h 97102"/>
                  <a:gd name="connsiteX11" fmla="*/ 84138 w 84137"/>
                  <a:gd name="connsiteY11" fmla="*/ 41540 h 97102"/>
                  <a:gd name="connsiteX12" fmla="*/ 84138 w 84137"/>
                  <a:gd name="connsiteY12" fmla="*/ 95515 h 97102"/>
                  <a:gd name="connsiteX13" fmla="*/ 82550 w 84137"/>
                  <a:gd name="connsiteY13" fmla="*/ 97102 h 97102"/>
                  <a:gd name="connsiteX14" fmla="*/ 71173 w 84137"/>
                  <a:gd name="connsiteY14" fmla="*/ 97102 h 97102"/>
                  <a:gd name="connsiteX15" fmla="*/ 69585 w 84137"/>
                  <a:gd name="connsiteY15" fmla="*/ 95515 h 97102"/>
                  <a:gd name="connsiteX16" fmla="*/ 69585 w 84137"/>
                  <a:gd name="connsiteY16" fmla="*/ 42069 h 97102"/>
                  <a:gd name="connsiteX17" fmla="*/ 62177 w 84137"/>
                  <a:gd name="connsiteY17" fmla="*/ 21167 h 97102"/>
                  <a:gd name="connsiteX18" fmla="*/ 42863 w 84137"/>
                  <a:gd name="connsiteY18" fmla="*/ 13229 h 97102"/>
                  <a:gd name="connsiteX19" fmla="*/ 28310 w 84137"/>
                  <a:gd name="connsiteY19" fmla="*/ 16933 h 97102"/>
                  <a:gd name="connsiteX20" fmla="*/ 17992 w 84137"/>
                  <a:gd name="connsiteY20" fmla="*/ 26988 h 97102"/>
                  <a:gd name="connsiteX21" fmla="*/ 14023 w 84137"/>
                  <a:gd name="connsiteY21" fmla="*/ 42069 h 97102"/>
                  <a:gd name="connsiteX22" fmla="*/ 14023 w 84137"/>
                  <a:gd name="connsiteY22" fmla="*/ 95515 h 97102"/>
                  <a:gd name="connsiteX23" fmla="*/ 12435 w 84137"/>
                  <a:gd name="connsiteY23" fmla="*/ 97102 h 97102"/>
                  <a:gd name="connsiteX24" fmla="*/ 1058 w 84137"/>
                  <a:gd name="connsiteY24" fmla="*/ 97102 h 97102"/>
                  <a:gd name="connsiteX25" fmla="*/ 0 w 84137"/>
                  <a:gd name="connsiteY25" fmla="*/ 94985 h 97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84137" h="97102">
                    <a:moveTo>
                      <a:pt x="0" y="94985"/>
                    </a:moveTo>
                    <a:lnTo>
                      <a:pt x="0" y="2910"/>
                    </a:lnTo>
                    <a:cubicBezTo>
                      <a:pt x="0" y="2117"/>
                      <a:pt x="529" y="1323"/>
                      <a:pt x="1588" y="1323"/>
                    </a:cubicBezTo>
                    <a:lnTo>
                      <a:pt x="12965" y="1323"/>
                    </a:lnTo>
                    <a:cubicBezTo>
                      <a:pt x="13758" y="1323"/>
                      <a:pt x="14552" y="1852"/>
                      <a:pt x="14552" y="2910"/>
                    </a:cubicBezTo>
                    <a:lnTo>
                      <a:pt x="14552" y="12171"/>
                    </a:lnTo>
                    <a:cubicBezTo>
                      <a:pt x="14552" y="13494"/>
                      <a:pt x="16140" y="14023"/>
                      <a:pt x="17198" y="13229"/>
                    </a:cubicBezTo>
                    <a:cubicBezTo>
                      <a:pt x="20108" y="10054"/>
                      <a:pt x="23548" y="7144"/>
                      <a:pt x="27252" y="4762"/>
                    </a:cubicBezTo>
                    <a:cubicBezTo>
                      <a:pt x="32279" y="1588"/>
                      <a:pt x="38629" y="0"/>
                      <a:pt x="46302" y="0"/>
                    </a:cubicBezTo>
                    <a:cubicBezTo>
                      <a:pt x="52917" y="0"/>
                      <a:pt x="59002" y="1588"/>
                      <a:pt x="64823" y="4762"/>
                    </a:cubicBezTo>
                    <a:cubicBezTo>
                      <a:pt x="70644" y="7938"/>
                      <a:pt x="75406" y="12435"/>
                      <a:pt x="78846" y="18785"/>
                    </a:cubicBezTo>
                    <a:cubicBezTo>
                      <a:pt x="82550" y="24871"/>
                      <a:pt x="84138" y="32544"/>
                      <a:pt x="84138" y="41540"/>
                    </a:cubicBezTo>
                    <a:lnTo>
                      <a:pt x="84138" y="95515"/>
                    </a:lnTo>
                    <a:cubicBezTo>
                      <a:pt x="84138" y="96308"/>
                      <a:pt x="83608" y="97102"/>
                      <a:pt x="82550" y="97102"/>
                    </a:cubicBezTo>
                    <a:lnTo>
                      <a:pt x="71173" y="97102"/>
                    </a:lnTo>
                    <a:cubicBezTo>
                      <a:pt x="70379" y="97102"/>
                      <a:pt x="69585" y="96573"/>
                      <a:pt x="69585" y="95515"/>
                    </a:cubicBezTo>
                    <a:lnTo>
                      <a:pt x="69585" y="42069"/>
                    </a:lnTo>
                    <a:cubicBezTo>
                      <a:pt x="69585" y="33338"/>
                      <a:pt x="67204" y="26458"/>
                      <a:pt x="62177" y="21167"/>
                    </a:cubicBezTo>
                    <a:cubicBezTo>
                      <a:pt x="57150" y="15875"/>
                      <a:pt x="50800" y="13229"/>
                      <a:pt x="42863" y="13229"/>
                    </a:cubicBezTo>
                    <a:cubicBezTo>
                      <a:pt x="37571" y="13229"/>
                      <a:pt x="32808" y="14552"/>
                      <a:pt x="28310" y="16933"/>
                    </a:cubicBezTo>
                    <a:cubicBezTo>
                      <a:pt x="24077" y="19315"/>
                      <a:pt x="20638" y="22754"/>
                      <a:pt x="17992" y="26988"/>
                    </a:cubicBezTo>
                    <a:cubicBezTo>
                      <a:pt x="15346" y="31485"/>
                      <a:pt x="14023" y="36512"/>
                      <a:pt x="14023" y="42069"/>
                    </a:cubicBezTo>
                    <a:lnTo>
                      <a:pt x="14023" y="95515"/>
                    </a:lnTo>
                    <a:cubicBezTo>
                      <a:pt x="14023" y="96308"/>
                      <a:pt x="13494" y="97102"/>
                      <a:pt x="12435" y="97102"/>
                    </a:cubicBezTo>
                    <a:lnTo>
                      <a:pt x="1058" y="97102"/>
                    </a:lnTo>
                    <a:cubicBezTo>
                      <a:pt x="529" y="96573"/>
                      <a:pt x="0" y="95779"/>
                      <a:pt x="0" y="94985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4F89194-83D7-8AD6-7218-DB6DF3BFC207}"/>
                  </a:ext>
                </a:extLst>
              </p:cNvPr>
              <p:cNvSpPr/>
              <p:nvPr/>
            </p:nvSpPr>
            <p:spPr>
              <a:xfrm>
                <a:off x="11270720" y="1049751"/>
                <a:ext cx="91185" cy="98425"/>
              </a:xfrm>
              <a:custGeom>
                <a:avLst/>
                <a:gdLst>
                  <a:gd name="connsiteX0" fmla="*/ 46831 w 91185"/>
                  <a:gd name="connsiteY0" fmla="*/ 98425 h 98425"/>
                  <a:gd name="connsiteX1" fmla="*/ 21960 w 91185"/>
                  <a:gd name="connsiteY1" fmla="*/ 91810 h 98425"/>
                  <a:gd name="connsiteX2" fmla="*/ 5821 w 91185"/>
                  <a:gd name="connsiteY2" fmla="*/ 74083 h 98425"/>
                  <a:gd name="connsiteX3" fmla="*/ 0 w 91185"/>
                  <a:gd name="connsiteY3" fmla="*/ 49213 h 98425"/>
                  <a:gd name="connsiteX4" fmla="*/ 5821 w 91185"/>
                  <a:gd name="connsiteY4" fmla="*/ 24342 h 98425"/>
                  <a:gd name="connsiteX5" fmla="*/ 21960 w 91185"/>
                  <a:gd name="connsiteY5" fmla="*/ 6615 h 98425"/>
                  <a:gd name="connsiteX6" fmla="*/ 46831 w 91185"/>
                  <a:gd name="connsiteY6" fmla="*/ 0 h 98425"/>
                  <a:gd name="connsiteX7" fmla="*/ 75671 w 91185"/>
                  <a:gd name="connsiteY7" fmla="*/ 8731 h 98425"/>
                  <a:gd name="connsiteX8" fmla="*/ 91017 w 91185"/>
                  <a:gd name="connsiteY8" fmla="*/ 29369 h 98425"/>
                  <a:gd name="connsiteX9" fmla="*/ 89694 w 91185"/>
                  <a:gd name="connsiteY9" fmla="*/ 31221 h 98425"/>
                  <a:gd name="connsiteX10" fmla="*/ 77258 w 91185"/>
                  <a:gd name="connsiteY10" fmla="*/ 31221 h 98425"/>
                  <a:gd name="connsiteX11" fmla="*/ 75935 w 91185"/>
                  <a:gd name="connsiteY11" fmla="*/ 30427 h 98425"/>
                  <a:gd name="connsiteX12" fmla="*/ 65881 w 91185"/>
                  <a:gd name="connsiteY12" fmla="*/ 17992 h 98425"/>
                  <a:gd name="connsiteX13" fmla="*/ 48683 w 91185"/>
                  <a:gd name="connsiteY13" fmla="*/ 12965 h 98425"/>
                  <a:gd name="connsiteX14" fmla="*/ 30427 w 91185"/>
                  <a:gd name="connsiteY14" fmla="*/ 17992 h 98425"/>
                  <a:gd name="connsiteX15" fmla="*/ 18521 w 91185"/>
                  <a:gd name="connsiteY15" fmla="*/ 31221 h 98425"/>
                  <a:gd name="connsiteX16" fmla="*/ 14287 w 91185"/>
                  <a:gd name="connsiteY16" fmla="*/ 49213 h 98425"/>
                  <a:gd name="connsiteX17" fmla="*/ 18521 w 91185"/>
                  <a:gd name="connsiteY17" fmla="*/ 67204 h 98425"/>
                  <a:gd name="connsiteX18" fmla="*/ 30427 w 91185"/>
                  <a:gd name="connsiteY18" fmla="*/ 80433 h 98425"/>
                  <a:gd name="connsiteX19" fmla="*/ 48683 w 91185"/>
                  <a:gd name="connsiteY19" fmla="*/ 85460 h 98425"/>
                  <a:gd name="connsiteX20" fmla="*/ 65881 w 91185"/>
                  <a:gd name="connsiteY20" fmla="*/ 80433 h 98425"/>
                  <a:gd name="connsiteX21" fmla="*/ 75935 w 91185"/>
                  <a:gd name="connsiteY21" fmla="*/ 67998 h 98425"/>
                  <a:gd name="connsiteX22" fmla="*/ 77258 w 91185"/>
                  <a:gd name="connsiteY22" fmla="*/ 67204 h 98425"/>
                  <a:gd name="connsiteX23" fmla="*/ 89694 w 91185"/>
                  <a:gd name="connsiteY23" fmla="*/ 67204 h 98425"/>
                  <a:gd name="connsiteX24" fmla="*/ 91017 w 91185"/>
                  <a:gd name="connsiteY24" fmla="*/ 69056 h 98425"/>
                  <a:gd name="connsiteX25" fmla="*/ 75671 w 91185"/>
                  <a:gd name="connsiteY25" fmla="*/ 89694 h 98425"/>
                  <a:gd name="connsiteX26" fmla="*/ 46831 w 91185"/>
                  <a:gd name="connsiteY26" fmla="*/ 98425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91185" h="98425">
                    <a:moveTo>
                      <a:pt x="46831" y="98425"/>
                    </a:moveTo>
                    <a:cubicBezTo>
                      <a:pt x="37306" y="98425"/>
                      <a:pt x="29104" y="96308"/>
                      <a:pt x="21960" y="91810"/>
                    </a:cubicBezTo>
                    <a:cubicBezTo>
                      <a:pt x="15081" y="87313"/>
                      <a:pt x="9525" y="81492"/>
                      <a:pt x="5821" y="74083"/>
                    </a:cubicBezTo>
                    <a:cubicBezTo>
                      <a:pt x="1852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790" y="16933"/>
                      <a:pt x="15081" y="11113"/>
                      <a:pt x="21960" y="6615"/>
                    </a:cubicBezTo>
                    <a:cubicBezTo>
                      <a:pt x="28840" y="2117"/>
                      <a:pt x="37306" y="0"/>
                      <a:pt x="46831" y="0"/>
                    </a:cubicBezTo>
                    <a:cubicBezTo>
                      <a:pt x="58208" y="0"/>
                      <a:pt x="67733" y="2910"/>
                      <a:pt x="75671" y="8731"/>
                    </a:cubicBezTo>
                    <a:cubicBezTo>
                      <a:pt x="83079" y="14023"/>
                      <a:pt x="88106" y="21167"/>
                      <a:pt x="91017" y="29369"/>
                    </a:cubicBezTo>
                    <a:cubicBezTo>
                      <a:pt x="91281" y="30427"/>
                      <a:pt x="90487" y="31221"/>
                      <a:pt x="89694" y="31221"/>
                    </a:cubicBezTo>
                    <a:lnTo>
                      <a:pt x="77258" y="31221"/>
                    </a:lnTo>
                    <a:cubicBezTo>
                      <a:pt x="76729" y="31221"/>
                      <a:pt x="76200" y="30956"/>
                      <a:pt x="75935" y="30427"/>
                    </a:cubicBezTo>
                    <a:cubicBezTo>
                      <a:pt x="73819" y="25400"/>
                      <a:pt x="70379" y="21167"/>
                      <a:pt x="65881" y="17992"/>
                    </a:cubicBezTo>
                    <a:cubicBezTo>
                      <a:pt x="61119" y="14552"/>
                      <a:pt x="55298" y="12965"/>
                      <a:pt x="48683" y="12965"/>
                    </a:cubicBezTo>
                    <a:cubicBezTo>
                      <a:pt x="41804" y="12965"/>
                      <a:pt x="35719" y="14552"/>
                      <a:pt x="30427" y="17992"/>
                    </a:cubicBezTo>
                    <a:cubicBezTo>
                      <a:pt x="25135" y="21167"/>
                      <a:pt x="21167" y="25665"/>
                      <a:pt x="18521" y="31221"/>
                    </a:cubicBezTo>
                    <a:cubicBezTo>
                      <a:pt x="15610" y="36777"/>
                      <a:pt x="14287" y="42598"/>
                      <a:pt x="14287" y="49213"/>
                    </a:cubicBezTo>
                    <a:cubicBezTo>
                      <a:pt x="14287" y="55563"/>
                      <a:pt x="15610" y="61648"/>
                      <a:pt x="18521" y="67204"/>
                    </a:cubicBezTo>
                    <a:cubicBezTo>
                      <a:pt x="21431" y="72760"/>
                      <a:pt x="25400" y="77258"/>
                      <a:pt x="30427" y="80433"/>
                    </a:cubicBezTo>
                    <a:cubicBezTo>
                      <a:pt x="35719" y="83608"/>
                      <a:pt x="41804" y="85460"/>
                      <a:pt x="48683" y="85460"/>
                    </a:cubicBezTo>
                    <a:cubicBezTo>
                      <a:pt x="55298" y="85460"/>
                      <a:pt x="61119" y="83873"/>
                      <a:pt x="65881" y="80433"/>
                    </a:cubicBezTo>
                    <a:cubicBezTo>
                      <a:pt x="70379" y="77258"/>
                      <a:pt x="73819" y="73025"/>
                      <a:pt x="75935" y="67998"/>
                    </a:cubicBezTo>
                    <a:cubicBezTo>
                      <a:pt x="76200" y="67469"/>
                      <a:pt x="76729" y="67204"/>
                      <a:pt x="77258" y="67204"/>
                    </a:cubicBezTo>
                    <a:lnTo>
                      <a:pt x="89694" y="67204"/>
                    </a:lnTo>
                    <a:cubicBezTo>
                      <a:pt x="90752" y="67204"/>
                      <a:pt x="91546" y="68263"/>
                      <a:pt x="91017" y="69056"/>
                    </a:cubicBezTo>
                    <a:cubicBezTo>
                      <a:pt x="88106" y="77523"/>
                      <a:pt x="82815" y="84402"/>
                      <a:pt x="75671" y="89694"/>
                    </a:cubicBezTo>
                    <a:cubicBezTo>
                      <a:pt x="67733" y="95515"/>
                      <a:pt x="58208" y="98425"/>
                      <a:pt x="46831" y="98425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C126E01D-C710-03B1-2700-1FFD69BCB69C}"/>
                  </a:ext>
                </a:extLst>
              </p:cNvPr>
              <p:cNvSpPr/>
              <p:nvPr/>
            </p:nvSpPr>
            <p:spPr>
              <a:xfrm>
                <a:off x="11371262" y="1049751"/>
                <a:ext cx="94456" cy="98425"/>
              </a:xfrm>
              <a:custGeom>
                <a:avLst/>
                <a:gdLst>
                  <a:gd name="connsiteX0" fmla="*/ 48419 w 94456"/>
                  <a:gd name="connsiteY0" fmla="*/ 98425 h 98425"/>
                  <a:gd name="connsiteX1" fmla="*/ 23019 w 94456"/>
                  <a:gd name="connsiteY1" fmla="*/ 91810 h 98425"/>
                  <a:gd name="connsiteX2" fmla="*/ 6085 w 94456"/>
                  <a:gd name="connsiteY2" fmla="*/ 74083 h 98425"/>
                  <a:gd name="connsiteX3" fmla="*/ 0 w 94456"/>
                  <a:gd name="connsiteY3" fmla="*/ 49213 h 98425"/>
                  <a:gd name="connsiteX4" fmla="*/ 5821 w 94456"/>
                  <a:gd name="connsiteY4" fmla="*/ 24342 h 98425"/>
                  <a:gd name="connsiteX5" fmla="*/ 22225 w 94456"/>
                  <a:gd name="connsiteY5" fmla="*/ 6615 h 98425"/>
                  <a:gd name="connsiteX6" fmla="*/ 47360 w 94456"/>
                  <a:gd name="connsiteY6" fmla="*/ 0 h 98425"/>
                  <a:gd name="connsiteX7" fmla="*/ 72496 w 94456"/>
                  <a:gd name="connsiteY7" fmla="*/ 6615 h 98425"/>
                  <a:gd name="connsiteX8" fmla="*/ 88635 w 94456"/>
                  <a:gd name="connsiteY8" fmla="*/ 24342 h 98425"/>
                  <a:gd name="connsiteX9" fmla="*/ 94456 w 94456"/>
                  <a:gd name="connsiteY9" fmla="*/ 49213 h 98425"/>
                  <a:gd name="connsiteX10" fmla="*/ 94456 w 94456"/>
                  <a:gd name="connsiteY10" fmla="*/ 53446 h 98425"/>
                  <a:gd name="connsiteX11" fmla="*/ 92869 w 94456"/>
                  <a:gd name="connsiteY11" fmla="*/ 55033 h 98425"/>
                  <a:gd name="connsiteX12" fmla="*/ 16404 w 94456"/>
                  <a:gd name="connsiteY12" fmla="*/ 55033 h 98425"/>
                  <a:gd name="connsiteX13" fmla="*/ 14817 w 94456"/>
                  <a:gd name="connsiteY13" fmla="*/ 56885 h 98425"/>
                  <a:gd name="connsiteX14" fmla="*/ 19844 w 94456"/>
                  <a:gd name="connsiteY14" fmla="*/ 70379 h 98425"/>
                  <a:gd name="connsiteX15" fmla="*/ 31485 w 94456"/>
                  <a:gd name="connsiteY15" fmla="*/ 81492 h 98425"/>
                  <a:gd name="connsiteX16" fmla="*/ 48154 w 94456"/>
                  <a:gd name="connsiteY16" fmla="*/ 85460 h 98425"/>
                  <a:gd name="connsiteX17" fmla="*/ 65087 w 94456"/>
                  <a:gd name="connsiteY17" fmla="*/ 80963 h 98425"/>
                  <a:gd name="connsiteX18" fmla="*/ 75406 w 94456"/>
                  <a:gd name="connsiteY18" fmla="*/ 70115 h 98425"/>
                  <a:gd name="connsiteX19" fmla="*/ 76729 w 94456"/>
                  <a:gd name="connsiteY19" fmla="*/ 69321 h 98425"/>
                  <a:gd name="connsiteX20" fmla="*/ 89165 w 94456"/>
                  <a:gd name="connsiteY20" fmla="*/ 69321 h 98425"/>
                  <a:gd name="connsiteX21" fmla="*/ 90487 w 94456"/>
                  <a:gd name="connsiteY21" fmla="*/ 71438 h 98425"/>
                  <a:gd name="connsiteX22" fmla="*/ 75671 w 94456"/>
                  <a:gd name="connsiteY22" fmla="*/ 90223 h 98425"/>
                  <a:gd name="connsiteX23" fmla="*/ 48419 w 94456"/>
                  <a:gd name="connsiteY23" fmla="*/ 98425 h 98425"/>
                  <a:gd name="connsiteX24" fmla="*/ 16933 w 94456"/>
                  <a:gd name="connsiteY24" fmla="*/ 41804 h 98425"/>
                  <a:gd name="connsiteX25" fmla="*/ 78052 w 94456"/>
                  <a:gd name="connsiteY25" fmla="*/ 41804 h 98425"/>
                  <a:gd name="connsiteX26" fmla="*/ 79640 w 94456"/>
                  <a:gd name="connsiteY26" fmla="*/ 39952 h 98425"/>
                  <a:gd name="connsiteX27" fmla="*/ 69585 w 94456"/>
                  <a:gd name="connsiteY27" fmla="*/ 21431 h 98425"/>
                  <a:gd name="connsiteX28" fmla="*/ 47625 w 94456"/>
                  <a:gd name="connsiteY28" fmla="*/ 13229 h 98425"/>
                  <a:gd name="connsiteX29" fmla="*/ 25665 w 94456"/>
                  <a:gd name="connsiteY29" fmla="*/ 21431 h 98425"/>
                  <a:gd name="connsiteX30" fmla="*/ 15610 w 94456"/>
                  <a:gd name="connsiteY30" fmla="*/ 39952 h 98425"/>
                  <a:gd name="connsiteX31" fmla="*/ 16933 w 94456"/>
                  <a:gd name="connsiteY31" fmla="*/ 41804 h 984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94456" h="98425">
                    <a:moveTo>
                      <a:pt x="48419" y="98425"/>
                    </a:moveTo>
                    <a:cubicBezTo>
                      <a:pt x="38894" y="98425"/>
                      <a:pt x="30427" y="96308"/>
                      <a:pt x="23019" y="91810"/>
                    </a:cubicBezTo>
                    <a:cubicBezTo>
                      <a:pt x="15875" y="87313"/>
                      <a:pt x="10054" y="81492"/>
                      <a:pt x="6085" y="74083"/>
                    </a:cubicBezTo>
                    <a:cubicBezTo>
                      <a:pt x="2117" y="66675"/>
                      <a:pt x="0" y="58473"/>
                      <a:pt x="0" y="49213"/>
                    </a:cubicBezTo>
                    <a:cubicBezTo>
                      <a:pt x="0" y="39952"/>
                      <a:pt x="1852" y="31750"/>
                      <a:pt x="5821" y="24342"/>
                    </a:cubicBezTo>
                    <a:cubicBezTo>
                      <a:pt x="9525" y="16933"/>
                      <a:pt x="15081" y="11113"/>
                      <a:pt x="22225" y="6615"/>
                    </a:cubicBezTo>
                    <a:cubicBezTo>
                      <a:pt x="29369" y="2117"/>
                      <a:pt x="37835" y="0"/>
                      <a:pt x="47360" y="0"/>
                    </a:cubicBezTo>
                    <a:cubicBezTo>
                      <a:pt x="57150" y="0"/>
                      <a:pt x="65617" y="2117"/>
                      <a:pt x="72496" y="6615"/>
                    </a:cubicBezTo>
                    <a:cubicBezTo>
                      <a:pt x="79640" y="11113"/>
                      <a:pt x="84931" y="16933"/>
                      <a:pt x="88635" y="24342"/>
                    </a:cubicBezTo>
                    <a:cubicBezTo>
                      <a:pt x="92340" y="31750"/>
                      <a:pt x="94456" y="39952"/>
                      <a:pt x="94456" y="49213"/>
                    </a:cubicBezTo>
                    <a:lnTo>
                      <a:pt x="94456" y="53446"/>
                    </a:lnTo>
                    <a:cubicBezTo>
                      <a:pt x="94456" y="54240"/>
                      <a:pt x="93927" y="55033"/>
                      <a:pt x="92869" y="55033"/>
                    </a:cubicBezTo>
                    <a:lnTo>
                      <a:pt x="16404" y="55033"/>
                    </a:lnTo>
                    <a:cubicBezTo>
                      <a:pt x="15610" y="55033"/>
                      <a:pt x="14817" y="55827"/>
                      <a:pt x="14817" y="56885"/>
                    </a:cubicBezTo>
                    <a:cubicBezTo>
                      <a:pt x="15610" y="61913"/>
                      <a:pt x="17462" y="66410"/>
                      <a:pt x="19844" y="70379"/>
                    </a:cubicBezTo>
                    <a:cubicBezTo>
                      <a:pt x="22754" y="75142"/>
                      <a:pt x="26458" y="78581"/>
                      <a:pt x="31485" y="81492"/>
                    </a:cubicBezTo>
                    <a:cubicBezTo>
                      <a:pt x="36248" y="84138"/>
                      <a:pt x="41804" y="85460"/>
                      <a:pt x="48154" y="85460"/>
                    </a:cubicBezTo>
                    <a:cubicBezTo>
                      <a:pt x="54769" y="85460"/>
                      <a:pt x="60590" y="83873"/>
                      <a:pt x="65087" y="80963"/>
                    </a:cubicBezTo>
                    <a:cubicBezTo>
                      <a:pt x="69321" y="78052"/>
                      <a:pt x="72760" y="74613"/>
                      <a:pt x="75406" y="70115"/>
                    </a:cubicBezTo>
                    <a:cubicBezTo>
                      <a:pt x="75671" y="69585"/>
                      <a:pt x="76200" y="69321"/>
                      <a:pt x="76729" y="69321"/>
                    </a:cubicBezTo>
                    <a:lnTo>
                      <a:pt x="89165" y="69321"/>
                    </a:lnTo>
                    <a:cubicBezTo>
                      <a:pt x="90223" y="69321"/>
                      <a:pt x="91017" y="70379"/>
                      <a:pt x="90487" y="71438"/>
                    </a:cubicBezTo>
                    <a:cubicBezTo>
                      <a:pt x="87048" y="79110"/>
                      <a:pt x="82285" y="85196"/>
                      <a:pt x="75671" y="90223"/>
                    </a:cubicBezTo>
                    <a:cubicBezTo>
                      <a:pt x="68792" y="95779"/>
                      <a:pt x="59531" y="98425"/>
                      <a:pt x="48419" y="98425"/>
                    </a:cubicBezTo>
                    <a:close/>
                    <a:moveTo>
                      <a:pt x="16933" y="41804"/>
                    </a:moveTo>
                    <a:lnTo>
                      <a:pt x="78052" y="41804"/>
                    </a:lnTo>
                    <a:cubicBezTo>
                      <a:pt x="79110" y="41804"/>
                      <a:pt x="79640" y="41010"/>
                      <a:pt x="79640" y="39952"/>
                    </a:cubicBezTo>
                    <a:cubicBezTo>
                      <a:pt x="78052" y="32544"/>
                      <a:pt x="74877" y="26458"/>
                      <a:pt x="69585" y="21431"/>
                    </a:cubicBezTo>
                    <a:cubicBezTo>
                      <a:pt x="64029" y="15875"/>
                      <a:pt x="56621" y="13229"/>
                      <a:pt x="47625" y="13229"/>
                    </a:cubicBezTo>
                    <a:cubicBezTo>
                      <a:pt x="38365" y="13229"/>
                      <a:pt x="31221" y="15875"/>
                      <a:pt x="25665" y="21431"/>
                    </a:cubicBezTo>
                    <a:cubicBezTo>
                      <a:pt x="20637" y="26458"/>
                      <a:pt x="17198" y="32544"/>
                      <a:pt x="15610" y="39952"/>
                    </a:cubicBezTo>
                    <a:cubicBezTo>
                      <a:pt x="15081" y="41010"/>
                      <a:pt x="15875" y="41804"/>
                      <a:pt x="16933" y="41804"/>
                    </a:cubicBez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</p:grpSp>
        <p:grpSp>
          <p:nvGrpSpPr>
            <p:cNvPr id="16" name="Graphic 2">
              <a:extLst>
                <a:ext uri="{FF2B5EF4-FFF2-40B4-BE49-F238E27FC236}">
                  <a16:creationId xmlns:a16="http://schemas.microsoft.com/office/drawing/2014/main" id="{FB3964FA-C9C6-C0C9-4573-BB946BB901EA}"/>
                </a:ext>
              </a:extLst>
            </p:cNvPr>
            <p:cNvGrpSpPr/>
            <p:nvPr/>
          </p:nvGrpSpPr>
          <p:grpSpPr>
            <a:xfrm>
              <a:off x="10781224" y="586995"/>
              <a:ext cx="459100" cy="369358"/>
              <a:chOff x="10781224" y="586995"/>
              <a:chExt cx="459100" cy="369358"/>
            </a:xfrm>
            <a:grpFill/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CE2C7EE-B39C-3AB0-AAAC-39ADFB09E60D}"/>
                  </a:ext>
                </a:extLst>
              </p:cNvPr>
              <p:cNvSpPr/>
              <p:nvPr/>
            </p:nvSpPr>
            <p:spPr>
              <a:xfrm>
                <a:off x="10781224" y="586995"/>
                <a:ext cx="459100" cy="369358"/>
              </a:xfrm>
              <a:custGeom>
                <a:avLst/>
                <a:gdLst>
                  <a:gd name="connsiteX0" fmla="*/ 440283 w 459100"/>
                  <a:gd name="connsiteY0" fmla="*/ 296069 h 369358"/>
                  <a:gd name="connsiteX1" fmla="*/ 428377 w 459100"/>
                  <a:gd name="connsiteY1" fmla="*/ 293687 h 369358"/>
                  <a:gd name="connsiteX2" fmla="*/ 354558 w 459100"/>
                  <a:gd name="connsiteY2" fmla="*/ 319617 h 369358"/>
                  <a:gd name="connsiteX3" fmla="*/ 354294 w 459100"/>
                  <a:gd name="connsiteY3" fmla="*/ 319617 h 369358"/>
                  <a:gd name="connsiteX4" fmla="*/ 350854 w 459100"/>
                  <a:gd name="connsiteY4" fmla="*/ 319617 h 369358"/>
                  <a:gd name="connsiteX5" fmla="*/ 348738 w 459100"/>
                  <a:gd name="connsiteY5" fmla="*/ 319617 h 369358"/>
                  <a:gd name="connsiteX6" fmla="*/ 213800 w 459100"/>
                  <a:gd name="connsiteY6" fmla="*/ 184679 h 369358"/>
                  <a:gd name="connsiteX7" fmla="*/ 348738 w 459100"/>
                  <a:gd name="connsiteY7" fmla="*/ 49742 h 369358"/>
                  <a:gd name="connsiteX8" fmla="*/ 350854 w 459100"/>
                  <a:gd name="connsiteY8" fmla="*/ 49742 h 369358"/>
                  <a:gd name="connsiteX9" fmla="*/ 354294 w 459100"/>
                  <a:gd name="connsiteY9" fmla="*/ 49742 h 369358"/>
                  <a:gd name="connsiteX10" fmla="*/ 354558 w 459100"/>
                  <a:gd name="connsiteY10" fmla="*/ 49742 h 369358"/>
                  <a:gd name="connsiteX11" fmla="*/ 428377 w 459100"/>
                  <a:gd name="connsiteY11" fmla="*/ 75671 h 369358"/>
                  <a:gd name="connsiteX12" fmla="*/ 440283 w 459100"/>
                  <a:gd name="connsiteY12" fmla="*/ 73290 h 369358"/>
                  <a:gd name="connsiteX13" fmla="*/ 458010 w 459100"/>
                  <a:gd name="connsiteY13" fmla="*/ 43392 h 369358"/>
                  <a:gd name="connsiteX14" fmla="*/ 455629 w 459100"/>
                  <a:gd name="connsiteY14" fmla="*/ 32808 h 369358"/>
                  <a:gd name="connsiteX15" fmla="*/ 350590 w 459100"/>
                  <a:gd name="connsiteY15" fmla="*/ 0 h 369358"/>
                  <a:gd name="connsiteX16" fmla="*/ 350590 w 459100"/>
                  <a:gd name="connsiteY16" fmla="*/ 0 h 369358"/>
                  <a:gd name="connsiteX17" fmla="*/ 350590 w 459100"/>
                  <a:gd name="connsiteY17" fmla="*/ 0 h 369358"/>
                  <a:gd name="connsiteX18" fmla="*/ 240258 w 459100"/>
                  <a:gd name="connsiteY18" fmla="*/ 36777 h 369358"/>
                  <a:gd name="connsiteX19" fmla="*/ 238406 w 459100"/>
                  <a:gd name="connsiteY19" fmla="*/ 38100 h 369358"/>
                  <a:gd name="connsiteX20" fmla="*/ 156385 w 459100"/>
                  <a:gd name="connsiteY20" fmla="*/ 144463 h 369358"/>
                  <a:gd name="connsiteX21" fmla="*/ 148183 w 459100"/>
                  <a:gd name="connsiteY21" fmla="*/ 144727 h 369358"/>
                  <a:gd name="connsiteX22" fmla="*/ 63517 w 459100"/>
                  <a:gd name="connsiteY22" fmla="*/ 10848 h 369358"/>
                  <a:gd name="connsiteX23" fmla="*/ 57960 w 459100"/>
                  <a:gd name="connsiteY23" fmla="*/ 7673 h 369358"/>
                  <a:gd name="connsiteX24" fmla="*/ 6631 w 459100"/>
                  <a:gd name="connsiteY24" fmla="*/ 7673 h 369358"/>
                  <a:gd name="connsiteX25" fmla="*/ 17 w 459100"/>
                  <a:gd name="connsiteY25" fmla="*/ 14817 h 369358"/>
                  <a:gd name="connsiteX26" fmla="*/ 1075 w 459100"/>
                  <a:gd name="connsiteY26" fmla="*/ 18256 h 369358"/>
                  <a:gd name="connsiteX27" fmla="*/ 112200 w 459100"/>
                  <a:gd name="connsiteY27" fmla="*/ 182033 h 369358"/>
                  <a:gd name="connsiteX28" fmla="*/ 112994 w 459100"/>
                  <a:gd name="connsiteY28" fmla="*/ 184679 h 369358"/>
                  <a:gd name="connsiteX29" fmla="*/ 112200 w 459100"/>
                  <a:gd name="connsiteY29" fmla="*/ 187325 h 369358"/>
                  <a:gd name="connsiteX30" fmla="*/ 1075 w 459100"/>
                  <a:gd name="connsiteY30" fmla="*/ 351102 h 369358"/>
                  <a:gd name="connsiteX31" fmla="*/ 17 w 459100"/>
                  <a:gd name="connsiteY31" fmla="*/ 354542 h 369358"/>
                  <a:gd name="connsiteX32" fmla="*/ 6631 w 459100"/>
                  <a:gd name="connsiteY32" fmla="*/ 361685 h 369358"/>
                  <a:gd name="connsiteX33" fmla="*/ 57960 w 459100"/>
                  <a:gd name="connsiteY33" fmla="*/ 361685 h 369358"/>
                  <a:gd name="connsiteX34" fmla="*/ 63517 w 459100"/>
                  <a:gd name="connsiteY34" fmla="*/ 358510 h 369358"/>
                  <a:gd name="connsiteX35" fmla="*/ 148183 w 459100"/>
                  <a:gd name="connsiteY35" fmla="*/ 224631 h 369358"/>
                  <a:gd name="connsiteX36" fmla="*/ 156385 w 459100"/>
                  <a:gd name="connsiteY36" fmla="*/ 224896 h 369358"/>
                  <a:gd name="connsiteX37" fmla="*/ 238406 w 459100"/>
                  <a:gd name="connsiteY37" fmla="*/ 331258 h 369358"/>
                  <a:gd name="connsiteX38" fmla="*/ 240258 w 459100"/>
                  <a:gd name="connsiteY38" fmla="*/ 332581 h 369358"/>
                  <a:gd name="connsiteX39" fmla="*/ 350590 w 459100"/>
                  <a:gd name="connsiteY39" fmla="*/ 369358 h 369358"/>
                  <a:gd name="connsiteX40" fmla="*/ 350590 w 459100"/>
                  <a:gd name="connsiteY40" fmla="*/ 369358 h 369358"/>
                  <a:gd name="connsiteX41" fmla="*/ 350590 w 459100"/>
                  <a:gd name="connsiteY41" fmla="*/ 369358 h 369358"/>
                  <a:gd name="connsiteX42" fmla="*/ 455629 w 459100"/>
                  <a:gd name="connsiteY42" fmla="*/ 336550 h 369358"/>
                  <a:gd name="connsiteX43" fmla="*/ 458010 w 459100"/>
                  <a:gd name="connsiteY43" fmla="*/ 325967 h 369358"/>
                  <a:gd name="connsiteX44" fmla="*/ 440283 w 459100"/>
                  <a:gd name="connsiteY44" fmla="*/ 296069 h 369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459100" h="369358">
                    <a:moveTo>
                      <a:pt x="440283" y="296069"/>
                    </a:moveTo>
                    <a:cubicBezTo>
                      <a:pt x="437902" y="291835"/>
                      <a:pt x="432346" y="290777"/>
                      <a:pt x="428377" y="293687"/>
                    </a:cubicBezTo>
                    <a:cubicBezTo>
                      <a:pt x="407475" y="308769"/>
                      <a:pt x="382075" y="318294"/>
                      <a:pt x="354558" y="319617"/>
                    </a:cubicBezTo>
                    <a:cubicBezTo>
                      <a:pt x="354558" y="319617"/>
                      <a:pt x="354558" y="319617"/>
                      <a:pt x="354294" y="319617"/>
                    </a:cubicBezTo>
                    <a:cubicBezTo>
                      <a:pt x="353235" y="319617"/>
                      <a:pt x="351913" y="319617"/>
                      <a:pt x="350854" y="319617"/>
                    </a:cubicBezTo>
                    <a:cubicBezTo>
                      <a:pt x="350060" y="319617"/>
                      <a:pt x="349531" y="319617"/>
                      <a:pt x="348738" y="319617"/>
                    </a:cubicBezTo>
                    <a:cubicBezTo>
                      <a:pt x="274125" y="319617"/>
                      <a:pt x="213800" y="259292"/>
                      <a:pt x="213800" y="184679"/>
                    </a:cubicBezTo>
                    <a:cubicBezTo>
                      <a:pt x="213800" y="110067"/>
                      <a:pt x="274390" y="49742"/>
                      <a:pt x="348738" y="49742"/>
                    </a:cubicBezTo>
                    <a:cubicBezTo>
                      <a:pt x="349531" y="49742"/>
                      <a:pt x="350060" y="49742"/>
                      <a:pt x="350854" y="49742"/>
                    </a:cubicBezTo>
                    <a:cubicBezTo>
                      <a:pt x="351913" y="49742"/>
                      <a:pt x="353235" y="49742"/>
                      <a:pt x="354294" y="49742"/>
                    </a:cubicBezTo>
                    <a:cubicBezTo>
                      <a:pt x="354294" y="49742"/>
                      <a:pt x="354558" y="49742"/>
                      <a:pt x="354558" y="49742"/>
                    </a:cubicBezTo>
                    <a:cubicBezTo>
                      <a:pt x="382075" y="50800"/>
                      <a:pt x="407475" y="60325"/>
                      <a:pt x="428377" y="75671"/>
                    </a:cubicBezTo>
                    <a:cubicBezTo>
                      <a:pt x="432346" y="78581"/>
                      <a:pt x="437902" y="77523"/>
                      <a:pt x="440283" y="73290"/>
                    </a:cubicBezTo>
                    <a:lnTo>
                      <a:pt x="458010" y="43392"/>
                    </a:lnTo>
                    <a:cubicBezTo>
                      <a:pt x="460127" y="39688"/>
                      <a:pt x="459069" y="35190"/>
                      <a:pt x="455629" y="32808"/>
                    </a:cubicBezTo>
                    <a:cubicBezTo>
                      <a:pt x="441606" y="23019"/>
                      <a:pt x="402977" y="0"/>
                      <a:pt x="350590" y="0"/>
                    </a:cubicBezTo>
                    <a:cubicBezTo>
                      <a:pt x="350590" y="0"/>
                      <a:pt x="350590" y="0"/>
                      <a:pt x="350590" y="0"/>
                    </a:cubicBezTo>
                    <a:cubicBezTo>
                      <a:pt x="350590" y="0"/>
                      <a:pt x="350590" y="0"/>
                      <a:pt x="350590" y="0"/>
                    </a:cubicBezTo>
                    <a:cubicBezTo>
                      <a:pt x="283650" y="0"/>
                      <a:pt x="240258" y="36777"/>
                      <a:pt x="240258" y="36777"/>
                    </a:cubicBezTo>
                    <a:cubicBezTo>
                      <a:pt x="240258" y="36777"/>
                      <a:pt x="239729" y="37306"/>
                      <a:pt x="238406" y="38100"/>
                    </a:cubicBezTo>
                    <a:cubicBezTo>
                      <a:pt x="229940" y="44450"/>
                      <a:pt x="193692" y="74083"/>
                      <a:pt x="156385" y="144463"/>
                    </a:cubicBezTo>
                    <a:cubicBezTo>
                      <a:pt x="154533" y="147637"/>
                      <a:pt x="150035" y="147637"/>
                      <a:pt x="148183" y="144727"/>
                    </a:cubicBezTo>
                    <a:lnTo>
                      <a:pt x="63517" y="10848"/>
                    </a:lnTo>
                    <a:cubicBezTo>
                      <a:pt x="62194" y="8996"/>
                      <a:pt x="60342" y="7673"/>
                      <a:pt x="57960" y="7673"/>
                    </a:cubicBezTo>
                    <a:lnTo>
                      <a:pt x="6631" y="7673"/>
                    </a:lnTo>
                    <a:cubicBezTo>
                      <a:pt x="2663" y="7673"/>
                      <a:pt x="-248" y="11112"/>
                      <a:pt x="17" y="14817"/>
                    </a:cubicBezTo>
                    <a:cubicBezTo>
                      <a:pt x="17" y="15875"/>
                      <a:pt x="281" y="17198"/>
                      <a:pt x="1075" y="18256"/>
                    </a:cubicBezTo>
                    <a:lnTo>
                      <a:pt x="112200" y="182033"/>
                    </a:lnTo>
                    <a:cubicBezTo>
                      <a:pt x="112729" y="182827"/>
                      <a:pt x="112994" y="183621"/>
                      <a:pt x="112994" y="184679"/>
                    </a:cubicBezTo>
                    <a:cubicBezTo>
                      <a:pt x="112994" y="185473"/>
                      <a:pt x="112729" y="186531"/>
                      <a:pt x="112200" y="187325"/>
                    </a:cubicBezTo>
                    <a:lnTo>
                      <a:pt x="1075" y="351102"/>
                    </a:lnTo>
                    <a:cubicBezTo>
                      <a:pt x="281" y="352160"/>
                      <a:pt x="17" y="353483"/>
                      <a:pt x="17" y="354542"/>
                    </a:cubicBezTo>
                    <a:cubicBezTo>
                      <a:pt x="-248" y="358246"/>
                      <a:pt x="2663" y="361685"/>
                      <a:pt x="6631" y="361685"/>
                    </a:cubicBezTo>
                    <a:lnTo>
                      <a:pt x="57960" y="361685"/>
                    </a:lnTo>
                    <a:cubicBezTo>
                      <a:pt x="60342" y="361685"/>
                      <a:pt x="62194" y="360627"/>
                      <a:pt x="63517" y="358510"/>
                    </a:cubicBezTo>
                    <a:lnTo>
                      <a:pt x="148183" y="224631"/>
                    </a:lnTo>
                    <a:cubicBezTo>
                      <a:pt x="150300" y="221721"/>
                      <a:pt x="154533" y="221985"/>
                      <a:pt x="156385" y="224896"/>
                    </a:cubicBezTo>
                    <a:cubicBezTo>
                      <a:pt x="193692" y="295540"/>
                      <a:pt x="229940" y="324908"/>
                      <a:pt x="238406" y="331258"/>
                    </a:cubicBezTo>
                    <a:cubicBezTo>
                      <a:pt x="239729" y="332052"/>
                      <a:pt x="240258" y="332581"/>
                      <a:pt x="240258" y="332581"/>
                    </a:cubicBezTo>
                    <a:cubicBezTo>
                      <a:pt x="240258" y="332581"/>
                      <a:pt x="283650" y="369358"/>
                      <a:pt x="350590" y="369358"/>
                    </a:cubicBezTo>
                    <a:cubicBezTo>
                      <a:pt x="350590" y="369358"/>
                      <a:pt x="350590" y="369358"/>
                      <a:pt x="350590" y="369358"/>
                    </a:cubicBezTo>
                    <a:cubicBezTo>
                      <a:pt x="350590" y="369358"/>
                      <a:pt x="350590" y="369358"/>
                      <a:pt x="350590" y="369358"/>
                    </a:cubicBezTo>
                    <a:cubicBezTo>
                      <a:pt x="402977" y="369358"/>
                      <a:pt x="441342" y="346340"/>
                      <a:pt x="455629" y="336550"/>
                    </a:cubicBezTo>
                    <a:cubicBezTo>
                      <a:pt x="459069" y="334169"/>
                      <a:pt x="460127" y="329406"/>
                      <a:pt x="458010" y="325967"/>
                    </a:cubicBezTo>
                    <a:lnTo>
                      <a:pt x="440283" y="296069"/>
                    </a:lnTo>
                    <a:close/>
                  </a:path>
                </a:pathLst>
              </a:custGeom>
              <a:grpFill/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93A9CC58-8749-1400-14DC-765CD9CFD7C8}"/>
                  </a:ext>
                </a:extLst>
              </p:cNvPr>
              <p:cNvSpPr/>
              <p:nvPr/>
            </p:nvSpPr>
            <p:spPr>
              <a:xfrm>
                <a:off x="11047677" y="690711"/>
                <a:ext cx="161925" cy="161924"/>
              </a:xfrm>
              <a:custGeom>
                <a:avLst/>
                <a:gdLst>
                  <a:gd name="connsiteX0" fmla="*/ 161925 w 161925"/>
                  <a:gd name="connsiteY0" fmla="*/ 80962 h 161924"/>
                  <a:gd name="connsiteX1" fmla="*/ 80963 w 161925"/>
                  <a:gd name="connsiteY1" fmla="*/ 161925 h 161924"/>
                  <a:gd name="connsiteX2" fmla="*/ 0 w 161925"/>
                  <a:gd name="connsiteY2" fmla="*/ 80962 h 161924"/>
                  <a:gd name="connsiteX3" fmla="*/ 80963 w 161925"/>
                  <a:gd name="connsiteY3" fmla="*/ 0 h 161924"/>
                  <a:gd name="connsiteX4" fmla="*/ 161925 w 161925"/>
                  <a:gd name="connsiteY4" fmla="*/ 80962 h 16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925" h="161924">
                    <a:moveTo>
                      <a:pt x="161925" y="80962"/>
                    </a:moveTo>
                    <a:cubicBezTo>
                      <a:pt x="161925" y="125677"/>
                      <a:pt x="125677" y="161925"/>
                      <a:pt x="80963" y="161925"/>
                    </a:cubicBezTo>
                    <a:cubicBezTo>
                      <a:pt x="36248" y="161925"/>
                      <a:pt x="0" y="125677"/>
                      <a:pt x="0" y="80962"/>
                    </a:cubicBezTo>
                    <a:cubicBezTo>
                      <a:pt x="0" y="36248"/>
                      <a:pt x="36248" y="0"/>
                      <a:pt x="80963" y="0"/>
                    </a:cubicBezTo>
                    <a:cubicBezTo>
                      <a:pt x="125677" y="0"/>
                      <a:pt x="161925" y="36248"/>
                      <a:pt x="161925" y="8096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64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defRPr lang="en-US"/>
                </a:pPr>
                <a:endParaRPr lang="en-IN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44215074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4">
            <a:extLst>
              <a:ext uri="{FF2B5EF4-FFF2-40B4-BE49-F238E27FC236}">
                <a16:creationId xmlns:a16="http://schemas.microsoft.com/office/drawing/2014/main" id="{D642DD60-039E-C257-1E39-ED878DA3A1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457200"/>
            <a:ext cx="10820400" cy="1371599"/>
          </a:xfrm>
        </p:spPr>
        <p:txBody>
          <a:bodyPr lIns="0" anchor="t">
            <a:normAutofit/>
          </a:bodyPr>
          <a:lstStyle>
            <a:lvl1pPr algn="l">
              <a:defRPr sz="3200" b="0"/>
            </a:lvl1pPr>
          </a:lstStyle>
          <a:p>
            <a:pPr>
              <a:defRPr lang="en-US"/>
            </a:pPr>
            <a:r>
              <a:rPr lang="en-US"/>
              <a:t>Click to </a:t>
            </a:r>
            <a:br>
              <a:rPr lang="en-US"/>
            </a:br>
            <a:r>
              <a:rPr lang="en-US"/>
              <a:t>edit </a:t>
            </a:r>
            <a:br>
              <a:rPr lang="en-US"/>
            </a:br>
            <a:r>
              <a:rPr lang="en-US"/>
              <a:t>Master title style</a:t>
            </a:r>
            <a:endParaRPr lang="en-IN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8C7BD4-7871-5567-A8E6-093232762C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9400" y="298864"/>
            <a:ext cx="1143000" cy="11430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2DE603A-F0CC-D6F3-6254-EF0C454AAF03}"/>
              </a:ext>
            </a:extLst>
          </p:cNvPr>
          <p:cNvCxnSpPr/>
          <p:nvPr userDrawn="1"/>
        </p:nvCxnSpPr>
        <p:spPr>
          <a:xfrm>
            <a:off x="762000" y="1866899"/>
            <a:ext cx="108204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8CC184-92DA-7807-712D-4B188141BC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2000" y="1974435"/>
            <a:ext cx="10820400" cy="365125"/>
          </a:xfrm>
          <a:solidFill>
            <a:schemeClr val="bg1">
              <a:lumMod val="95000"/>
            </a:schemeClr>
          </a:solidFill>
          <a:ln w="6350">
            <a:noFill/>
          </a:ln>
        </p:spPr>
        <p:txBody>
          <a:bodyPr anchor="ctr">
            <a:noAutofit/>
          </a:bodyPr>
          <a:lstStyle>
            <a:lvl1pPr marL="0" indent="0">
              <a:buNone/>
              <a:defRPr sz="1200">
                <a:latin typeface="+mj-lt"/>
              </a:defRPr>
            </a:lvl1pPr>
            <a:lvl2pPr marL="182880" indent="0">
              <a:buNone/>
              <a:defRPr sz="1200">
                <a:latin typeface="+mj-lt"/>
              </a:defRPr>
            </a:lvl2pPr>
            <a:lvl3pPr marL="365760" indent="0">
              <a:buNone/>
              <a:defRPr sz="1200">
                <a:latin typeface="+mj-lt"/>
              </a:defRPr>
            </a:lvl3pPr>
            <a:lvl4pPr marL="548640" indent="0">
              <a:buNone/>
              <a:defRPr sz="1200">
                <a:latin typeface="+mj-lt"/>
              </a:defRPr>
            </a:lvl4pPr>
            <a:lvl5pPr marL="731520" indent="0">
              <a:buNone/>
              <a:defRPr sz="1200">
                <a:latin typeface="+mj-lt"/>
              </a:defRPr>
            </a:lvl5pPr>
          </a:lstStyle>
          <a:p>
            <a:pPr lvl="0">
              <a:defRPr lang="en-US"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2023181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8B562-B3CE-1AA8-4499-3F27E61AE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 lang="en-US"/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415CB-FA51-DB7A-6A20-E530CDC4C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 lang="en-US"/>
            </a:pPr>
            <a:r>
              <a:rPr lang="en-US"/>
              <a:t>Click to edit Master text styles</a:t>
            </a:r>
          </a:p>
          <a:p>
            <a:pPr lvl="1">
              <a:defRPr lang="en-US"/>
            </a:pPr>
            <a:r>
              <a:rPr lang="en-US"/>
              <a:t>Second level</a:t>
            </a:r>
          </a:p>
          <a:p>
            <a:pPr lvl="2">
              <a:defRPr lang="en-US"/>
            </a:pPr>
            <a:r>
              <a:rPr lang="en-US"/>
              <a:t>Third level</a:t>
            </a:r>
          </a:p>
          <a:p>
            <a:pPr lvl="3">
              <a:defRPr lang="en-US"/>
            </a:pPr>
            <a:r>
              <a:rPr lang="en-US"/>
              <a:t>Fourth level</a:t>
            </a:r>
          </a:p>
          <a:p>
            <a:pPr lvl="4">
              <a:defRPr lang="en-US"/>
            </a:pPr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252D-135F-BCAF-FB1A-8D01DE47EB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venir Next LT Pro" panose="020B0504020202020204" pitchFamily="34" charset="77"/>
              </a:defRPr>
            </a:lvl1pPr>
          </a:lstStyle>
          <a:p>
            <a:pPr>
              <a:defRPr lang="en-US"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9F677-1A59-9D1F-A64E-A57F7847CD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venir Next LT Pro" panose="020B0504020202020204" pitchFamily="34" charset="77"/>
              </a:defRPr>
            </a:lvl1pPr>
          </a:lstStyle>
          <a:p>
            <a:pPr>
              <a:defRPr lang="en-US"/>
            </a:pPr>
            <a:r>
              <a:rPr lang="en-US"/>
              <a:t>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D9EC4-14DB-202C-59BB-D74491059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venir Next LT Pro" panose="020B0504020202020204" pitchFamily="34" charset="77"/>
              </a:defRPr>
            </a:lvl1pPr>
          </a:lstStyle>
          <a:p>
            <a:pPr>
              <a:defRPr lang="en-US"/>
            </a:pPr>
            <a:fld id="{92BFB872-B24E-FB4B-BEE6-73C9D0DA3A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22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84" r:id="rId2"/>
    <p:sldLayoutId id="2147483786" r:id="rId3"/>
    <p:sldLayoutId id="2147483794" r:id="rId4"/>
    <p:sldLayoutId id="2147483782" r:id="rId5"/>
    <p:sldLayoutId id="2147483790" r:id="rId6"/>
    <p:sldLayoutId id="2147483788" r:id="rId7"/>
  </p:sldLayoutIdLst>
  <p:transition/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Avenir Next LT Pro" panose="020B0504020202020204" pitchFamily="34" charset="77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ct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1pPr>
      <a:lvl2pPr marL="365760" indent="-182880" algn="l" defTabSz="914400" rtl="0" eaLnBrk="1" latinLnBrk="0" hangingPunct="1">
        <a:lnSpc>
          <a:spcPct val="100000"/>
        </a:lnSpc>
        <a:spcBef>
          <a:spcPct val="0"/>
        </a:spcBef>
        <a:buFont typeface="Avenir Next LT Pro" panose="020B0504020202020204" pitchFamily="34" charset="77"/>
        <a:buChar char="–"/>
        <a:defRPr sz="240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2pPr>
      <a:lvl3pPr marL="548640" indent="-182880" algn="l" defTabSz="914400" rtl="0" eaLnBrk="1" latinLnBrk="0" hangingPunct="1">
        <a:lnSpc>
          <a:spcPct val="100000"/>
        </a:lnSpc>
        <a:spcBef>
          <a:spcPct val="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3pPr>
      <a:lvl4pPr marL="731520" indent="-182880" algn="l" defTabSz="914400" rtl="0" eaLnBrk="1" latinLnBrk="0" hangingPunct="1">
        <a:lnSpc>
          <a:spcPct val="100000"/>
        </a:lnSpc>
        <a:spcBef>
          <a:spcPct val="0"/>
        </a:spcBef>
        <a:buFont typeface="Avenir Next LT Pro" panose="020B0504020202020204" pitchFamily="34" charset="77"/>
        <a:buChar char="–"/>
        <a:defRPr sz="180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4pPr>
      <a:lvl5pPr marL="914400" indent="-182880" algn="l" defTabSz="914400" rtl="0" eaLnBrk="1" latinLnBrk="0" hangingPunct="1">
        <a:lnSpc>
          <a:spcPct val="100000"/>
        </a:lnSpc>
        <a:spcBef>
          <a:spcPct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4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ainthat.atlassian.net/wiki/spaces/METH/pages/5917966337/Xceedance+SDLC" TargetMode="Externa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49DA63-42A7-6E38-ADAA-DE7B797D4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242177"/>
            <a:ext cx="4337304" cy="1041971"/>
          </a:xfrm>
        </p:spPr>
        <p:txBody>
          <a:bodyPr>
            <a:normAutofit/>
          </a:bodyPr>
          <a:lstStyle/>
          <a:p>
            <a:r>
              <a:rPr lang="en-IN" b="1" dirty="0">
                <a:solidFill>
                  <a:srgbClr val="FFFFFF"/>
                </a:solidFill>
                <a:latin typeface="Segoe UI"/>
              </a:rPr>
              <a:t>Xceedance SDLC</a:t>
            </a:r>
          </a:p>
        </p:txBody>
      </p:sp>
      <p:pic>
        <p:nvPicPr>
          <p:cNvPr id="8" name="Picture Placeholder 7" descr="A group of people sitting around a table&#10;&#10;Description automatically generated">
            <a:extLst>
              <a:ext uri="{FF2B5EF4-FFF2-40B4-BE49-F238E27FC236}">
                <a16:creationId xmlns:a16="http://schemas.microsoft.com/office/drawing/2014/main" id="{6F09E032-EE4F-BE05-2181-D4CCF614391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17" r="3717"/>
          <a:stretch>
            <a:fillRect/>
          </a:stretch>
        </p:blipFill>
        <p:spPr>
          <a:xfrm>
            <a:off x="3541726" y="1172089"/>
            <a:ext cx="8650274" cy="5685911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47871B0-7CF6-0123-F159-30BAE1EA87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" y="4519054"/>
            <a:ext cx="4584192" cy="377952"/>
          </a:xfrm>
        </p:spPr>
        <p:txBody>
          <a:bodyPr anchor="ctr" anchorCtr="0">
            <a:normAutofit lnSpcReduction="10000"/>
          </a:bodyPr>
          <a:lstStyle/>
          <a:p>
            <a:r>
              <a:rPr lang="en-IN" dirty="0"/>
              <a:t>A Developer Champion's View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113736D-0C65-876F-A05C-D099466680E0}"/>
              </a:ext>
            </a:extLst>
          </p:cNvPr>
          <p:cNvSpPr txBox="1">
            <a:spLocks/>
          </p:cNvSpPr>
          <p:nvPr/>
        </p:nvSpPr>
        <p:spPr>
          <a:xfrm>
            <a:off x="609600" y="5412117"/>
            <a:ext cx="4492752" cy="360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18288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venir Next LT Pro" panose="020B0504020202020204" pitchFamily="34" charset="77"/>
              <a:buNone/>
              <a:defRPr sz="24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2pPr>
            <a:lvl3pPr marL="36576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3pPr>
            <a:lvl4pPr marL="54864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venir Next LT Pro" panose="020B0504020202020204" pitchFamily="34" charset="77"/>
              <a:buNone/>
              <a:defRPr sz="18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4pPr>
            <a:lvl5pPr marL="73152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800" dirty="0"/>
              <a:t>Developer Champions, Tech Leads, Principal Engineers</a:t>
            </a:r>
            <a:endParaRPr lang="en-US" sz="180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53334D1-9624-42B5-8567-8E495D66CD8D}"/>
              </a:ext>
            </a:extLst>
          </p:cNvPr>
          <p:cNvSpPr txBox="1">
            <a:spLocks/>
          </p:cNvSpPr>
          <p:nvPr/>
        </p:nvSpPr>
        <p:spPr>
          <a:xfrm>
            <a:off x="609600" y="5025021"/>
            <a:ext cx="4492752" cy="360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18288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venir Next LT Pro" panose="020B0504020202020204" pitchFamily="34" charset="77"/>
              <a:buNone/>
              <a:defRPr sz="24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2pPr>
            <a:lvl3pPr marL="36576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3pPr>
            <a:lvl4pPr marL="54864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venir Next LT Pro" panose="020B0504020202020204" pitchFamily="34" charset="77"/>
              <a:buNone/>
              <a:defRPr sz="18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4pPr>
            <a:lvl5pPr marL="73152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rgbClr val="FFFFFF"/>
                </a:solidFill>
                <a:latin typeface="Segoe UI"/>
              </a:rPr>
              <a:t>Prepared by: Office of the CoE Architecture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227787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9461D42F-9392-BDF7-588A-89DC6694E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Why This SDLC Matters </a:t>
            </a:r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EB19D89A-675B-5B43-5190-582E4131A6FA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One opinionated SDLC across the organisation.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Built for modern cloud-native delivery (CI/CD, IaC, security-by-default).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Lightweight enough for teams; strong enough for regulated clients.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CF58D9AF-E8C6-7247-AC05-2C9921A29D01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Vision</a:t>
            </a:r>
          </a:p>
        </p:txBody>
      </p:sp>
      <p:sp>
        <p:nvSpPr>
          <p:cNvPr id="4" name="Content Placeholder 1" descr="decorative: Content Placeholder 1">
            <a:extLst>
              <a:ext uri="{FF2B5EF4-FFF2-40B4-BE49-F238E27FC236}">
                <a16:creationId xmlns:a16="http://schemas.microsoft.com/office/drawing/2014/main" id="{9739A287-A9D8-4BA6-0886-C93870A772F2}"/>
              </a:ext>
            </a:extLst>
          </p:cNvPr>
          <p:cNvSpPr txBox="1"/>
          <p:nvPr/>
        </p:nvSpPr>
        <p:spPr>
          <a:xfrm>
            <a:off x="762000" y="3793486"/>
            <a:ext cx="10820400" cy="1948945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Fragmented ways of working across teams.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Inconsistent quality gates (tests, reviews, security).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Late surprises: infra drift, failed audits, broken releases.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Hero culture: outcomes depend on individuals, not the system.</a:t>
            </a:r>
          </a:p>
        </p:txBody>
      </p:sp>
      <p:sp>
        <p:nvSpPr>
          <p:cNvPr id="8" name="Rectangle 7" descr="decorative: Rectangle 6">
            <a:extLst>
              <a:ext uri="{FF2B5EF4-FFF2-40B4-BE49-F238E27FC236}">
                <a16:creationId xmlns:a16="http://schemas.microsoft.com/office/drawing/2014/main" id="{D3F55901-8A9D-1C6A-45DC-B5EF354557F2}"/>
              </a:ext>
            </a:extLst>
          </p:cNvPr>
          <p:cNvSpPr/>
          <p:nvPr/>
        </p:nvSpPr>
        <p:spPr>
          <a:xfrm>
            <a:off x="762000" y="3335983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Problems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49458203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CA5A5-AEF8-F682-E119-4F21FAEE0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756A000C-8631-B53F-85AF-FA98F8C52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Why This SDLC Matters…..cont. </a:t>
            </a:r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9FDB51A8-1802-6EC0-A7A0-225F56BEEEDC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Clear, predictable path from idea to production.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Built-in hooks for testing, governance, and platform practices (IaC, secrets, observability).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Common language across squads, platform, security, and architecture.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44C3A12E-3431-89B9-523A-85836707ADC4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Benefits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2560073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75C11-20B4-14DF-FA24-6855B4DEB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48EC1728-B085-DE9E-0F2C-A6E78D76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Core SDLC Workflow</a:t>
            </a:r>
            <a:endParaRPr lang="en-IN" b="1" dirty="0"/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CB5D4A67-ED48-7DE6-1E35-5F540A457774}"/>
              </a:ext>
            </a:extLst>
          </p:cNvPr>
          <p:cNvSpPr txBox="1"/>
          <p:nvPr/>
        </p:nvSpPr>
        <p:spPr>
          <a:xfrm>
            <a:off x="748100" y="1871686"/>
            <a:ext cx="10820400" cy="4867442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b="1" dirty="0"/>
              <a:t>Discover &amp; Shape</a:t>
            </a:r>
            <a:r>
              <a:rPr lang="en-US" sz="1800" dirty="0"/>
              <a:t> – Capture demand, clarify business outcomes and scope; align on value, risks, and constraints.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b="1" dirty="0"/>
              <a:t>Design &amp; Plan </a:t>
            </a:r>
            <a:r>
              <a:rPr lang="en-US" sz="1800" dirty="0"/>
              <a:t>– Choose solution options and architecture; define NFRs, data, integration, security, and privacy.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b="1" dirty="0"/>
              <a:t>Develop</a:t>
            </a:r>
            <a:r>
              <a:rPr lang="en-US" sz="1800" dirty="0"/>
              <a:t> – Agree branching and PR strategy; TDD/unit tests, linters, static analysis, comment-aware reasoning.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b="1" dirty="0"/>
              <a:t>Develop</a:t>
            </a:r>
            <a:r>
              <a:rPr lang="en-US" sz="1800" dirty="0"/>
              <a:t> – Treat environments as code: IaC jobs and IaC testing; secrets scanning and secure-by-default patterns.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b="1" dirty="0"/>
              <a:t>Verify</a:t>
            </a:r>
            <a:r>
              <a:rPr lang="en-US" sz="1800" dirty="0"/>
              <a:t> – Integration, contract, and E2E testing; performance, resilience, and security testing where relevant.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b="1" dirty="0"/>
              <a:t>Release</a:t>
            </a:r>
            <a:r>
              <a:rPr lang="en-US" sz="1800" dirty="0"/>
              <a:t> </a:t>
            </a:r>
            <a:r>
              <a:rPr lang="en-US" sz="1800" b="1" dirty="0"/>
              <a:t>&amp;</a:t>
            </a:r>
            <a:r>
              <a:rPr lang="en-US" sz="1800" dirty="0"/>
              <a:t> </a:t>
            </a:r>
            <a:r>
              <a:rPr lang="en-US" sz="1800" b="1" dirty="0"/>
              <a:t>Operate</a:t>
            </a:r>
            <a:r>
              <a:rPr lang="en-US" sz="1800" dirty="0"/>
              <a:t> – Promotion via pipelines; progressive delivery; observability, SLOs, and incident/change management.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b="1" dirty="0"/>
              <a:t>Learn</a:t>
            </a:r>
            <a:r>
              <a:rPr lang="en-US" sz="1800" dirty="0"/>
              <a:t> </a:t>
            </a:r>
            <a:r>
              <a:rPr lang="en-US" sz="1800" b="1" dirty="0"/>
              <a:t>&amp;</a:t>
            </a:r>
            <a:r>
              <a:rPr lang="en-US" sz="1800" dirty="0"/>
              <a:t> </a:t>
            </a:r>
            <a:r>
              <a:rPr lang="en-US" sz="1800" b="1" dirty="0"/>
              <a:t>Improve</a:t>
            </a:r>
            <a:r>
              <a:rPr lang="en-US" sz="1800" dirty="0"/>
              <a:t> – Post-implementation reviews, retros, and metrics feeding back into backlog and platform evolution.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6A5759A3-FB10-CCFF-6C32-8F88D483F4C8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Idea → Production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7144970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4A44D-6E63-961D-00F8-877A4FD59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A613883A-06D2-CB2D-30BD-5FD0F7C9E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Key Governance &amp; Quality Gates</a:t>
            </a:r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A77B1C5A-4EDD-CBA9-47F3-9B3CD1FB4177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Architecture decisions recorded (ADRs or equivalent).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NFRs defined and testable (performance, security, compliance, availability).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Data and privacy impact understood with mitigations identified.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E2924145-0FCA-57FE-D9C1-AF79F2CFC047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Design / Plan</a:t>
            </a:r>
          </a:p>
        </p:txBody>
      </p:sp>
      <p:sp>
        <p:nvSpPr>
          <p:cNvPr id="4" name="Content Placeholder 1" descr="decorative: Content Placeholder 1">
            <a:extLst>
              <a:ext uri="{FF2B5EF4-FFF2-40B4-BE49-F238E27FC236}">
                <a16:creationId xmlns:a16="http://schemas.microsoft.com/office/drawing/2014/main" id="{D16AACA7-D828-9C3A-3D3F-8B3631C98BE3}"/>
              </a:ext>
            </a:extLst>
          </p:cNvPr>
          <p:cNvSpPr txBox="1"/>
          <p:nvPr/>
        </p:nvSpPr>
        <p:spPr>
          <a:xfrm>
            <a:off x="762000" y="3793486"/>
            <a:ext cx="10820400" cy="2899922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Unit tests in place and passing; coverage thresholds agreed per team.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Linting and static analysis clean enough to merge.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Code review completed: functionality, readability, maintainability, and security impact.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Meaningful comments, not drive-by approvals.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IaC jobs &amp; tests infra changes via code, policy checks, drift detection, and cost impacts considered.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Secrets scan clean: no hard-coded credentials or sensitive data in code or IaC.</a:t>
            </a:r>
          </a:p>
        </p:txBody>
      </p:sp>
      <p:sp>
        <p:nvSpPr>
          <p:cNvPr id="8" name="Rectangle 7" descr="decorative: Rectangle 6">
            <a:extLst>
              <a:ext uri="{FF2B5EF4-FFF2-40B4-BE49-F238E27FC236}">
                <a16:creationId xmlns:a16="http://schemas.microsoft.com/office/drawing/2014/main" id="{584DF71E-1FC5-54F3-398E-66C281A3F1B5}"/>
              </a:ext>
            </a:extLst>
          </p:cNvPr>
          <p:cNvSpPr/>
          <p:nvPr/>
        </p:nvSpPr>
        <p:spPr>
          <a:xfrm>
            <a:off x="762000" y="3335983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Develop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295335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6D424-6722-A9D4-BA1C-1A17B9D29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3819D643-6923-0298-92E2-5EE8879B6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Key Governance &amp; Quality Gates….cont.</a:t>
            </a:r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AFB22FA1-DCB1-142E-78E0-AAFFE7660D1D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Automated suites green for the scope being released.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Change is observable: logs, metrics, traces, alerts, and runbooks prepared.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Rollback or mitigation path defined and tested where feasible.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55986596-B952-6933-36AB-F870684D4588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Verify / Release</a:t>
            </a:r>
          </a:p>
        </p:txBody>
      </p:sp>
      <p:sp>
        <p:nvSpPr>
          <p:cNvPr id="4" name="Content Placeholder 1" descr="decorative: Content Placeholder 1">
            <a:extLst>
              <a:ext uri="{FF2B5EF4-FFF2-40B4-BE49-F238E27FC236}">
                <a16:creationId xmlns:a16="http://schemas.microsoft.com/office/drawing/2014/main" id="{F2C8E498-982F-41F9-7AEF-458C8A4D9781}"/>
              </a:ext>
            </a:extLst>
          </p:cNvPr>
          <p:cNvSpPr txBox="1"/>
          <p:nvPr/>
        </p:nvSpPr>
        <p:spPr>
          <a:xfrm>
            <a:off x="762000" y="3793486"/>
            <a:ext cx="10820400" cy="2899922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Treat these as non-negotiable gates, not nice-to-haves.</a:t>
            </a:r>
          </a:p>
        </p:txBody>
      </p:sp>
      <p:sp>
        <p:nvSpPr>
          <p:cNvPr id="8" name="Rectangle 7" descr="decorative: Rectangle 6">
            <a:extLst>
              <a:ext uri="{FF2B5EF4-FFF2-40B4-BE49-F238E27FC236}">
                <a16:creationId xmlns:a16="http://schemas.microsoft.com/office/drawing/2014/main" id="{FD2E5F83-81D7-6D4D-F5CB-C69B59853810}"/>
              </a:ext>
            </a:extLst>
          </p:cNvPr>
          <p:cNvSpPr/>
          <p:nvPr/>
        </p:nvSpPr>
        <p:spPr>
          <a:xfrm>
            <a:off x="762000" y="3335983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Champions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656554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B3374-4583-A46F-01E4-567B7349B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8EA887E2-D657-A67D-E478-BE6BEEB40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Org-Wide Implementation Plan</a:t>
            </a:r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47F25D3B-51F0-4CE7-4D64-5A1ADFD3A1AC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Confluence as the single source of truth for SDLC steps and checklists.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Phase/step-level guidance (e.g. 'Develop – Code Review', 'Develop – Secrets Scan').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Templates for ADRs, test strategies, runbooks, and IaC/pipeline patterns.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6566308B-3A08-6B65-867C-B24BF86D25AD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Standardise</a:t>
            </a:r>
          </a:p>
        </p:txBody>
      </p:sp>
      <p:sp>
        <p:nvSpPr>
          <p:cNvPr id="4" name="Content Placeholder 1" descr="decorative: Content Placeholder 1">
            <a:extLst>
              <a:ext uri="{FF2B5EF4-FFF2-40B4-BE49-F238E27FC236}">
                <a16:creationId xmlns:a16="http://schemas.microsoft.com/office/drawing/2014/main" id="{F597A4EF-5AC5-6706-4755-EFE1DECBBDAC}"/>
              </a:ext>
            </a:extLst>
          </p:cNvPr>
          <p:cNvSpPr txBox="1"/>
          <p:nvPr/>
        </p:nvSpPr>
        <p:spPr>
          <a:xfrm>
            <a:off x="762000" y="3793486"/>
            <a:ext cx="10820400" cy="2899922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CI/CD pipelines aligned to SDLC phases: linting, tests, SAST, IaC checks, secrets, packaging, deployment.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Default repo scaffolds with branching model, quality gate configs, and example pipelines/policies.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Rollout – Wave 1: pilot with selected product teams and platform.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Rollout – Wave 2: expand to all new projects and major change initiatives.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Rollout – Wave 3: retrofit critical legacy services where risk is highest.</a:t>
            </a:r>
          </a:p>
        </p:txBody>
      </p:sp>
      <p:sp>
        <p:nvSpPr>
          <p:cNvPr id="8" name="Rectangle 7" descr="decorative: Rectangle 6">
            <a:extLst>
              <a:ext uri="{FF2B5EF4-FFF2-40B4-BE49-F238E27FC236}">
                <a16:creationId xmlns:a16="http://schemas.microsoft.com/office/drawing/2014/main" id="{CD9F5BB1-FD08-AE9B-6BEE-59DBF07A54C0}"/>
              </a:ext>
            </a:extLst>
          </p:cNvPr>
          <p:cNvSpPr/>
          <p:nvPr/>
        </p:nvSpPr>
        <p:spPr>
          <a:xfrm>
            <a:off x="762000" y="3335983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Tooling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7057972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E6617-FD36-D6A5-4505-B731E5B93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0E616E33-9380-9B6A-B443-BC75B3D26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Org-Wide Implementation Plan…..cont.</a:t>
            </a:r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F1B4E0CA-567E-2A01-FE65-D777999029D9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Wave 1: pilot with selected product teams and platform.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Wave 2: expand to all new projects and major change initiatives.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Wave 3: retrofit critical legacy services where risk is highest.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DA979333-CBD2-0214-89D4-52D9A1786BB4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Rollout</a:t>
            </a:r>
          </a:p>
        </p:txBody>
      </p:sp>
      <p:sp>
        <p:nvSpPr>
          <p:cNvPr id="4" name="Content Placeholder 1" descr="decorative: Content Placeholder 1">
            <a:extLst>
              <a:ext uri="{FF2B5EF4-FFF2-40B4-BE49-F238E27FC236}">
                <a16:creationId xmlns:a16="http://schemas.microsoft.com/office/drawing/2014/main" id="{EFA71200-15B9-27C2-8EDC-BE44F4167AB9}"/>
              </a:ext>
            </a:extLst>
          </p:cNvPr>
          <p:cNvSpPr txBox="1"/>
          <p:nvPr/>
        </p:nvSpPr>
        <p:spPr>
          <a:xfrm>
            <a:off x="762000" y="3793486"/>
            <a:ext cx="10820400" cy="2899922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Regular syncs between CoE Architects, Developer Champions, Platform, and Security.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Data-driven adjustments using lead time, deployment frequency, MTTR, change fail rate, and defect escape rate.</a:t>
            </a:r>
          </a:p>
        </p:txBody>
      </p:sp>
      <p:sp>
        <p:nvSpPr>
          <p:cNvPr id="8" name="Rectangle 7" descr="decorative: Rectangle 6">
            <a:extLst>
              <a:ext uri="{FF2B5EF4-FFF2-40B4-BE49-F238E27FC236}">
                <a16:creationId xmlns:a16="http://schemas.microsoft.com/office/drawing/2014/main" id="{69DF4B87-F0FF-4CA6-DF2A-8D509368C924}"/>
              </a:ext>
            </a:extLst>
          </p:cNvPr>
          <p:cNvSpPr/>
          <p:nvPr/>
        </p:nvSpPr>
        <p:spPr>
          <a:xfrm>
            <a:off x="762000" y="3335983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Feedback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25465591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D3D5C-ED1B-321C-80A5-2B8816706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0A48C65A-0047-0CAB-99A1-EB8CA053B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Developer Champion – Call to Action</a:t>
            </a:r>
            <a:endParaRPr lang="en-IN" b="1" dirty="0"/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FD96926F-D80E-0D82-5726-4E988FEAE404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Map your team's current way of working to the SDLC steps and identify gaps.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Ensure core gates (tests, review, IaC, secrets, observability) are enforced.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48CCB3FA-1267-341F-AB94-D8BBE7D9FD93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Adoption</a:t>
            </a:r>
          </a:p>
        </p:txBody>
      </p:sp>
      <p:sp>
        <p:nvSpPr>
          <p:cNvPr id="4" name="Content Placeholder 1" descr="decorative: Content Placeholder 1">
            <a:extLst>
              <a:ext uri="{FF2B5EF4-FFF2-40B4-BE49-F238E27FC236}">
                <a16:creationId xmlns:a16="http://schemas.microsoft.com/office/drawing/2014/main" id="{203004F5-CAC1-522D-5B16-25044AC08AB8}"/>
              </a:ext>
            </a:extLst>
          </p:cNvPr>
          <p:cNvSpPr txBox="1"/>
          <p:nvPr/>
        </p:nvSpPr>
        <p:spPr>
          <a:xfrm>
            <a:off x="762000" y="3793486"/>
            <a:ext cx="10820400" cy="2899922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Challenge low-value, 'tick-box' gates; automate manual, repeatable checks.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Make the right way the easy way for your engineers.</a:t>
            </a:r>
          </a:p>
        </p:txBody>
      </p:sp>
      <p:sp>
        <p:nvSpPr>
          <p:cNvPr id="8" name="Rectangle 7" descr="decorative: Rectangle 6">
            <a:extLst>
              <a:ext uri="{FF2B5EF4-FFF2-40B4-BE49-F238E27FC236}">
                <a16:creationId xmlns:a16="http://schemas.microsoft.com/office/drawing/2014/main" id="{8E94CC2B-F2C0-5F45-0D32-9D1926E7BA97}"/>
              </a:ext>
            </a:extLst>
          </p:cNvPr>
          <p:cNvSpPr/>
          <p:nvPr/>
        </p:nvSpPr>
        <p:spPr>
          <a:xfrm>
            <a:off x="762000" y="3335983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Raising the bar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985973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AA597-06A1-BFFA-7555-5BA371DC8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C6A68C7A-BF28-D4FE-234E-460515874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Developer Champion – Call to Action</a:t>
            </a:r>
            <a:r>
              <a:rPr lang="en-IN" b="1" dirty="0"/>
              <a:t>…..cont.</a:t>
            </a:r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41A76987-7B74-B126-351B-ED7BA46737ED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Capture friction points, duplications, and missing guidance.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Bring real examples back to the CoE Architect team.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4D590F06-5119-6896-30CA-674FD7BD2FE5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Feedback</a:t>
            </a:r>
          </a:p>
        </p:txBody>
      </p:sp>
      <p:sp>
        <p:nvSpPr>
          <p:cNvPr id="4" name="Content Placeholder 1" descr="decorative: Content Placeholder 1">
            <a:extLst>
              <a:ext uri="{FF2B5EF4-FFF2-40B4-BE49-F238E27FC236}">
                <a16:creationId xmlns:a16="http://schemas.microsoft.com/office/drawing/2014/main" id="{369441A7-DAD8-078F-8F67-522B51726BCC}"/>
              </a:ext>
            </a:extLst>
          </p:cNvPr>
          <p:cNvSpPr txBox="1"/>
          <p:nvPr/>
        </p:nvSpPr>
        <p:spPr>
          <a:xfrm>
            <a:off x="762000" y="3793486"/>
            <a:ext cx="10820400" cy="2899922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Pick one active initiative and align its workflow to the SDLC phases.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Join or start a Developer Champions circle for your domain or tribe.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Use the SDLC Confluence space as your working reference and contribute improvements.</a:t>
            </a:r>
          </a:p>
        </p:txBody>
      </p:sp>
      <p:sp>
        <p:nvSpPr>
          <p:cNvPr id="8" name="Rectangle 7" descr="decorative: Rectangle 6">
            <a:extLst>
              <a:ext uri="{FF2B5EF4-FFF2-40B4-BE49-F238E27FC236}">
                <a16:creationId xmlns:a16="http://schemas.microsoft.com/office/drawing/2014/main" id="{95A94588-0E58-7B8A-9BC9-514D4336022E}"/>
              </a:ext>
            </a:extLst>
          </p:cNvPr>
          <p:cNvSpPr/>
          <p:nvPr/>
        </p:nvSpPr>
        <p:spPr>
          <a:xfrm>
            <a:off x="762000" y="3335983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Next steps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27234918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person and person looking at a computer&#10;&#10;Description automatically generated">
            <a:extLst>
              <a:ext uri="{FF2B5EF4-FFF2-40B4-BE49-F238E27FC236}">
                <a16:creationId xmlns:a16="http://schemas.microsoft.com/office/drawing/2014/main" id="{EA309C0D-AC2B-C59F-E260-2FE8CD5C54A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466" y="-11575"/>
            <a:ext cx="11721534" cy="3866277"/>
          </a:xfr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B9B5D01D-28E8-3860-61F6-38EF4CC07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en-US"/>
              <a:t>THANK YOU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67669415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6E008-5091-56E3-5051-F870743BC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person and person looking at a computer&#10;&#10;Description automatically generated">
            <a:extLst>
              <a:ext uri="{FF2B5EF4-FFF2-40B4-BE49-F238E27FC236}">
                <a16:creationId xmlns:a16="http://schemas.microsoft.com/office/drawing/2014/main" id="{3914926D-CB7E-E71A-28B2-E07A02656B4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466" y="-11575"/>
            <a:ext cx="11721534" cy="3866277"/>
          </a:xfr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22E653E0-7327-1C8F-550C-1CC3EFE4E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en-US" dirty="0"/>
              <a:t>Appendix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4137031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A5F69-2C17-99CA-46F8-E6FE7E91A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1DDE27FA-A8C2-6275-B1BD-E919E4341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Xceedance SDLC on Confluence</a:t>
            </a:r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E2093F0B-8CF3-3054-5D2D-BECA696A8403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>
                <a:hlinkClick r:id="rId3"/>
              </a:rPr>
              <a:t>https://chainthat.atlassian.net/wiki/spaces/METH/pages/5917966337/Xceedance+SDLC</a:t>
            </a:r>
            <a:r>
              <a:rPr lang="en-US" sz="1800" dirty="0"/>
              <a:t> 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5CAE3E1C-CA33-2753-C354-C0F31201CA23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Confluence Link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08469771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B507B-A961-6C77-6F61-71DB4DC68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B4FCC7DF-2C19-5CAF-AEA2-4A42F96B2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SDLC In Your</a:t>
            </a:r>
            <a:endParaRPr lang="en-IN" b="1" dirty="0"/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142F3460-61B9-195F-DCDD-0F32566F02A0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Branching &amp; PRs – Protected main/trunk branches with required PR reviews.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Branching &amp; PRs – Branch naming aligned to work items (e.g. feature/1234-short-title).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Required Checks – Linting and unit tests must pass before merge.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Required Checks – Secrets scan, SAST, and IaC checks wired as mandatory checks.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Pipelines – Distinct stages: build → test → quality gates → package → deploy.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Pipelines – Same pipeline definition across environments; configuration changes, not code.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Artefacts – Versioned build artefacts and IaC templates stored centrally.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Artefacts – Runbooks and change notes attached to releases.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38107361-9A9C-7D34-C0C2-D14A9FAC95BC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Repo &amp; Pipeline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284082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7B153-8F4E-F8E6-30A8-44DA5773A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8679CEFD-A587-F9A0-4813-64ADAAF5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What Good Looks Like</a:t>
            </a:r>
            <a:endParaRPr lang="en-IN" b="1" dirty="0"/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205A7C0F-CD24-9951-D073-3FE15F645D21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Flow &amp; Stability – Lead time for change trending down.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Flow &amp; Stability – Deployment frequency increasing where risk allows.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Flow &amp; Stability – Change fail rate and MTTR trending down.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Quality – Defect escape rate to UAT/production decreasing.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Quality – Coverage and linting warnings within agreed thresholds.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Governance – Percentage of changes going through the full SDLC gates.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Governance – Percentage of infrastructure changes done via IaC, not manual.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Champion Role – Use these metrics in team reviews and retros; escalate systemic blockers.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B4D106BB-04FC-D9BD-EEFF-2562BEBE061E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Metrics</a:t>
            </a:r>
            <a:endParaRPr lang="en-IN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716082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AD701-6140-8AC9-1671-276CBCD70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3F3C32E1-8B12-DB62-9E2E-83546CB0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Common Things To Watch For</a:t>
            </a:r>
            <a:endParaRPr lang="en-IN" b="1" dirty="0"/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727E6CF8-A018-6904-55F4-50E2165FFC0D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Process Bypass – 'Quick fixes' merged directly to main without reviews or tests.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Process Bypass – Manual environment changes never back-ported into IaC.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Fake Quality Gates – Rubber-stamp reviews with no meaningful comments.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Fake Quality Gates – Linting/tests configured but routinely ignored or overridden.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Hero Dependency – One person who 'just knows' how to deploy or fix issues.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Hero Dependency – Key knowledge not captured in runbooks, ADRs, or comments.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Over-bureaucracy – Gates that add friction but no real risk reduction.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Champion Response – Call these out early and propose automation/simplification.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8769C36C-5359-1789-D145-5BC6C11F839C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Anti-Patterns</a:t>
            </a:r>
            <a:endParaRPr lang="en-IN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7000002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723C-556B-3D63-A007-2FAD9E632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decorative: Title 1">
            <a:extLst>
              <a:ext uri="{FF2B5EF4-FFF2-40B4-BE49-F238E27FC236}">
                <a16:creationId xmlns:a16="http://schemas.microsoft.com/office/drawing/2014/main" id="{1D03B855-249E-E159-E77C-C42EBC228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Champion Enablement &amp; Support</a:t>
            </a:r>
            <a:endParaRPr lang="en-IN" b="1" dirty="0"/>
          </a:p>
        </p:txBody>
      </p:sp>
      <p:sp>
        <p:nvSpPr>
          <p:cNvPr id="5" name="Content Placeholder 1" descr="decorative: Content Placeholder 1">
            <a:extLst>
              <a:ext uri="{FF2B5EF4-FFF2-40B4-BE49-F238E27FC236}">
                <a16:creationId xmlns:a16="http://schemas.microsoft.com/office/drawing/2014/main" id="{C606EA3C-6624-CDA1-86E7-2CE94BEEB0B7}"/>
              </a:ext>
            </a:extLst>
          </p:cNvPr>
          <p:cNvSpPr txBox="1"/>
          <p:nvPr/>
        </p:nvSpPr>
        <p:spPr>
          <a:xfrm>
            <a:off x="748100" y="1871686"/>
            <a:ext cx="10820400" cy="1411010"/>
          </a:xfrm>
          <a:prstGeom prst="rect">
            <a:avLst/>
          </a:prstGeom>
          <a:noFill/>
          <a:ln w="6350">
            <a:noFill/>
          </a:ln>
        </p:spPr>
        <p:txBody>
          <a:bodyPr>
            <a:noAutofit/>
          </a:bodyPr>
          <a:lstStyle>
            <a:defPPr>
              <a:defRPr lang="en-US"/>
            </a:defPPr>
            <a:lvl1pPr marL="182880" indent="-182880" algn="l" defTabSz="457200" rtl="0" eaLnBrk="1" fontAlgn="b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itchFamily="34" charset="0"/>
              <a:buChar char="•"/>
              <a:defRPr sz="1050" b="0" i="0" u="none" strike="noStrike" kern="1200">
                <a:solidFill>
                  <a:srgbClr val="121314"/>
                </a:solidFill>
                <a:effectLst/>
                <a:latin typeface="Avenir Next LT Pro" panose="020B0504020202020204" pitchFamily="34" charset="77"/>
                <a:ea typeface="+mn-ea"/>
                <a:cs typeface="Calibri" panose="020F0502020204030204" pitchFamily="34" charset="0"/>
              </a:defRPr>
            </a:lvl1pPr>
            <a:lvl2pPr marL="36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4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Arial" pitchFamily="34" charset="0"/>
              <a:buChar char="•"/>
              <a:defRPr sz="12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‒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457200" rtl="0" eaLnBrk="1" latinLnBrk="0" hangingPunct="1">
              <a:lnSpc>
                <a:spcPct val="120000"/>
              </a:lnSpc>
              <a:spcBef>
                <a:spcPct val="0"/>
              </a:spcBef>
              <a:buFont typeface="Verdana" panose="020B0604030504040204" pitchFamily="34" charset="0"/>
              <a:buChar char="›"/>
              <a:defRPr sz="1100" kern="1200">
                <a:solidFill>
                  <a:schemeClr val="accent3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Toolkit – SDLC Confluence space: phases, steps, and checklists.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Toolkit – Templates for ADRs, test strategies, runbooks, and IaC/pipeline examples.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Toolkit – Example repositories showing the 'golden path' implementations.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Community – Developer Champions circles/guilds and regular syncs with CoE, Platform, Security.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Support – Contact: &lt;CoE Architecture DL / Teams channel&gt; for guidance and escalation.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Practice – Use structured feedback: what worked, what did not, and your proposal.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Expectation – You are the feedback loop from delivery to architecture.</a:t>
            </a:r>
          </a:p>
          <a:p>
            <a:pPr marL="144000" indent="-14400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800" dirty="0"/>
              <a:t>Expectation – Help turn SDLC from a document into a living practice.</a:t>
            </a:r>
          </a:p>
        </p:txBody>
      </p:sp>
      <p:sp>
        <p:nvSpPr>
          <p:cNvPr id="7" name="Rectangle 6" descr="decorative: Rectangle 6">
            <a:extLst>
              <a:ext uri="{FF2B5EF4-FFF2-40B4-BE49-F238E27FC236}">
                <a16:creationId xmlns:a16="http://schemas.microsoft.com/office/drawing/2014/main" id="{A5D7B4EE-12B9-6025-E728-100563B62882}"/>
              </a:ext>
            </a:extLst>
          </p:cNvPr>
          <p:cNvSpPr/>
          <p:nvPr/>
        </p:nvSpPr>
        <p:spPr>
          <a:xfrm>
            <a:off x="748100" y="1414182"/>
            <a:ext cx="2952000" cy="367641"/>
          </a:xfrm>
          <a:prstGeom prst="rect">
            <a:avLst/>
          </a:prstGeom>
          <a:solidFill>
            <a:srgbClr val="FFD36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21600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Broad-Points</a:t>
            </a:r>
            <a:endParaRPr lang="en-IN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75108469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HUBID" val="7572723435017592209163d2f9b32b4d94f0ee638489df95cb41a8c711fae41448811957"/>
  <p:tag name="SLIDEHUBID_NEW" val="updated"/>
  <p:tag name="SLIDEHUBUPDATETIME" val="2025-09-02 07:28:50.97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HUBID" val="7572723435017592209163d2f9b32b4d94f0ee638489df95cb41a8c711fae41448811957"/>
  <p:tag name="SLIDEHUBID_NEW" val="updated"/>
  <p:tag name="SLIDEHUBUPDATETIME" val="2025-09-02 07:28:54.00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HUBID" val="7572723435017592209163d2f9b32b4d94f0ee638489df95cb41a8c711fae41448811957"/>
  <p:tag name="SLIDEHUBID_NEW" val="updated"/>
  <p:tag name="SLIDEHUBUPDATETIME" val="2025-09-02 07:28:54.00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_REF" val="aW1kVjdBYzdrL0tRa1U3K1NiRmZZY2FmNGptWFVjUis3bDVqR09hbUJZakUwWEF4QzVIZW1MU3dyWWhiZW9BUA%3D%3D"/>
  <p:tag name="SLIDEHUBID" val="43646238249237460485576d8c3bb136e3caa095c743c4ea83aa50aa7eb6b6100843272"/>
  <p:tag name="SLIDEHUBID_NEW" val="updated"/>
  <p:tag name="SLIDEHUBUPDATETIME" val="2026-01-29 09:29:23.229"/>
</p:tagLst>
</file>

<file path=ppt/theme/theme1.xml><?xml version="1.0" encoding="utf-8"?>
<a:theme xmlns:a="http://schemas.openxmlformats.org/drawingml/2006/main" name="Office Theme">
  <a:themeElements>
    <a:clrScheme name="XC_MAIN">
      <a:dk1>
        <a:srgbClr val="000000"/>
      </a:dk1>
      <a:lt1>
        <a:srgbClr val="FFFFFF"/>
      </a:lt1>
      <a:dk2>
        <a:srgbClr val="121314"/>
      </a:dk2>
      <a:lt2>
        <a:srgbClr val="FFF8E6"/>
      </a:lt2>
      <a:accent1>
        <a:srgbClr val="FFB500"/>
      </a:accent1>
      <a:accent2>
        <a:srgbClr val="121314"/>
      </a:accent2>
      <a:accent3>
        <a:srgbClr val="F2F2F2"/>
      </a:accent3>
      <a:accent4>
        <a:srgbClr val="CC9100"/>
      </a:accent4>
      <a:accent5>
        <a:srgbClr val="00A9EB"/>
      </a:accent5>
      <a:accent6>
        <a:srgbClr val="EBF9FF"/>
      </a:accent6>
      <a:hlink>
        <a:srgbClr val="00A9EB"/>
      </a:hlink>
      <a:folHlink>
        <a:srgbClr val="B8870A"/>
      </a:folHlink>
    </a:clrScheme>
    <a:fontScheme name="Xceedance_2023_Avenir">
      <a:majorFont>
        <a:latin typeface="Avenir Next LT Pro Demi"/>
        <a:ea typeface="Avenir Next LT Pro Demi"/>
        <a:cs typeface="Arial"/>
      </a:majorFont>
      <a:minorFont>
        <a:latin typeface="Avenir Next LT Pro"/>
        <a:ea typeface="Avenir Next LT Pro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Zshuti_2" id="{67F13E3B-F23C-462B-9799-0D9E2FC2148F}" vid="{39BA6812-1C55-45A6-877C-941FF00F808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05FE9D-C144-403C-BC1D-44E283C41876}">
  <we:reference id="512bb70a-1733-11ee-be56-0242ac120002" version="1.0.0.1" store="EXCatalog" storeType="EXCatalog"/>
  <we:alternateReferences>
    <we:reference id="WA200005701" version="1.0.0.1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7a4f59c-87f6-4cba-a964-cc796e029bc1">
      <Terms xmlns="http://schemas.microsoft.com/office/infopath/2007/PartnerControls"/>
    </lcf76f155ced4ddcb4097134ff3c332f>
    <TaxCatchAll xmlns="2301aecd-65f5-4732-b2f6-446dcef82f6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E49FC91522C54CA16AF9B1CBC3E848" ma:contentTypeVersion="11" ma:contentTypeDescription="Create a new document." ma:contentTypeScope="" ma:versionID="b964fb9d5a1105820f46755c513c3bf4">
  <xsd:schema xmlns:xsd="http://www.w3.org/2001/XMLSchema" xmlns:xs="http://www.w3.org/2001/XMLSchema" xmlns:p="http://schemas.microsoft.com/office/2006/metadata/properties" xmlns:ns2="47a4f59c-87f6-4cba-a964-cc796e029bc1" xmlns:ns3="2301aecd-65f5-4732-b2f6-446dcef82f66" targetNamespace="http://schemas.microsoft.com/office/2006/metadata/properties" ma:root="true" ma:fieldsID="e94d4f541af6e131f5fa92b5dea6a73f" ns2:_="" ns3:_="">
    <xsd:import namespace="47a4f59c-87f6-4cba-a964-cc796e029bc1"/>
    <xsd:import namespace="2301aecd-65f5-4732-b2f6-446dcef82f6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a4f59c-87f6-4cba-a964-cc796e029bc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9bc5e91-0f40-490a-8bf4-7a094a4b00b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1aecd-65f5-4732-b2f6-446dcef82f6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4926928-5175-48db-b79f-d0d746c6272f}" ma:internalName="TaxCatchAll" ma:showField="CatchAllData" ma:web="2301aecd-65f5-4732-b2f6-446dcef82f6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0C9FE9-5E2B-4B23-9E7A-D85D00A87A35}">
  <ds:schemaRefs>
    <ds:schemaRef ds:uri="http://schemas.microsoft.com/office/2006/metadata/properties"/>
    <ds:schemaRef ds:uri="http://schemas.microsoft.com/office/infopath/2007/PartnerControls"/>
    <ds:schemaRef ds:uri="47a4f59c-87f6-4cba-a964-cc796e029bc1"/>
    <ds:schemaRef ds:uri="2301aecd-65f5-4732-b2f6-446dcef82f66"/>
  </ds:schemaRefs>
</ds:datastoreItem>
</file>

<file path=customXml/itemProps2.xml><?xml version="1.0" encoding="utf-8"?>
<ds:datastoreItem xmlns:ds="http://schemas.openxmlformats.org/officeDocument/2006/customXml" ds:itemID="{D2088D33-6CC7-40B2-88F0-5CC0B615D7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7a4f59c-87f6-4cba-a964-cc796e029bc1"/>
    <ds:schemaRef ds:uri="2301aecd-65f5-4732-b2f6-446dcef82f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22B3828-4FF0-44B1-94DD-9C67DDB184B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0ea2e9a-ed1c-457b-8cb8-a3ba3a87d0ba}" enabled="1" method="Privileged" siteId="{7597b9d4-4dbf-4a04-888f-21d6563b181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1307</Words>
  <Application>Microsoft Office PowerPoint</Application>
  <PresentationFormat>Widescreen</PresentationFormat>
  <Paragraphs>129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Avenir Next LT Pro</vt:lpstr>
      <vt:lpstr>Segoe UI</vt:lpstr>
      <vt:lpstr>Office Theme</vt:lpstr>
      <vt:lpstr>Xceedance SDLC</vt:lpstr>
      <vt:lpstr>Why This SDLC Matters </vt:lpstr>
      <vt:lpstr>Why This SDLC Matters…..cont. </vt:lpstr>
      <vt:lpstr>Core SDLC Workflow</vt:lpstr>
      <vt:lpstr>Key Governance &amp; Quality Gates</vt:lpstr>
      <vt:lpstr>Key Governance &amp; Quality Gates….cont.</vt:lpstr>
      <vt:lpstr>Org-Wide Implementation Plan</vt:lpstr>
      <vt:lpstr>Org-Wide Implementation Plan…..cont.</vt:lpstr>
      <vt:lpstr>Developer Champion – Call to Action</vt:lpstr>
      <vt:lpstr>Developer Champion – Call to Action…..cont.</vt:lpstr>
      <vt:lpstr>THANK YOU</vt:lpstr>
      <vt:lpstr>Appendix</vt:lpstr>
      <vt:lpstr>Xceedance SDLC on Confluence</vt:lpstr>
      <vt:lpstr>SDLC In Your</vt:lpstr>
      <vt:lpstr>What Good Looks Like</vt:lpstr>
      <vt:lpstr>Common Things To Watch For</vt:lpstr>
      <vt:lpstr>Champion Enablement &amp; Support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Anurag Thakur</dc:creator>
  <cp:lastModifiedBy>Anurag Thakur</cp:lastModifiedBy>
  <cp:revision>8</cp:revision>
  <dcterms:created xsi:type="dcterms:W3CDTF">2026-04-10T04:28:27Z</dcterms:created>
  <dcterms:modified xsi:type="dcterms:W3CDTF">2026-06-12T07:25:52Z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0x010100BCE49FC91522C54CA16AF9B1CBC3E848</vt:lpwstr>
  </property>
  <property fmtid="{D5CDD505-2E9C-101B-9397-08002B2CF9AE}" pid="3" name="MediaServiceImageTags">
    <vt:lpwstr/>
  </property>
</Properties>
</file>