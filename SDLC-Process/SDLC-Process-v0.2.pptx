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147471570" r:id="rId5"/>
    <p:sldId id="257" r:id="rId6"/>
    <p:sldId id="2147471613" r:id="rId7"/>
    <p:sldId id="2147471614" r:id="rId8"/>
    <p:sldId id="2147471615" r:id="rId9"/>
    <p:sldId id="2147471616" r:id="rId10"/>
    <p:sldId id="2147471617" r:id="rId11"/>
    <p:sldId id="2147471618" r:id="rId12"/>
    <p:sldId id="2147471620" r:id="rId13"/>
    <p:sldId id="2147471621" r:id="rId14"/>
    <p:sldId id="2147471573" r:id="rId15"/>
    <p:sldId id="2147471608" r:id="rId16"/>
    <p:sldId id="2147471619" r:id="rId17"/>
    <p:sldId id="2147471622" r:id="rId29"/>
    <p:sldId id="2147471623" r:id="rId30"/>
    <p:sldId id="2147471624" r:id="rId31"/>
    <p:sldId id="214747162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F4DD-49F4-4157-A31B-B22C44A5BD20}" v="73" dt="2026-05-15T10:56:4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Thakur" userId="9614af11-2647-48ed-a410-16d49432f426" providerId="ADAL" clId="{1986DA22-0F28-49AC-AB35-C36605FC6188}"/>
    <pc:docChg chg="undo custSel addSld delSld modSld sldOrd">
      <pc:chgData name="Anurag Thakur" userId="9614af11-2647-48ed-a410-16d49432f426" providerId="ADAL" clId="{1986DA22-0F28-49AC-AB35-C36605FC6188}" dt="2026-05-15T10:58:44.240" v="1170"/>
      <pc:docMkLst>
        <pc:docMk/>
      </pc:docMkLst>
      <pc:sldChg chg="delSp modSp mod">
        <pc:chgData name="Anurag Thakur" userId="9614af11-2647-48ed-a410-16d49432f426" providerId="ADAL" clId="{1986DA22-0F28-49AC-AB35-C36605FC6188}" dt="2026-05-15T06:38:39.143" v="593" actId="20577"/>
        <pc:sldMkLst>
          <pc:docMk/>
          <pc:sldMk cId="2449458203" sldId="257"/>
        </pc:sldMkLst>
        <pc:spChg chg="mod">
          <ac:chgData name="Anurag Thakur" userId="9614af11-2647-48ed-a410-16d49432f426" providerId="ADAL" clId="{1986DA22-0F28-49AC-AB35-C36605FC6188}" dt="2026-05-15T06:32:14.863" v="490"/>
          <ac:spMkLst>
            <pc:docMk/>
            <pc:sldMk cId="2449458203" sldId="257"/>
            <ac:spMk id="2" creationId="{9461D42F-9392-BDF7-588A-89DC6694EB09}"/>
          </ac:spMkLst>
        </pc:spChg>
        <pc:spChg chg="mod">
          <ac:chgData name="Anurag Thakur" userId="9614af11-2647-48ed-a410-16d49432f426" providerId="ADAL" clId="{1986DA22-0F28-49AC-AB35-C36605FC6188}" dt="2026-05-15T06:38:29.723" v="591" actId="948"/>
          <ac:spMkLst>
            <pc:docMk/>
            <pc:sldMk cId="2449458203" sldId="257"/>
            <ac:spMk id="5" creationId="{EB19D89A-675B-5B43-5190-582E4131A6FA}"/>
          </ac:spMkLst>
        </pc:spChg>
        <pc:spChg chg="mod">
          <ac:chgData name="Anurag Thakur" userId="9614af11-2647-48ed-a410-16d49432f426" providerId="ADAL" clId="{1986DA22-0F28-49AC-AB35-C36605FC6188}" dt="2026-05-15T06:38:39.143" v="593" actId="20577"/>
          <ac:spMkLst>
            <pc:docMk/>
            <pc:sldMk cId="2449458203" sldId="257"/>
            <ac:spMk id="7" creationId="{CF58D9AF-E8C6-7247-AC05-2C9921A29D01}"/>
          </ac:spMkLst>
        </pc:spChg>
        <pc:spChg chg="del">
          <ac:chgData name="Anurag Thakur" userId="9614af11-2647-48ed-a410-16d49432f426" providerId="ADAL" clId="{1986DA22-0F28-49AC-AB35-C36605FC6188}" dt="2026-05-15T06:32:35.730" v="494" actId="478"/>
          <ac:spMkLst>
            <pc:docMk/>
            <pc:sldMk cId="2449458203" sldId="257"/>
            <ac:spMk id="9" creationId="{135CD3BF-85BE-CDBD-55E5-8DC42D438129}"/>
          </ac:spMkLst>
        </pc:spChg>
        <pc:spChg chg="del">
          <ac:chgData name="Anurag Thakur" userId="9614af11-2647-48ed-a410-16d49432f426" providerId="ADAL" clId="{1986DA22-0F28-49AC-AB35-C36605FC6188}" dt="2026-05-15T06:32:33.883" v="493" actId="478"/>
          <ac:spMkLst>
            <pc:docMk/>
            <pc:sldMk cId="2449458203" sldId="257"/>
            <ac:spMk id="10" creationId="{75E4D6FD-E936-08E6-749E-ECF71D2609CB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06:31:50.460" v="488" actId="20577"/>
        <pc:sldMkLst>
          <pc:docMk/>
          <pc:sldMk cId="192277875" sldId="2147471570"/>
        </pc:sldMkLst>
        <pc:spChg chg="add del mod">
          <ac:chgData name="Anurag Thakur" userId="9614af11-2647-48ed-a410-16d49432f426" providerId="ADAL" clId="{1986DA22-0F28-49AC-AB35-C36605FC6188}" dt="2026-05-15T06:29:08.921" v="324" actId="478"/>
          <ac:spMkLst>
            <pc:docMk/>
            <pc:sldMk cId="192277875" sldId="2147471570"/>
            <ac:spMk id="2" creationId="{1A28640D-7B87-C48D-8226-B90A6ED48FE2}"/>
          </ac:spMkLst>
        </pc:spChg>
        <pc:spChg chg="add del mod">
          <ac:chgData name="Anurag Thakur" userId="9614af11-2647-48ed-a410-16d49432f426" providerId="ADAL" clId="{1986DA22-0F28-49AC-AB35-C36605FC6188}" dt="2026-05-15T06:29:06.791" v="323" actId="478"/>
          <ac:spMkLst>
            <pc:docMk/>
            <pc:sldMk cId="192277875" sldId="2147471570"/>
            <ac:spMk id="3" creationId="{A40F8713-7DAC-E9FE-91EE-7CD7221C3F38}"/>
          </ac:spMkLst>
        </pc:spChg>
        <pc:spChg chg="mod">
          <ac:chgData name="Anurag Thakur" userId="9614af11-2647-48ed-a410-16d49432f426" providerId="ADAL" clId="{1986DA22-0F28-49AC-AB35-C36605FC6188}" dt="2026-05-15T06:28:08.650" v="319" actId="552"/>
          <ac:spMkLst>
            <pc:docMk/>
            <pc:sldMk cId="192277875" sldId="2147471570"/>
            <ac:spMk id="4" creationId="{8949DA63-42A7-6E38-ADAA-DE7B797D4AAE}"/>
          </ac:spMkLst>
        </pc:spChg>
        <pc:spChg chg="add mod">
          <ac:chgData name="Anurag Thakur" userId="9614af11-2647-48ed-a410-16d49432f426" providerId="ADAL" clId="{1986DA22-0F28-49AC-AB35-C36605FC6188}" dt="2026-05-15T06:31:45.702" v="484" actId="20577"/>
          <ac:spMkLst>
            <pc:docMk/>
            <pc:sldMk cId="192277875" sldId="2147471570"/>
            <ac:spMk id="5" creationId="{2113736D-0C65-876F-A05C-D099466680E0}"/>
          </ac:spMkLst>
        </pc:spChg>
        <pc:spChg chg="mod">
          <ac:chgData name="Anurag Thakur" userId="9614af11-2647-48ed-a410-16d49432f426" providerId="ADAL" clId="{1986DA22-0F28-49AC-AB35-C36605FC6188}" dt="2026-05-15T06:29:47.376" v="390" actId="1035"/>
          <ac:spMkLst>
            <pc:docMk/>
            <pc:sldMk cId="192277875" sldId="2147471570"/>
            <ac:spMk id="6" creationId="{847871B0-7CF6-0123-F159-30BAE1EA87D4}"/>
          </ac:spMkLst>
        </pc:spChg>
        <pc:spChg chg="add mod">
          <ac:chgData name="Anurag Thakur" userId="9614af11-2647-48ed-a410-16d49432f426" providerId="ADAL" clId="{1986DA22-0F28-49AC-AB35-C36605FC6188}" dt="2026-05-15T06:31:50.460" v="488" actId="20577"/>
          <ac:spMkLst>
            <pc:docMk/>
            <pc:sldMk cId="192277875" sldId="2147471570"/>
            <ac:spMk id="7" creationId="{853334D1-9624-42B5-8567-8E495D66CD8D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10:28:37.807" v="648" actId="478"/>
        <pc:sldMkLst>
          <pc:docMk/>
          <pc:sldMk cId="3067669415" sldId="2147471573"/>
        </pc:sldMkLst>
        <pc:spChg chg="add del mod">
          <ac:chgData name="Anurag Thakur" userId="9614af11-2647-48ed-a410-16d49432f426" providerId="ADAL" clId="{1986DA22-0F28-49AC-AB35-C36605FC6188}" dt="2026-05-15T10:28:37.807" v="648" actId="478"/>
          <ac:spMkLst>
            <pc:docMk/>
            <pc:sldMk cId="3067669415" sldId="2147471573"/>
            <ac:spMk id="3" creationId="{225C7708-3185-3FAB-FAC6-CED30DB54893}"/>
          </ac:spMkLst>
        </pc:spChg>
        <pc:spChg chg="del">
          <ac:chgData name="Anurag Thakur" userId="9614af11-2647-48ed-a410-16d49432f426" providerId="ADAL" clId="{1986DA22-0F28-49AC-AB35-C36605FC6188}" dt="2026-05-15T10:28:34.819" v="647" actId="478"/>
          <ac:spMkLst>
            <pc:docMk/>
            <pc:sldMk cId="3067669415" sldId="2147471573"/>
            <ac:spMk id="9" creationId="{030ACFC1-36B3-21B2-9429-6FBDDBDD1CCD}"/>
          </ac:spMkLst>
        </pc:spChg>
      </pc:sldChg>
      <pc:sldChg chg="del">
        <pc:chgData name="Anurag Thakur" userId="9614af11-2647-48ed-a410-16d49432f426" providerId="ADAL" clId="{1986DA22-0F28-49AC-AB35-C36605FC6188}" dt="2026-05-15T10:27:43.208" v="628" actId="47"/>
        <pc:sldMkLst>
          <pc:docMk/>
          <pc:sldMk cId="1881864494" sldId="2147471599"/>
        </pc:sldMkLst>
      </pc:sldChg>
      <pc:sldChg chg="del">
        <pc:chgData name="Anurag Thakur" userId="9614af11-2647-48ed-a410-16d49432f426" providerId="ADAL" clId="{1986DA22-0F28-49AC-AB35-C36605FC6188}" dt="2026-05-15T10:27:44.326" v="629" actId="47"/>
        <pc:sldMkLst>
          <pc:docMk/>
          <pc:sldMk cId="750924650" sldId="2147471600"/>
        </pc:sldMkLst>
      </pc:sldChg>
      <pc:sldChg chg="del">
        <pc:chgData name="Anurag Thakur" userId="9614af11-2647-48ed-a410-16d49432f426" providerId="ADAL" clId="{1986DA22-0F28-49AC-AB35-C36605FC6188}" dt="2026-05-15T10:27:55.175" v="631" actId="47"/>
        <pc:sldMkLst>
          <pc:docMk/>
          <pc:sldMk cId="2594986287" sldId="2147471601"/>
        </pc:sldMkLst>
      </pc:sldChg>
      <pc:sldChg chg="del ord">
        <pc:chgData name="Anurag Thakur" userId="9614af11-2647-48ed-a410-16d49432f426" providerId="ADAL" clId="{1986DA22-0F28-49AC-AB35-C36605FC6188}" dt="2026-05-15T10:27:45.714" v="630" actId="47"/>
        <pc:sldMkLst>
          <pc:docMk/>
          <pc:sldMk cId="3026843719" sldId="2147471602"/>
        </pc:sldMkLst>
      </pc:sldChg>
      <pc:sldChg chg="del">
        <pc:chgData name="Anurag Thakur" userId="9614af11-2647-48ed-a410-16d49432f426" providerId="ADAL" clId="{1986DA22-0F28-49AC-AB35-C36605FC6188}" dt="2026-05-15T10:27:56.428" v="632" actId="47"/>
        <pc:sldMkLst>
          <pc:docMk/>
          <pc:sldMk cId="2872203102" sldId="2147471603"/>
        </pc:sldMkLst>
      </pc:sldChg>
      <pc:sldChg chg="addSp delSp modSp add mod">
        <pc:chgData name="Anurag Thakur" userId="9614af11-2647-48ed-a410-16d49432f426" providerId="ADAL" clId="{1986DA22-0F28-49AC-AB35-C36605FC6188}" dt="2026-05-15T10:41:17.755" v="772" actId="113"/>
        <pc:sldMkLst>
          <pc:docMk/>
          <pc:sldMk cId="805030408" sldId="2147471604"/>
        </pc:sldMkLst>
        <pc:spChg chg="mod">
          <ac:chgData name="Anurag Thakur" userId="9614af11-2647-48ed-a410-16d49432f426" providerId="ADAL" clId="{1986DA22-0F28-49AC-AB35-C36605FC6188}" dt="2026-05-15T06:34:09.252" v="512"/>
          <ac:spMkLst>
            <pc:docMk/>
            <pc:sldMk cId="805030408" sldId="2147471604"/>
            <ac:spMk id="2" creationId="{EF486554-3647-DFEE-1BA5-80DD59FC392C}"/>
          </ac:spMkLst>
        </pc:spChg>
        <pc:graphicFrameChg chg="mod modGraphic">
          <ac:chgData name="Anurag Thakur" userId="9614af11-2647-48ed-a410-16d49432f426" providerId="ADAL" clId="{1986DA22-0F28-49AC-AB35-C36605FC6188}" dt="2026-05-15T10:41:17.755" v="772" actId="113"/>
          <ac:graphicFrameMkLst>
            <pc:docMk/>
            <pc:sldMk cId="805030408" sldId="2147471604"/>
            <ac:graphicFrameMk id="3" creationId="{251EFEF3-355E-EA82-7D5E-46193409088A}"/>
          </ac:graphicFrameMkLst>
        </pc:graphicFrameChg>
        <pc:graphicFrameChg chg="add del">
          <ac:chgData name="Anurag Thakur" userId="9614af11-2647-48ed-a410-16d49432f426" providerId="ADAL" clId="{1986DA22-0F28-49AC-AB35-C36605FC6188}" dt="2026-05-15T06:38:45.399" v="594" actId="478"/>
          <ac:graphicFrameMkLst>
            <pc:docMk/>
            <pc:sldMk cId="805030408" sldId="2147471604"/>
            <ac:graphicFrameMk id="4" creationId="{EF8A1929-30CD-C82A-C070-39DF9861660C}"/>
          </ac:graphicFrameMkLst>
        </pc:graphicFrameChg>
      </pc:sldChg>
      <pc:sldChg chg="addSp delSp modSp add mod">
        <pc:chgData name="Anurag Thakur" userId="9614af11-2647-48ed-a410-16d49432f426" providerId="ADAL" clId="{1986DA22-0F28-49AC-AB35-C36605FC6188}" dt="2026-05-15T10:40:41.476" v="768" actId="404"/>
        <pc:sldMkLst>
          <pc:docMk/>
          <pc:sldMk cId="324800735" sldId="2147471605"/>
        </pc:sldMkLst>
        <pc:spChg chg="mod">
          <ac:chgData name="Anurag Thakur" userId="9614af11-2647-48ed-a410-16d49432f426" providerId="ADAL" clId="{1986DA22-0F28-49AC-AB35-C36605FC6188}" dt="2026-05-15T06:37:08.609" v="559"/>
          <ac:spMkLst>
            <pc:docMk/>
            <pc:sldMk cId="324800735" sldId="2147471605"/>
            <ac:spMk id="2" creationId="{B5FB35CA-A18C-E0B7-EB1D-5708A17C6823}"/>
          </ac:spMkLst>
        </pc:spChg>
        <pc:spChg chg="add del">
          <ac:chgData name="Anurag Thakur" userId="9614af11-2647-48ed-a410-16d49432f426" providerId="ADAL" clId="{1986DA22-0F28-49AC-AB35-C36605FC6188}" dt="2026-05-15T07:08:56.129" v="596" actId="22"/>
          <ac:spMkLst>
            <pc:docMk/>
            <pc:sldMk cId="324800735" sldId="2147471605"/>
            <ac:spMk id="4" creationId="{A9098C71-6884-E9C4-F110-5C913CE91C3C}"/>
          </ac:spMkLst>
        </pc:spChg>
        <pc:spChg chg="mod">
          <ac:chgData name="Anurag Thakur" userId="9614af11-2647-48ed-a410-16d49432f426" providerId="ADAL" clId="{1986DA22-0F28-49AC-AB35-C36605FC6188}" dt="2026-05-15T10:40:41.476" v="768" actId="404"/>
          <ac:spMkLst>
            <pc:docMk/>
            <pc:sldMk cId="324800735" sldId="2147471605"/>
            <ac:spMk id="5" creationId="{F78600FE-72CE-9C92-895B-756D8CA82DC2}"/>
          </ac:spMkLst>
        </pc:spChg>
        <pc:spChg chg="mod">
          <ac:chgData name="Anurag Thakur" userId="9614af11-2647-48ed-a410-16d49432f426" providerId="ADAL" clId="{1986DA22-0F28-49AC-AB35-C36605FC6188}" dt="2026-05-15T06:37:22.021" v="582" actId="20577"/>
          <ac:spMkLst>
            <pc:docMk/>
            <pc:sldMk cId="324800735" sldId="2147471605"/>
            <ac:spMk id="7" creationId="{411A6709-A689-E8BD-FB40-655E12FF0850}"/>
          </ac:spMkLst>
        </pc:spChg>
      </pc:sldChg>
      <pc:sldChg chg="modSp add mod">
        <pc:chgData name="Anurag Thakur" userId="9614af11-2647-48ed-a410-16d49432f426" providerId="ADAL" clId="{1986DA22-0F28-49AC-AB35-C36605FC6188}" dt="2026-05-15T10:40:16.268" v="766" actId="113"/>
        <pc:sldMkLst>
          <pc:docMk/>
          <pc:sldMk cId="560300799" sldId="2147471606"/>
        </pc:sldMkLst>
        <pc:spChg chg="mod">
          <ac:chgData name="Anurag Thakur" userId="9614af11-2647-48ed-a410-16d49432f426" providerId="ADAL" clId="{1986DA22-0F28-49AC-AB35-C36605FC6188}" dt="2026-05-15T07:09:29.810" v="603" actId="21"/>
          <ac:spMkLst>
            <pc:docMk/>
            <pc:sldMk cId="560300799" sldId="2147471606"/>
            <ac:spMk id="2" creationId="{5B834C62-2069-F8CB-438A-EF4F62926FCF}"/>
          </ac:spMkLst>
        </pc:spChg>
        <pc:spChg chg="mod">
          <ac:chgData name="Anurag Thakur" userId="9614af11-2647-48ed-a410-16d49432f426" providerId="ADAL" clId="{1986DA22-0F28-49AC-AB35-C36605FC6188}" dt="2026-05-15T10:40:16.268" v="766" actId="113"/>
          <ac:spMkLst>
            <pc:docMk/>
            <pc:sldMk cId="560300799" sldId="2147471606"/>
            <ac:spMk id="5" creationId="{2E715615-E774-0395-1644-2F3780E8D213}"/>
          </ac:spMkLst>
        </pc:spChg>
        <pc:spChg chg="mod">
          <ac:chgData name="Anurag Thakur" userId="9614af11-2647-48ed-a410-16d49432f426" providerId="ADAL" clId="{1986DA22-0F28-49AC-AB35-C36605FC6188}" dt="2026-05-15T07:09:36.446" v="604"/>
          <ac:spMkLst>
            <pc:docMk/>
            <pc:sldMk cId="560300799" sldId="2147471606"/>
            <ac:spMk id="7" creationId="{A57FF885-7B4E-0780-E9E4-E85A69AC4558}"/>
          </ac:spMkLst>
        </pc:spChg>
      </pc:sldChg>
      <pc:sldChg chg="modSp add mod">
        <pc:chgData name="Anurag Thakur" userId="9614af11-2647-48ed-a410-16d49432f426" providerId="ADAL" clId="{1986DA22-0F28-49AC-AB35-C36605FC6188}" dt="2026-05-15T10:43:30.906" v="773" actId="2711"/>
        <pc:sldMkLst>
          <pc:docMk/>
          <pc:sldMk cId="1687928939" sldId="2147471607"/>
        </pc:sldMkLst>
        <pc:spChg chg="mod">
          <ac:chgData name="Anurag Thakur" userId="9614af11-2647-48ed-a410-16d49432f426" providerId="ADAL" clId="{1986DA22-0F28-49AC-AB35-C36605FC6188}" dt="2026-05-15T10:26:23.082" v="610"/>
          <ac:spMkLst>
            <pc:docMk/>
            <pc:sldMk cId="1687928939" sldId="2147471607"/>
            <ac:spMk id="2" creationId="{2AFA66F2-6749-C77F-1BF8-D47D29084BA0}"/>
          </ac:spMkLst>
        </pc:spChg>
        <pc:spChg chg="mod">
          <ac:chgData name="Anurag Thakur" userId="9614af11-2647-48ed-a410-16d49432f426" providerId="ADAL" clId="{1986DA22-0F28-49AC-AB35-C36605FC6188}" dt="2026-05-15T10:43:30.906" v="773" actId="2711"/>
          <ac:spMkLst>
            <pc:docMk/>
            <pc:sldMk cId="1687928939" sldId="2147471607"/>
            <ac:spMk id="5" creationId="{62D300E3-B425-51BA-C36A-5F0C7CA4EF70}"/>
          </ac:spMkLst>
        </pc:spChg>
        <pc:spChg chg="mod">
          <ac:chgData name="Anurag Thakur" userId="9614af11-2647-48ed-a410-16d49432f426" providerId="ADAL" clId="{1986DA22-0F28-49AC-AB35-C36605FC6188}" dt="2026-05-15T10:27:39.526" v="627" actId="20577"/>
          <ac:spMkLst>
            <pc:docMk/>
            <pc:sldMk cId="1687928939" sldId="2147471607"/>
            <ac:spMk id="7" creationId="{3141CB97-1F47-38A7-CE04-3A826CAA903D}"/>
          </ac:spMkLst>
        </pc:spChg>
      </pc:sldChg>
      <pc:sldChg chg="addSp delSp modSp add mod">
        <pc:chgData name="Anurag Thakur" userId="9614af11-2647-48ed-a410-16d49432f426" providerId="ADAL" clId="{1986DA22-0F28-49AC-AB35-C36605FC6188}" dt="2026-05-15T10:28:30.708" v="646" actId="478"/>
        <pc:sldMkLst>
          <pc:docMk/>
          <pc:sldMk cId="2241370312" sldId="2147471608"/>
        </pc:sldMkLst>
        <pc:spChg chg="add del mod">
          <ac:chgData name="Anurag Thakur" userId="9614af11-2647-48ed-a410-16d49432f426" providerId="ADAL" clId="{1986DA22-0F28-49AC-AB35-C36605FC6188}" dt="2026-05-15T10:28:30.708" v="646" actId="478"/>
          <ac:spMkLst>
            <pc:docMk/>
            <pc:sldMk cId="2241370312" sldId="2147471608"/>
            <ac:spMk id="3" creationId="{F6A1273E-2C6D-B10E-87E6-58CCB0223ED5}"/>
          </ac:spMkLst>
        </pc:spChg>
        <pc:spChg chg="mod">
          <ac:chgData name="Anurag Thakur" userId="9614af11-2647-48ed-a410-16d49432f426" providerId="ADAL" clId="{1986DA22-0F28-49AC-AB35-C36605FC6188}" dt="2026-05-15T10:28:23.914" v="644" actId="20577"/>
          <ac:spMkLst>
            <pc:docMk/>
            <pc:sldMk cId="2241370312" sldId="2147471608"/>
            <ac:spMk id="8" creationId="{22E653E0-7327-1C8F-550C-1CC3EFE4EC4E}"/>
          </ac:spMkLst>
        </pc:spChg>
        <pc:spChg chg="del">
          <ac:chgData name="Anurag Thakur" userId="9614af11-2647-48ed-a410-16d49432f426" providerId="ADAL" clId="{1986DA22-0F28-49AC-AB35-C36605FC6188}" dt="2026-05-15T10:28:26.840" v="645" actId="478"/>
          <ac:spMkLst>
            <pc:docMk/>
            <pc:sldMk cId="2241370312" sldId="2147471608"/>
            <ac:spMk id="9" creationId="{05046E6F-7FF0-AF55-3FEB-8CF6F0D31C37}"/>
          </ac:spMkLst>
        </pc:spChg>
      </pc:sldChg>
      <pc:sldChg chg="add del">
        <pc:chgData name="Anurag Thakur" userId="9614af11-2647-48ed-a410-16d49432f426" providerId="ADAL" clId="{1986DA22-0F28-49AC-AB35-C36605FC6188}" dt="2026-05-15T10:28:59.371" v="650" actId="47"/>
        <pc:sldMkLst>
          <pc:docMk/>
          <pc:sldMk cId="875108794" sldId="2147471609"/>
        </pc:sldMkLst>
      </pc:sldChg>
      <pc:sldChg chg="addSp delSp modSp add mod">
        <pc:chgData name="Anurag Thakur" userId="9614af11-2647-48ed-a410-16d49432f426" providerId="ADAL" clId="{1986DA22-0F28-49AC-AB35-C36605FC6188}" dt="2026-05-15T10:43:46.447" v="774" actId="2711"/>
        <pc:sldMkLst>
          <pc:docMk/>
          <pc:sldMk cId="2355027959" sldId="2147471609"/>
        </pc:sldMkLst>
        <pc:graphicFrameChg chg="mod modGraphic">
          <ac:chgData name="Anurag Thakur" userId="9614af11-2647-48ed-a410-16d49432f426" providerId="ADAL" clId="{1986DA22-0F28-49AC-AB35-C36605FC6188}" dt="2026-05-15T10:43:46.447" v="774" actId="2711"/>
          <ac:graphicFrameMkLst>
            <pc:docMk/>
            <pc:sldMk cId="2355027959" sldId="2147471609"/>
            <ac:graphicFrameMk id="3" creationId="{08C04D27-AAD0-5ECE-B606-741978AC47AB}"/>
          </ac:graphicFrameMkLst>
        </pc:graphicFrameChg>
        <pc:graphicFrameChg chg="add del mod">
          <ac:chgData name="Anurag Thakur" userId="9614af11-2647-48ed-a410-16d49432f426" providerId="ADAL" clId="{1986DA22-0F28-49AC-AB35-C36605FC6188}" dt="2026-05-15T10:31:59.364" v="696" actId="21"/>
          <ac:graphicFrameMkLst>
            <pc:docMk/>
            <pc:sldMk cId="2355027959" sldId="2147471609"/>
            <ac:graphicFrameMk id="4" creationId="{3015A428-0B05-FC5A-AD4B-A4B4B0F38347}"/>
          </ac:graphicFrameMkLst>
        </pc:graphicFrameChg>
      </pc:sldChg>
      <pc:sldChg chg="addSp modSp add mod">
        <pc:chgData name="Anurag Thakur" userId="9614af11-2647-48ed-a410-16d49432f426" providerId="ADAL" clId="{1986DA22-0F28-49AC-AB35-C36605FC6188}" dt="2026-05-15T10:44:13.076" v="782" actId="2711"/>
        <pc:sldMkLst>
          <pc:docMk/>
          <pc:sldMk cId="2432474832" sldId="2147471610"/>
        </pc:sldMkLst>
        <pc:spChg chg="mod">
          <ac:chgData name="Anurag Thakur" userId="9614af11-2647-48ed-a410-16d49432f426" providerId="ADAL" clId="{1986DA22-0F28-49AC-AB35-C36605FC6188}" dt="2026-05-15T10:35:09.314" v="704"/>
          <ac:spMkLst>
            <pc:docMk/>
            <pc:sldMk cId="2432474832" sldId="2147471610"/>
            <ac:spMk id="2" creationId="{828B2728-DCDE-61E1-1C05-4E7C701FF2DD}"/>
          </ac:spMkLst>
        </pc:spChg>
        <pc:spChg chg="add mod">
          <ac:chgData name="Anurag Thakur" userId="9614af11-2647-48ed-a410-16d49432f426" providerId="ADAL" clId="{1986DA22-0F28-49AC-AB35-C36605FC6188}" dt="2026-05-15T10:37:18.199" v="751" actId="20577"/>
          <ac:spMkLst>
            <pc:docMk/>
            <pc:sldMk cId="2432474832" sldId="2147471610"/>
            <ac:spMk id="3" creationId="{2B689D0B-1EFB-F06D-D1D5-C261F84BFDFC}"/>
          </ac:spMkLst>
        </pc:spChg>
        <pc:spChg chg="add mod">
          <ac:chgData name="Anurag Thakur" userId="9614af11-2647-48ed-a410-16d49432f426" providerId="ADAL" clId="{1986DA22-0F28-49AC-AB35-C36605FC6188}" dt="2026-05-15T10:36:18.363" v="712"/>
          <ac:spMkLst>
            <pc:docMk/>
            <pc:sldMk cId="2432474832" sldId="2147471610"/>
            <ac:spMk id="4" creationId="{2893A7A6-082C-6294-4F9E-C16B719E2D79}"/>
          </ac:spMkLst>
        </pc:spChg>
        <pc:spChg chg="mod">
          <ac:chgData name="Anurag Thakur" userId="9614af11-2647-48ed-a410-16d49432f426" providerId="ADAL" clId="{1986DA22-0F28-49AC-AB35-C36605FC6188}" dt="2026-05-15T10:44:03.205" v="781" actId="6549"/>
          <ac:spMkLst>
            <pc:docMk/>
            <pc:sldMk cId="2432474832" sldId="2147471610"/>
            <ac:spMk id="5" creationId="{7430FB3D-852C-A80C-5437-A18D9015DC65}"/>
          </ac:spMkLst>
        </pc:spChg>
        <pc:spChg chg="add mod">
          <ac:chgData name="Anurag Thakur" userId="9614af11-2647-48ed-a410-16d49432f426" providerId="ADAL" clId="{1986DA22-0F28-49AC-AB35-C36605FC6188}" dt="2026-05-15T10:44:13.076" v="782" actId="2711"/>
          <ac:spMkLst>
            <pc:docMk/>
            <pc:sldMk cId="2432474832" sldId="2147471610"/>
            <ac:spMk id="6" creationId="{F3DBF1B0-25C2-8FEE-A710-AFCA3B3F9AE4}"/>
          </ac:spMkLst>
        </pc:spChg>
        <pc:spChg chg="mod">
          <ac:chgData name="Anurag Thakur" userId="9614af11-2647-48ed-a410-16d49432f426" providerId="ADAL" clId="{1986DA22-0F28-49AC-AB35-C36605FC6188}" dt="2026-05-15T10:37:05.784" v="728" actId="20577"/>
          <ac:spMkLst>
            <pc:docMk/>
            <pc:sldMk cId="2432474832" sldId="2147471610"/>
            <ac:spMk id="7" creationId="{DC0DC57B-A144-34E6-EF8B-A3A5A0EA6E14}"/>
          </ac:spMkLst>
        </pc:spChg>
      </pc:sldChg>
      <pc:sldChg chg="add del">
        <pc:chgData name="Anurag Thakur" userId="9614af11-2647-48ed-a410-16d49432f426" providerId="ADAL" clId="{1986DA22-0F28-49AC-AB35-C36605FC6188}" dt="2026-05-15T10:32:25.428" v="697" actId="47"/>
        <pc:sldMkLst>
          <pc:docMk/>
          <pc:sldMk cId="2483218192" sldId="2147471610"/>
        </pc:sldMkLst>
      </pc:sldChg>
      <pc:sldChg chg="addSp delSp modSp add mod">
        <pc:chgData name="Anurag Thakur" userId="9614af11-2647-48ed-a410-16d49432f426" providerId="ADAL" clId="{1986DA22-0F28-49AC-AB35-C36605FC6188}" dt="2026-05-15T10:58:12.456" v="1169" actId="403"/>
        <pc:sldMkLst>
          <pc:docMk/>
          <pc:sldMk cId="2942405917" sldId="2147471611"/>
        </pc:sldMkLst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2" creationId="{ADCC97CA-0D84-39F8-EF5D-DB7E621E6C72}"/>
          </ac:spMkLst>
        </pc:spChg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3" creationId="{B4CA57D8-A043-EB21-6380-C8A78C5087EF}"/>
          </ac:spMkLst>
        </pc:spChg>
        <pc:spChg chg="add mod">
          <ac:chgData name="Anurag Thakur" userId="9614af11-2647-48ed-a410-16d49432f426" providerId="ADAL" clId="{1986DA22-0F28-49AC-AB35-C36605FC6188}" dt="2026-05-15T10:57:38.387" v="1156" actId="1036"/>
          <ac:spMkLst>
            <pc:docMk/>
            <pc:sldMk cId="2942405917" sldId="2147471611"/>
            <ac:spMk id="14" creationId="{E0EC9FC3-CABF-68EB-79A7-843584906490}"/>
          </ac:spMkLst>
        </pc:spChg>
        <pc:spChg chg="add mod">
          <ac:chgData name="Anurag Thakur" userId="9614af11-2647-48ed-a410-16d49432f426" providerId="ADAL" clId="{1986DA22-0F28-49AC-AB35-C36605FC6188}" dt="2026-05-15T10:57:42.261" v="1157" actId="14100"/>
          <ac:spMkLst>
            <pc:docMk/>
            <pc:sldMk cId="2942405917" sldId="2147471611"/>
            <ac:spMk id="15" creationId="{A0BA5B06-034A-4069-C4F4-1FAE7B10D9A2}"/>
          </ac:spMkLst>
        </pc:spChg>
        <pc:graphicFrameChg chg="add del mod modGraphic">
          <ac:chgData name="Anurag Thakur" userId="9614af11-2647-48ed-a410-16d49432f426" providerId="ADAL" clId="{1986DA22-0F28-49AC-AB35-C36605FC6188}" dt="2026-05-15T10:58:12.456" v="1169" actId="403"/>
          <ac:graphicFrameMkLst>
            <pc:docMk/>
            <pc:sldMk cId="2942405917" sldId="2147471611"/>
            <ac:graphicFrameMk id="3" creationId="{6EC54516-8F02-AA0B-8A5C-3CA35BFB524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4" creationId="{A6582088-33FA-563E-054E-5C6CEC531C44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5" creationId="{A2C2EDFE-01F4-9597-8C9F-A16370F8171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6" creationId="{AA77E545-BF70-9905-0985-0CA9CC961C63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7" creationId="{14D889B5-6CAA-F7C7-5A20-3E0A0A3D9B68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9.796" v="1168" actId="403"/>
          <ac:graphicFrameMkLst>
            <pc:docMk/>
            <pc:sldMk cId="2942405917" sldId="2147471611"/>
            <ac:graphicFrameMk id="8" creationId="{A18B9E7B-C881-476B-0100-FFA2B0E369B7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7.300" v="1167" actId="403"/>
          <ac:graphicFrameMkLst>
            <pc:docMk/>
            <pc:sldMk cId="2942405917" sldId="2147471611"/>
            <ac:graphicFrameMk id="9" creationId="{0BA88DBB-B79E-6FA1-851E-8BE95E4ACF11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7:25.123" v="1142" actId="403"/>
          <ac:graphicFrameMkLst>
            <pc:docMk/>
            <pc:sldMk cId="2942405917" sldId="2147471611"/>
            <ac:graphicFrameMk id="10" creationId="{6C2F6013-8424-292F-324B-44CFC580D0F4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3.617" v="1166" actId="403"/>
          <ac:graphicFrameMkLst>
            <pc:docMk/>
            <pc:sldMk cId="2942405917" sldId="2147471611"/>
            <ac:graphicFrameMk id="11" creationId="{B4AA9DF6-B6F0-8050-3ED2-589843E942CF}"/>
          </ac:graphicFrameMkLst>
        </pc:graphicFrameChg>
      </pc:sldChg>
      <pc:sldChg chg="modSp add mod">
        <pc:chgData name="Anurag Thakur" userId="9614af11-2647-48ed-a410-16d49432f426" providerId="ADAL" clId="{1986DA22-0F28-49AC-AB35-C36605FC6188}" dt="2026-05-15T10:58:44.240" v="1170"/>
        <pc:sldMkLst>
          <pc:docMk/>
          <pc:sldMk cId="97022162" sldId="2147471612"/>
        </pc:sldMkLst>
        <pc:spChg chg="mod">
          <ac:chgData name="Anurag Thakur" userId="9614af11-2647-48ed-a410-16d49432f426" providerId="ADAL" clId="{1986DA22-0F28-49AC-AB35-C36605FC6188}" dt="2026-05-15T10:58:44.240" v="1170"/>
          <ac:spMkLst>
            <pc:docMk/>
            <pc:sldMk cId="97022162" sldId="2147471612"/>
            <ac:spMk id="2" creationId="{31FE3315-0BC8-018D-1079-3D3F3649D43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4A7A5-02AC-4F9D-89DE-E5CE16720F2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1B234-158D-4A9B-8F82-61EA0E614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1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5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07E7-3D44-F7AA-4AA5-C39E995A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232CC-C26E-B676-45FE-A00450C43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132DE-564C-48C4-E970-BEF4FEBE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BFDA-DD90-DAE4-7952-B33E7FB63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623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9022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>
            <a:extLst>
              <a:ext uri="{FF2B5EF4-FFF2-40B4-BE49-F238E27FC236}">
                <a16:creationId xmlns:a16="http://schemas.microsoft.com/office/drawing/2014/main" id="{36B990D2-E4EE-BB9B-2DEF-6A59D7D04AA6}"/>
              </a:ext>
            </a:extLst>
          </p:cNvPr>
          <p:cNvSpPr/>
          <p:nvPr userDrawn="1"/>
        </p:nvSpPr>
        <p:spPr>
          <a:xfrm flipH="1">
            <a:off x="3124200" y="152400"/>
            <a:ext cx="8237496" cy="6705599"/>
          </a:xfrm>
          <a:prstGeom prst="triangle">
            <a:avLst>
              <a:gd name="adj" fmla="val 5063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 sz="16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7B627E-EFC1-C2EB-FE7C-B21FE721E11C}"/>
              </a:ext>
            </a:extLst>
          </p:cNvPr>
          <p:cNvCxnSpPr/>
          <p:nvPr userDrawn="1"/>
        </p:nvCxnSpPr>
        <p:spPr>
          <a:xfrm>
            <a:off x="694764" y="4380526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9D4F93FC-94CA-2406-3DA9-3863B772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9144"/>
            <a:ext cx="4026508" cy="1041971"/>
          </a:xfrm>
        </p:spPr>
        <p:txBody>
          <a:bodyPr>
            <a:normAutofit/>
          </a:bodyPr>
          <a:lstStyle>
            <a:lvl1pPr algn="l">
              <a:defRPr sz="32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C3E69FE-C933-70FA-E6A3-B770EB45D6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1417" y="1172090"/>
            <a:ext cx="8650274" cy="5685911"/>
          </a:xfrm>
          <a:custGeom>
            <a:avLst/>
            <a:gdLst>
              <a:gd name="connsiteX0" fmla="*/ 0 w 7894581"/>
              <a:gd name="connsiteY0" fmla="*/ 0 h 5184807"/>
              <a:gd name="connsiteX1" fmla="*/ 7894581 w 7894581"/>
              <a:gd name="connsiteY1" fmla="*/ 795291 h 5184807"/>
              <a:gd name="connsiteX2" fmla="*/ 7580169 w 7894581"/>
              <a:gd name="connsiteY2" fmla="*/ 5184807 h 5184807"/>
              <a:gd name="connsiteX3" fmla="*/ 1401698 w 7894581"/>
              <a:gd name="connsiteY3" fmla="*/ 5184807 h 518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4580" h="5184807">
                <a:moveTo>
                  <a:pt x="0" y="0"/>
                </a:moveTo>
                <a:lnTo>
                  <a:pt x="7894581" y="795291"/>
                </a:lnTo>
                <a:lnTo>
                  <a:pt x="7580169" y="5184807"/>
                </a:lnTo>
                <a:lnTo>
                  <a:pt x="1401698" y="51848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5EE6007D-A334-CC52-B590-8C1163D14F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7069"/>
            <a:ext cx="37338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77CF2-EBEB-6615-6579-CB16B310D4AC}"/>
              </a:ext>
            </a:extLst>
          </p:cNvPr>
          <p:cNvGrpSpPr/>
          <p:nvPr userDrawn="1"/>
        </p:nvGrpSpPr>
        <p:grpSpPr>
          <a:xfrm>
            <a:off x="694764" y="698727"/>
            <a:ext cx="1621524" cy="1000004"/>
            <a:chOff x="609599" y="698727"/>
            <a:chExt cx="1621524" cy="1000004"/>
          </a:xfrm>
        </p:grpSpPr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198F1E10-670E-9AA2-B017-A1FBD6F05AC7}"/>
                </a:ext>
              </a:extLst>
            </p:cNvPr>
            <p:cNvGrpSpPr/>
            <p:nvPr/>
          </p:nvGrpSpPr>
          <p:grpSpPr>
            <a:xfrm>
              <a:off x="609599" y="1457807"/>
              <a:ext cx="1621524" cy="240924"/>
              <a:chOff x="643099" y="1383073"/>
              <a:chExt cx="1515530" cy="225177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511227-B55E-1598-3845-065579101896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83DC3E-40E5-94DB-4A73-B129EA4550E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C80FB50-A88D-0B19-4A03-7F71941759B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F3CFEBC-84E2-1965-6DF3-3096B47D80ED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290FEB7-1A05-BFE1-4F33-F862991B473C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AF401F-9A9E-BAA0-BC16-DED2EDDA6638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DD88B1-1B38-3C39-180E-30D22E07D7FB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E6B68E-444E-7456-73D6-97E41DD822B3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71B77AA-0444-9B00-9684-0A397E4BE89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67E0CEBF-335E-266F-CEFD-1F31C4D9EBB6}"/>
                </a:ext>
              </a:extLst>
            </p:cNvPr>
            <p:cNvGrpSpPr/>
            <p:nvPr/>
          </p:nvGrpSpPr>
          <p:grpSpPr>
            <a:xfrm>
              <a:off x="1011374" y="698727"/>
              <a:ext cx="818104" cy="658184"/>
              <a:chOff x="1018611" y="673609"/>
              <a:chExt cx="764627" cy="615163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D848F1F-A876-AD71-D833-CDABFC54FE84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rgbClr val="FFFFFF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2960F0-E743-3AED-D66E-3154B4DD08BE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059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2">
            <a:extLst>
              <a:ext uri="{FF2B5EF4-FFF2-40B4-BE49-F238E27FC236}">
                <a16:creationId xmlns:a16="http://schemas.microsoft.com/office/drawing/2014/main" id="{3147B736-9AF4-0D3D-32DD-96F7FE0337E3}"/>
              </a:ext>
            </a:extLst>
          </p:cNvPr>
          <p:cNvSpPr/>
          <p:nvPr userDrawn="1"/>
        </p:nvSpPr>
        <p:spPr>
          <a:xfrm rot="10800000" flipH="1">
            <a:off x="0" y="0"/>
            <a:ext cx="11005306" cy="5059644"/>
          </a:xfrm>
          <a:custGeom>
            <a:avLst/>
            <a:gdLst>
              <a:gd name="connsiteX0" fmla="*/ 0 w 6250330"/>
              <a:gd name="connsiteY0" fmla="*/ 4852686 h 4852686"/>
              <a:gd name="connsiteX1" fmla="*/ 6250330 w 6250330"/>
              <a:gd name="connsiteY1" fmla="*/ 0 h 4852686"/>
              <a:gd name="connsiteX2" fmla="*/ 5144023 w 6250330"/>
              <a:gd name="connsiteY2" fmla="*/ 4852685 h 4852686"/>
              <a:gd name="connsiteX3" fmla="*/ 0 w 6250330"/>
              <a:gd name="connsiteY3" fmla="*/ 4852686 h 485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0330" h="4852686">
                <a:moveTo>
                  <a:pt x="0" y="4852686"/>
                </a:moveTo>
                <a:lnTo>
                  <a:pt x="6250330" y="0"/>
                </a:lnTo>
                <a:lnTo>
                  <a:pt x="5144023" y="4852685"/>
                </a:lnTo>
                <a:lnTo>
                  <a:pt x="0" y="485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3F263-D12E-DB67-8934-451D79F63C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466" y="-11575"/>
            <a:ext cx="11721534" cy="3866277"/>
          </a:xfrm>
          <a:custGeom>
            <a:avLst/>
            <a:gdLst>
              <a:gd name="connsiteX0" fmla="*/ 4201611 w 11721534"/>
              <a:gd name="connsiteY0" fmla="*/ 0 h 3866277"/>
              <a:gd name="connsiteX1" fmla="*/ 11721534 w 11721534"/>
              <a:gd name="connsiteY1" fmla="*/ 0 h 3866277"/>
              <a:gd name="connsiteX2" fmla="*/ 11721534 w 11721534"/>
              <a:gd name="connsiteY2" fmla="*/ 3314741 h 3866277"/>
              <a:gd name="connsiteX3" fmla="*/ 0 w 11721534"/>
              <a:gd name="connsiteY3" fmla="*/ 3866277 h 38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1534" h="3866277">
                <a:moveTo>
                  <a:pt x="4201611" y="0"/>
                </a:moveTo>
                <a:lnTo>
                  <a:pt x="11721534" y="0"/>
                </a:lnTo>
                <a:lnTo>
                  <a:pt x="11721534" y="3314741"/>
                </a:lnTo>
                <a:lnTo>
                  <a:pt x="0" y="386627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AB36300-42C6-08BD-F059-307EE2A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97781"/>
            <a:ext cx="6324600" cy="1041971"/>
          </a:xfrm>
        </p:spPr>
        <p:txBody>
          <a:bodyPr anchor="b">
            <a:noAutofit/>
          </a:bodyPr>
          <a:lstStyle>
            <a:lvl1pPr algn="l">
              <a:defRPr sz="48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31F4B8-01E3-9925-0FF9-D754E222185E}"/>
              </a:ext>
            </a:extLst>
          </p:cNvPr>
          <p:cNvCxnSpPr/>
          <p:nvPr userDrawn="1"/>
        </p:nvCxnSpPr>
        <p:spPr>
          <a:xfrm>
            <a:off x="1075764" y="5410200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2A6E272-AE81-C170-8179-AA9656090D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0600" y="5715000"/>
            <a:ext cx="51054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4BE5D0-F167-1F8E-9C59-1B32098CE4A3}"/>
              </a:ext>
            </a:extLst>
          </p:cNvPr>
          <p:cNvGrpSpPr/>
          <p:nvPr/>
        </p:nvGrpSpPr>
        <p:grpSpPr>
          <a:xfrm>
            <a:off x="10496475" y="5639540"/>
            <a:ext cx="1208947" cy="745566"/>
            <a:chOff x="5715000" y="3158491"/>
            <a:chExt cx="899406" cy="554671"/>
          </a:xfrm>
        </p:grpSpPr>
        <p:grpSp>
          <p:nvGrpSpPr>
            <p:cNvPr id="80" name="Graphic 2">
              <a:extLst>
                <a:ext uri="{FF2B5EF4-FFF2-40B4-BE49-F238E27FC236}">
                  <a16:creationId xmlns:a16="http://schemas.microsoft.com/office/drawing/2014/main" id="{3CD22E46-8E12-46DE-6A17-ADB4572ED09C}"/>
                </a:ext>
              </a:extLst>
            </p:cNvPr>
            <p:cNvGrpSpPr/>
            <p:nvPr/>
          </p:nvGrpSpPr>
          <p:grpSpPr>
            <a:xfrm>
              <a:off x="5715000" y="3579529"/>
              <a:ext cx="899406" cy="133633"/>
              <a:chOff x="643099" y="1383073"/>
              <a:chExt cx="1515530" cy="225177"/>
            </a:xfrm>
            <a:solidFill>
              <a:schemeClr val="tx1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ED2D6AD-46C0-1BAA-585B-015764F71894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8FF7FA8-09E3-1CF3-7B44-AF50A2AD3A1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4C12B87-2F42-6EC8-3ABF-DFEA1B5FD28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74D3D43-6C24-0A8D-309B-1C5FC4FEB095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A1C150F-14B6-9F71-267E-6554CAE395D0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2ADB134-EC11-BBC7-E99C-49F2E7D468B7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C9E4758-DE7D-B535-8145-C8FC24269E68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FA5C16E-52DD-E89E-2173-E4DA02C37010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8C305F2-2D84-DC7E-B3B6-80DBF3484BE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AC0DD5C3-899A-D962-1EBF-F030BE82A48C}"/>
                </a:ext>
              </a:extLst>
            </p:cNvPr>
            <p:cNvGrpSpPr/>
            <p:nvPr/>
          </p:nvGrpSpPr>
          <p:grpSpPr>
            <a:xfrm>
              <a:off x="5937851" y="3158491"/>
              <a:ext cx="453775" cy="365074"/>
              <a:chOff x="1018611" y="673609"/>
              <a:chExt cx="764627" cy="615163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E6506FA-9117-BC68-B139-C2295652C0F5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chemeClr val="tx1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83470FD-B610-6D05-E6AF-3BCDA402EBA7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524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">
            <a:extLst>
              <a:ext uri="{FF2B5EF4-FFF2-40B4-BE49-F238E27FC236}">
                <a16:creationId xmlns:a16="http://schemas.microsoft.com/office/drawing/2014/main" id="{EEABCC71-79C8-4342-1EE4-C5041A2E9F42}"/>
              </a:ext>
            </a:extLst>
          </p:cNvPr>
          <p:cNvGrpSpPr/>
          <p:nvPr userDrawn="1"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3" name="Graphic 2">
              <a:extLst>
                <a:ext uri="{FF2B5EF4-FFF2-40B4-BE49-F238E27FC236}">
                  <a16:creationId xmlns:a16="http://schemas.microsoft.com/office/drawing/2014/main" id="{125E8D45-2C47-0912-82BA-731D636ACC11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4D5A8E7-7F2C-F742-BFD4-E53652A67E75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D872414-479F-6D10-6CBE-DEDCE75A8612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30C444B-8D4F-F177-AEC2-83AB78B4C7FC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CD0E3A7-AEF1-BE2E-3F18-BC05834933D7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D07EDE-8A34-E293-246A-17F4A5B32710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F253AC-AE2D-5000-419D-10D3D75EA4B9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F87EABB-7153-8518-C4CD-CBCCACCAD413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672BFB8-76FC-0E32-FB1B-B213AC779694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328E87F-2158-D869-11A9-7D96F83C5EB6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676A5CDE-1595-4E98-0FDA-F574450BDAF3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solidFill>
              <a:schemeClr val="bg1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327A6B1-0F1E-94EA-1E7F-AAD5B1A8AE47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70D8342-8898-10B9-B32E-EDF6071AB217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6152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093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2">
            <a:extLst>
              <a:ext uri="{FF2B5EF4-FFF2-40B4-BE49-F238E27FC236}">
                <a16:creationId xmlns:a16="http://schemas.microsoft.com/office/drawing/2014/main" id="{F8208D30-09FE-950B-7C2D-5435ACB4BAFB}"/>
              </a:ext>
            </a:extLst>
          </p:cNvPr>
          <p:cNvGrpSpPr/>
          <p:nvPr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2A22C16F-946B-7BDA-696F-3432CEE2FC4C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2656FCE-F896-173D-782E-1CFD98CC9DE3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AA770FB-50E2-62E3-4031-A856F3C3D14A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08F9F14-E6B2-14E0-4E07-7AFCF77EB672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1D67462-094A-EA77-55DF-D16DD1C03A1D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1CD2E3A-6849-71A2-0DC8-EF6BFB53A554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62E88F0-06E6-1958-D5D2-BD06B50514B1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A8D230F-3254-B882-D7E3-E6F376143AE5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4F89194-83D7-8AD6-7218-DB6DF3BFC207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126E01D-C710-03B1-2700-1FFD69BCB69C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FB3964FA-C9C6-C0C9-4573-BB946BB901EA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CE2C7EE-B39C-3AB0-AAAC-39ADFB09E60D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3A9CC58-8749-1400-14DC-765CD9CFD7C8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42150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57200"/>
            <a:ext cx="10820400" cy="1371599"/>
          </a:xfrm>
        </p:spPr>
        <p:txBody>
          <a:bodyPr lIns="0" anchor="t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edit </a:t>
            </a:r>
            <a:br>
              <a:rPr lang="en-US"/>
            </a:br>
            <a:r>
              <a:rPr lang="en-US"/>
              <a:t>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866899"/>
            <a:ext cx="10820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8CC184-92DA-7807-712D-4B188141BC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1974435"/>
            <a:ext cx="10820400" cy="365125"/>
          </a:xfrm>
          <a:solidFill>
            <a:schemeClr val="bg1">
              <a:lumMod val="95000"/>
            </a:schemeClr>
          </a:solidFill>
          <a:ln w="6350"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182880" indent="0">
              <a:buNone/>
              <a:defRPr sz="1200">
                <a:latin typeface="+mj-lt"/>
              </a:defRPr>
            </a:lvl2pPr>
            <a:lvl3pPr marL="365760" indent="0">
              <a:buNone/>
              <a:defRPr sz="1200">
                <a:latin typeface="+mj-lt"/>
              </a:defRPr>
            </a:lvl3pPr>
            <a:lvl4pPr marL="548640" indent="0">
              <a:buNone/>
              <a:defRPr sz="1200">
                <a:latin typeface="+mj-lt"/>
              </a:defRPr>
            </a:lvl4pPr>
            <a:lvl5pPr marL="731520" indent="0">
              <a:buNone/>
              <a:defRPr sz="1200">
                <a:latin typeface="+mj-lt"/>
              </a:defRPr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2023181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8B562-B3CE-1AA8-4499-3F27E61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lang="en-US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15CB-FA51-DB7A-6A20-E530CDC4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lang="en-US"/>
            </a:pPr>
            <a:r>
              <a:rPr lang="en-US"/>
              <a:t>Click to edit Master text styles</a:t>
            </a:r>
          </a:p>
          <a:p>
            <a:pPr lvl="1">
              <a:defRPr lang="en-US"/>
            </a:pPr>
            <a:r>
              <a:rPr lang="en-US"/>
              <a:t>Second level</a:t>
            </a:r>
          </a:p>
          <a:p>
            <a:pPr lvl="2">
              <a:defRPr lang="en-US"/>
            </a:pPr>
            <a:r>
              <a:rPr lang="en-US"/>
              <a:t>Third level</a:t>
            </a:r>
          </a:p>
          <a:p>
            <a:pPr lvl="3">
              <a:defRPr lang="en-US"/>
            </a:pPr>
            <a:r>
              <a:rPr lang="en-US"/>
              <a:t>Fourth level</a:t>
            </a:r>
          </a:p>
          <a:p>
            <a:pPr lvl="4">
              <a:defRPr lang="en-US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252D-135F-BCAF-FB1A-8D01DE47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F677-1A59-9D1F-A64E-A57F7847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9EC4-14DB-202C-59BB-D74491059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fld id="{92BFB872-B24E-FB4B-BEE6-73C9D0DA3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4" r:id="rId2"/>
    <p:sldLayoutId id="2147483786" r:id="rId3"/>
    <p:sldLayoutId id="2147483794" r:id="rId4"/>
    <p:sldLayoutId id="2147483782" r:id="rId5"/>
    <p:sldLayoutId id="2147483790" r:id="rId6"/>
    <p:sldLayoutId id="2147483788" r:id="rId7"/>
  </p:sldLayoutIdLst>
  <p:transition/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5.xml"/><Relationship Id="rId3" Type="http://schemas.openxmlformats.org/officeDocument/2006/relationships/hyperlink" Target="https://chainthat.atlassian.net/wiki/spaces/METH/pages/5917966337/Xceedance+SDLC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9DA63-42A7-6E38-ADAA-DE7B797D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2177"/>
            <a:ext cx="4337304" cy="104197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"/>
              </a:rPr>
              <a:t>Xceedance SDLC</a:t>
            </a:r>
          </a:p>
        </p:txBody>
      </p:sp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6F09E032-EE4F-BE05-2181-D4CCF61439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17" r="3717"/>
          <a:stretch>
            <a:fillRect/>
          </a:stretch>
        </p:blipFill>
        <p:spPr>
          <a:xfrm>
            <a:off x="3541726" y="1172089"/>
            <a:ext cx="8650274" cy="5685911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7871B0-7CF6-0123-F159-30BAE1EA8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519054"/>
            <a:ext cx="4584192" cy="377952"/>
          </a:xfrm>
        </p:spPr>
        <p:txBody>
          <a:bodyPr anchor="ctr" anchorCtr="0">
            <a:normAutofit lnSpcReduction="10000"/>
          </a:bodyPr>
          <a:lstStyle/>
          <a:p>
            <a:r>
              <a:rPr lang="en-IN" dirty="0"/>
              <a:t>A Developer Champion's View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113736D-0C65-876F-A05C-D099466680E0}"/>
              </a:ext>
            </a:extLst>
          </p:cNvPr>
          <p:cNvSpPr txBox="1">
            <a:spLocks/>
          </p:cNvSpPr>
          <p:nvPr/>
        </p:nvSpPr>
        <p:spPr>
          <a:xfrm>
            <a:off x="609600" y="5412117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Developer Champions, Tech Leads, Principal Engineers</a:t>
            </a:r>
            <a:endParaRPr lang="en-US" sz="180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53334D1-9624-42B5-8567-8E495D66CD8D}"/>
              </a:ext>
            </a:extLst>
          </p:cNvPr>
          <p:cNvSpPr txBox="1">
            <a:spLocks/>
          </p:cNvSpPr>
          <p:nvPr/>
        </p:nvSpPr>
        <p:spPr>
          <a:xfrm>
            <a:off x="609600" y="5025021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Segoe UI"/>
              </a:rPr>
              <a:t>Prepared by: Office of the CoE Architecture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778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9461D42F-9392-BDF7-588A-89DC6694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This SDLC Matters 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B19D89A-675B-5B43-5190-582E4131A6FA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One opinionated SDLC across the organisation.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Built for modern cloud-native delivery (CI/CD, IaC, security-by-default).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Lightweight enough for teams; strong enough for regulated clients.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CF58D9AF-E8C6-7247-AC05-2C9921A29D01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Vision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9739A287-A9D8-4BA6-0886-C93870A772F2}"/>
              </a:ext>
            </a:extLst>
          </p:cNvPr>
          <p:cNvSpPr txBox="1"/>
          <p:nvPr/>
        </p:nvSpPr>
        <p:spPr>
          <a:xfrm>
            <a:off x="762000" y="3793486"/>
            <a:ext cx="10820400" cy="1948945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Fragmented ways of working across teams.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Inconsistent quality gates (tests, reviews, security).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Late surprises: infra drift, failed audits, broken releases.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Hero culture: outcomes depend on individuals, not the system.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D3F55901-8A9D-1C6A-45DC-B5EF354557F2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Problems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94582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A5A5-AEF8-F682-E119-4F21FAEE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756A000C-8631-B53F-85AF-FA98F8C5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This SDLC Matters…..cont. 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9FDB51A8-1802-6EC0-A7A0-225F56BEEEDC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Clear, predictable path from idea to production.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Built-in hooks for testing, governance, and platform practices (IaC, secrets, observability).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Common language across squads, platform, security, and architecture.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4C3A12E-3431-89B9-523A-85836707ADC4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Benefits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25600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5C11-20B4-14DF-FA24-6855B4DE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48EC1728-B085-DE9E-0F2C-A6E78D76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SDLC Workflow</a:t>
            </a:r>
            <a:endParaRPr lang="en-IN" b="1" dirty="0"/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CB5D4A67-ED48-7DE6-1E35-5F540A457774}"/>
              </a:ext>
            </a:extLst>
          </p:cNvPr>
          <p:cNvSpPr txBox="1"/>
          <p:nvPr/>
        </p:nvSpPr>
        <p:spPr>
          <a:xfrm>
            <a:off x="748100" y="1871686"/>
            <a:ext cx="10820400" cy="486744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Discover &amp; Shape</a:t>
            </a:r>
            <a:r>
              <a:rPr lang="en-US" sz="1800" dirty="0"/>
              <a:t> – Capture demand, clarify business outcomes and scope; align on value, risks, and constraints.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Design &amp; Plan </a:t>
            </a:r>
            <a:r>
              <a:rPr lang="en-US" sz="1800" dirty="0"/>
              <a:t>– Choose solution options and architecture; define NFRs, data, integration, security, and privacy.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Develop</a:t>
            </a:r>
            <a:r>
              <a:rPr lang="en-US" sz="1800" dirty="0"/>
              <a:t> – Agree branching and PR strategy; TDD/unit tests, linters, static analysis, comment-aware reasoning.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Develop</a:t>
            </a:r>
            <a:r>
              <a:rPr lang="en-US" sz="1800" dirty="0"/>
              <a:t> – Treat environments as code: IaC jobs and IaC testing; secrets scanning and secure-by-default patterns.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Verify</a:t>
            </a:r>
            <a:r>
              <a:rPr lang="en-US" sz="1800" dirty="0"/>
              <a:t> – Integration, contract, and E2E testing; performance, resilience, and security testing where relevant.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Release</a:t>
            </a:r>
            <a:r>
              <a:rPr lang="en-US" sz="1800" dirty="0"/>
              <a:t> </a:t>
            </a:r>
            <a:r>
              <a:rPr lang="en-US" sz="1800" b="1" dirty="0"/>
              <a:t>&amp;</a:t>
            </a:r>
            <a:r>
              <a:rPr lang="en-US" sz="1800" dirty="0"/>
              <a:t> </a:t>
            </a:r>
            <a:r>
              <a:rPr lang="en-US" sz="1800" b="1" dirty="0"/>
              <a:t>Operate</a:t>
            </a:r>
            <a:r>
              <a:rPr lang="en-US" sz="1800" dirty="0"/>
              <a:t> – Promotion via pipelines; progressive delivery; observability, SLOs, and incident/change management.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Learn</a:t>
            </a:r>
            <a:r>
              <a:rPr lang="en-US" sz="1800" dirty="0"/>
              <a:t> </a:t>
            </a:r>
            <a:r>
              <a:rPr lang="en-US" sz="1800" b="1" dirty="0"/>
              <a:t>&amp;</a:t>
            </a:r>
            <a:r>
              <a:rPr lang="en-US" sz="1800" dirty="0"/>
              <a:t> </a:t>
            </a:r>
            <a:r>
              <a:rPr lang="en-US" sz="1800" b="1" dirty="0"/>
              <a:t>Improve</a:t>
            </a:r>
            <a:r>
              <a:rPr lang="en-US" sz="1800" dirty="0"/>
              <a:t> – Post-implementation reviews, retros, and metrics feeding back into backlog and platform evolution.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6A5759A3-FB10-CCFF-6C32-8F88D483F4C8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Idea → Production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71449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A44D-6E63-961D-00F8-877A4FD5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A613883A-06D2-CB2D-30BD-5FD0F7C9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Governance &amp; Quality Gates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A77B1C5A-4EDD-CBA9-47F3-9B3CD1FB4177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Architecture decisions recorded (ADRs or equivalent).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NFRs defined and testable (performance, security, compliance, availability).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Data and privacy impact understood with mitigations identified.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E2924145-0FCA-57FE-D9C1-AF79F2CFC047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Design / Plan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D16AACA7-D828-9C3A-3D3F-8B3631C98BE3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Unit tests in place and passing; coverage thresholds agreed per team.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Linting and static analysis clean enough to merge.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Code review completed: functionality, readability, maintainability, and security impact.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Meaningful comments, not drive-by approvals.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IaC jobs &amp; tests infra changes via code, policy checks, drift detection, and cost impacts considered.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Secrets scan clean: no hard-coded credentials or sensitive data in code or IaC.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584DF71E-1FC5-54F3-398E-66C281A3F1B5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Develop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9533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D424-6722-A9D4-BA1C-1A17B9D2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3819D643-6923-0298-92E2-5EE8879B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Governance &amp; Quality Gates….cont.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AFB22FA1-DCB1-142E-78E0-AAFFE7660D1D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Automated suites green for the scope being released.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Change is observable: logs, metrics, traces, alerts, and runbooks prepared.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Rollback or mitigation path defined and tested where feasible.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55986596-B952-6933-36AB-F870684D4588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Verify / Release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F2C8E498-982F-41F9-7AEF-458C8A4D9781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Treat these as non-negotiable gates, not nice-to-haves.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FD2E5F83-81D7-6D4D-F5CB-C69B59853810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Champions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5655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3374-4583-A46F-01E4-567B7349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8EA887E2-D657-A67D-E478-BE6BEEB4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Org-Wide Implementation Plan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47F25D3B-51F0-4CE7-4D64-5A1ADFD3A1AC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Confluence as the single source of truth for SDLC steps and checklists.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Phase/step-level guidance (e.g. 'Develop – Code Review', 'Develop – Secrets Scan').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Templates for ADRs, test strategies, runbooks, and IaC/pipeline patterns.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6566308B-3A08-6B65-867C-B24BF86D25AD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Standardise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F597A4EF-5AC5-6706-4755-EFE1DECBBDAC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CI/CD pipelines aligned to SDLC phases: linting, tests, SAST, IaC checks, secrets, packaging, deployment.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Default repo scaffolds with branching model, quality gate configs, and example pipelines/policies.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1: pilot with selected product teams and platform.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2: expand to all new projects and major change initiatives.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3: retrofit critical legacy services where risk is highest.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CD9F5BB1-FD08-AE9B-6BEE-59DBF07A54C0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Tooling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70579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6617-FD36-D6A5-4505-B731E5B9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0E616E33-9380-9B6A-B443-BC75B3D2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Org-Wide Implementation Plan…..cont.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F1B4E0CA-567E-2A01-FE65-D777999029D9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1: pilot with selected product teams and platform.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2: expand to all new projects and major change initiatives.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3: retrofit critical legacy services where risk is highest.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DA979333-CBD2-0214-89D4-52D9A1786BB4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Rollout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EFA71200-15B9-27C2-8EDC-BE44F4167AB9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Regular syncs between CoE Architects, Developer Champions, Platform, and Security.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Data-driven adjustments using lead time, deployment frequency, MTTR, change fail rate, and defect escape rate.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69DF4B87-F0FF-4CA6-DF2A-8D509368C924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Feedback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54655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D5C-ED1B-321C-80A5-2B881670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0A48C65A-0047-0CAB-99A1-EB8CA053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Developer Champion – Call to Action</a:t>
            </a:r>
            <a:endParaRPr lang="en-IN" b="1" dirty="0"/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FD96926F-D80E-0D82-5726-4E988FEAE404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Map your team's current way of working to the SDLC steps and identify gaps.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Ensure core gates (tests, review, IaC, secrets, observability) are enforced.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8CCB3FA-1267-341F-AB94-D8BBE7D9FD93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Adoption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203004F5-CAC1-522D-5B16-25044AC08AB8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Challenge low-value, 'tick-box' gates; automate manual, repeatable checks.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Make the right way the easy way for your engineers.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8E94CC2B-F2C0-5F45-0D32-9D1926E7BA97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Raising the bar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8597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A597-06A1-BFFA-7555-5BA371DC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C6A68C7A-BF28-D4FE-234E-46051587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Developer Champion – Call to Action</a:t>
            </a:r>
            <a:r>
              <a:rPr lang="en-IN" b="1" dirty="0"/>
              <a:t>…..cont.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41A76987-7B74-B126-351B-ED7BA46737ED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Capture friction points, duplications, and missing guidance.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Bring real examples back to the CoE Architect team.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D590F06-5119-6896-30CA-674FD7BD2FE5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Feedback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369441A7-DAD8-078F-8F67-522B51726BCC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Pick one active initiative and align its workflow to the SDLC phases.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Join or start a Developer Champions circle for your domain or tribe.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Use the SDLC Confluence space as your working reference and contribute improvements.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95A94588-0E58-7B8A-9BC9-514D4336022E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Next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72349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A309C0D-AC2B-C59F-E260-2FE8CD5C54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9B5D01D-28E8-3860-61F6-38EF4CC0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6694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E008-5091-56E3-5051-F870743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3914926D-CB7E-E71A-28B2-E07A02656B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E653E0-7327-1C8F-550C-1CC3EFE4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 dirty="0"/>
              <a:t>Appendix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703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5F69-2C17-99CA-46F8-E6FE7E91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1DDE27FA-A8C2-6275-B1BD-E919E434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Xceedance SDLC on Confluence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2093F0B-8CF3-3054-5D2D-BECA696A8403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>
                <a:hlinkClick r:id="rId3"/>
              </a:rPr>
              <a:t>https://chainthat.atlassian.net/wiki/spaces/METH/pages/5917966337/Xceedance+SDLC</a:t>
            </a:r>
            <a:r>
              <a:rPr lang="en-US" sz="1800" dirty="0"/>
              <a:t> 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5CAE3E1C-CA33-2753-C354-C0F31201CA23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Confluence Link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846977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In Your Repo &amp; Pipeline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Branching &amp; PRs – Protected main/trunk branches with required PR reviews.</a:t>
            </a:r>
          </a:p>
          <a:p>
            <a:pPr>
              <a:defRPr sz="2000"/>
            </a:pPr>
            <a:r>
              <a:t>Branching &amp; PRs – Branch naming aligned to work items (e.g. feature/1234-short-title).</a:t>
            </a:r>
          </a:p>
          <a:p>
            <a:pPr>
              <a:defRPr sz="2000"/>
            </a:pPr>
            <a:r>
              <a:t>Required Checks – Linting and unit tests must pass before merge.</a:t>
            </a:r>
          </a:p>
          <a:p>
            <a:pPr>
              <a:defRPr sz="2000"/>
            </a:pPr>
            <a:r>
              <a:t>Required Checks – Secrets scan, SAST, and IaC checks wired as mandatory checks.</a:t>
            </a:r>
          </a:p>
          <a:p>
            <a:pPr>
              <a:defRPr sz="2000"/>
            </a:pPr>
            <a:r>
              <a:t>Pipelines – Distinct stages: build → test → quality gates → package → deploy.</a:t>
            </a:r>
          </a:p>
          <a:p>
            <a:pPr>
              <a:defRPr sz="2000"/>
            </a:pPr>
            <a:r>
              <a:t>Pipelines – Same pipeline definition across environments; configuration changes, not code.</a:t>
            </a:r>
          </a:p>
          <a:p>
            <a:pPr>
              <a:defRPr sz="2000"/>
            </a:pPr>
            <a:r>
              <a:t>Artefacts – Versioned build artefacts and IaC templates stored centrally.</a:t>
            </a:r>
          </a:p>
          <a:p>
            <a:pPr>
              <a:defRPr sz="2000"/>
            </a:pPr>
            <a:r>
              <a:t>Artefacts – Runbooks and change notes attached to releases.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In Your Repo &amp; Pipeline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Branching &amp; PRs – Protected main/trunk branches with required PR reviews.</a:t>
            </a:r>
          </a:p>
          <a:p>
            <a:pPr>
              <a:defRPr sz="2000"/>
            </a:pPr>
            <a:r>
              <a:t>Branching &amp; PRs – Branch naming aligned to work items (e.g. feature/1234-short-title).</a:t>
            </a:r>
          </a:p>
          <a:p>
            <a:pPr>
              <a:defRPr sz="2000"/>
            </a:pPr>
            <a:r>
              <a:t>Required Checks – Linting and unit tests must pass before merge.</a:t>
            </a:r>
          </a:p>
          <a:p>
            <a:pPr>
              <a:defRPr sz="2000"/>
            </a:pPr>
            <a:r>
              <a:t>Required Checks – Secrets scan, SAST, and IaC checks wired as mandatory checks.</a:t>
            </a:r>
          </a:p>
          <a:p>
            <a:pPr>
              <a:defRPr sz="2000"/>
            </a:pPr>
            <a:r>
              <a:t>Pipelines – Distinct stages: build → test → quality gates → package → deploy.</a:t>
            </a:r>
          </a:p>
          <a:p>
            <a:pPr>
              <a:defRPr sz="2000"/>
            </a:pPr>
            <a:r>
              <a:t>Pipelines – Same pipeline definition across environments; configuration changes, not code.</a:t>
            </a:r>
          </a:p>
          <a:p>
            <a:pPr>
              <a:defRPr sz="2000"/>
            </a:pPr>
            <a:r>
              <a:t>Artefacts – Versioned build artefacts and IaC templates stored centrally.</a:t>
            </a:r>
          </a:p>
          <a:p>
            <a:pPr>
              <a:defRPr sz="2000"/>
            </a:pPr>
            <a:r>
              <a:t>Artefacts – Runbooks and change notes attached to releases.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 (Metrics)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Flow &amp; Stability – Lead time for change trending down.</a:t>
            </a:r>
          </a:p>
          <a:p>
            <a:pPr>
              <a:defRPr sz="2000"/>
            </a:pPr>
            <a:r>
              <a:t>Flow &amp; Stability – Deployment frequency increasing where risk allows.</a:t>
            </a:r>
          </a:p>
          <a:p>
            <a:pPr>
              <a:defRPr sz="2000"/>
            </a:pPr>
            <a:r>
              <a:t>Flow &amp; Stability – Change fail rate and MTTR trending down.</a:t>
            </a:r>
          </a:p>
          <a:p>
            <a:pPr>
              <a:defRPr sz="2000"/>
            </a:pPr>
            <a:r>
              <a:t>Quality – Defect escape rate to UAT/production decreasing.</a:t>
            </a:r>
          </a:p>
          <a:p>
            <a:pPr>
              <a:defRPr sz="2000"/>
            </a:pPr>
            <a:r>
              <a:t>Quality – Coverage and linting warnings within agreed thresholds.</a:t>
            </a:r>
          </a:p>
          <a:p>
            <a:pPr>
              <a:defRPr sz="2000"/>
            </a:pPr>
            <a:r>
              <a:t>Governance – Percentage of changes going through the full SDLC gates.</a:t>
            </a:r>
          </a:p>
          <a:p>
            <a:pPr>
              <a:defRPr sz="2000"/>
            </a:pPr>
            <a:r>
              <a:t>Governance – Percentage of infrastructure changes done via IaC, not manual.</a:t>
            </a:r>
          </a:p>
          <a:p>
            <a:pPr>
              <a:defRPr sz="2000"/>
            </a:pPr>
            <a:r>
              <a:t>Champion Role – Use these metrics in team reviews and retros; escalate systemic blockers.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 (Metrics)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Flow &amp; Stability – Lead time for change trending down.</a:t>
            </a:r>
          </a:p>
          <a:p>
            <a:pPr>
              <a:defRPr sz="2000"/>
            </a:pPr>
            <a:r>
              <a:t>Flow &amp; Stability – Deployment frequency increasing where risk allows.</a:t>
            </a:r>
          </a:p>
          <a:p>
            <a:pPr>
              <a:defRPr sz="2000"/>
            </a:pPr>
            <a:r>
              <a:t>Flow &amp; Stability – Change fail rate and MTTR trending down.</a:t>
            </a:r>
          </a:p>
          <a:p>
            <a:pPr>
              <a:defRPr sz="2000"/>
            </a:pPr>
            <a:r>
              <a:t>Quality – Defect escape rate to UAT/production decreasing.</a:t>
            </a:r>
          </a:p>
          <a:p>
            <a:pPr>
              <a:defRPr sz="2000"/>
            </a:pPr>
            <a:r>
              <a:t>Quality – Coverage and linting warnings within agreed thresholds.</a:t>
            </a:r>
          </a:p>
          <a:p>
            <a:pPr>
              <a:defRPr sz="2000"/>
            </a:pPr>
            <a:r>
              <a:t>Governance – Percentage of changes going through the full SDLC gates.</a:t>
            </a:r>
          </a:p>
          <a:p>
            <a:pPr>
              <a:defRPr sz="2000"/>
            </a:pPr>
            <a:r>
              <a:t>Governance – Percentage of infrastructure changes done via IaC, not manual.</a:t>
            </a:r>
          </a:p>
          <a:p>
            <a:pPr>
              <a:defRPr sz="2000"/>
            </a:pPr>
            <a:r>
              <a:t>Champion Role – Use these metrics in team reviews and retros; escalate systemic blockers.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Anti-Patterns To Watch For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Process Bypass – 'Quick fixes' merged directly to main without reviews or tests.</a:t>
            </a:r>
          </a:p>
          <a:p>
            <a:pPr>
              <a:defRPr sz="2000"/>
            </a:pPr>
            <a:r>
              <a:t>Process Bypass – Manual environment changes never back-ported into IaC.</a:t>
            </a:r>
          </a:p>
          <a:p>
            <a:pPr>
              <a:defRPr sz="2000"/>
            </a:pPr>
            <a:r>
              <a:t>Fake Quality Gates – Rubber-stamp reviews with no meaningful comments.</a:t>
            </a:r>
          </a:p>
          <a:p>
            <a:pPr>
              <a:defRPr sz="2000"/>
            </a:pPr>
            <a:r>
              <a:t>Fake Quality Gates – Linting/tests configured but routinely ignored or overridden.</a:t>
            </a:r>
          </a:p>
          <a:p>
            <a:pPr>
              <a:defRPr sz="2000"/>
            </a:pPr>
            <a:r>
              <a:t>Hero Dependency – One person who 'just knows' how to deploy or fix issues.</a:t>
            </a:r>
          </a:p>
          <a:p>
            <a:pPr>
              <a:defRPr sz="2000"/>
            </a:pPr>
            <a:r>
              <a:t>Hero Dependency – Key knowledge not captured in runbooks, ADRs, or comments.</a:t>
            </a:r>
          </a:p>
          <a:p>
            <a:pPr>
              <a:defRPr sz="2000"/>
            </a:pPr>
            <a:r>
              <a:t>Over-bureaucracy – Gates that add friction but no real risk reduction.</a:t>
            </a:r>
          </a:p>
          <a:p>
            <a:pPr>
              <a:defRPr sz="2000"/>
            </a:pPr>
            <a:r>
              <a:t>Champion Response – Call these out early and propose automation/simplification.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Anti-Patterns To Watch For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Process Bypass – 'Quick fixes' merged directly to main without reviews or tests.</a:t>
            </a:r>
          </a:p>
          <a:p>
            <a:pPr>
              <a:defRPr sz="2000"/>
            </a:pPr>
            <a:r>
              <a:t>Process Bypass – Manual environment changes never back-ported into IaC.</a:t>
            </a:r>
          </a:p>
          <a:p>
            <a:pPr>
              <a:defRPr sz="2000"/>
            </a:pPr>
            <a:r>
              <a:t>Fake Quality Gates – Rubber-stamp reviews with no meaningful comments.</a:t>
            </a:r>
          </a:p>
          <a:p>
            <a:pPr>
              <a:defRPr sz="2000"/>
            </a:pPr>
            <a:r>
              <a:t>Fake Quality Gates – Linting/tests configured but routinely ignored or overridden.</a:t>
            </a:r>
          </a:p>
          <a:p>
            <a:pPr>
              <a:defRPr sz="2000"/>
            </a:pPr>
            <a:r>
              <a:t>Hero Dependency – One person who 'just knows' how to deploy or fix issues.</a:t>
            </a:r>
          </a:p>
          <a:p>
            <a:pPr>
              <a:defRPr sz="2000"/>
            </a:pPr>
            <a:r>
              <a:t>Hero Dependency – Key knowledge not captured in runbooks, ADRs, or comments.</a:t>
            </a:r>
          </a:p>
          <a:p>
            <a:pPr>
              <a:defRPr sz="2000"/>
            </a:pPr>
            <a:r>
              <a:t>Over-bureaucracy – Gates that add friction but no real risk reduction.</a:t>
            </a:r>
          </a:p>
          <a:p>
            <a:pPr>
              <a:defRPr sz="2000"/>
            </a:pPr>
            <a:r>
              <a:t>Champion Response – Call these out early and propose automation/simplification.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Champion Enablement &amp; Support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Toolkit – SDLC Confluence space: phases, steps, and checklists.</a:t>
            </a:r>
          </a:p>
          <a:p>
            <a:pPr>
              <a:defRPr sz="2000"/>
            </a:pPr>
            <a:r>
              <a:t>Toolkit – Templates for ADRs, test strategies, runbooks, and IaC/pipeline examples.</a:t>
            </a:r>
          </a:p>
          <a:p>
            <a:pPr>
              <a:defRPr sz="2000"/>
            </a:pPr>
            <a:r>
              <a:t>Toolkit – Example repositories showing the 'golden path' implementations.</a:t>
            </a:r>
          </a:p>
          <a:p>
            <a:pPr>
              <a:defRPr sz="2000"/>
            </a:pPr>
            <a:r>
              <a:t>Community – Developer Champions circles/guilds and regular syncs with CoE, Platform, Security.</a:t>
            </a:r>
          </a:p>
          <a:p>
            <a:pPr>
              <a:defRPr sz="2000"/>
            </a:pPr>
            <a:r>
              <a:t>Support – Contact: &lt;CoE Architecture DL / Teams channel&gt; for guidance and escalation.</a:t>
            </a:r>
          </a:p>
          <a:p>
            <a:pPr>
              <a:defRPr sz="2000"/>
            </a:pPr>
            <a:r>
              <a:t>Practice – Use structured feedback: what worked, what did not, and your proposal.</a:t>
            </a:r>
          </a:p>
          <a:p>
            <a:pPr>
              <a:defRPr sz="2000"/>
            </a:pPr>
            <a:r>
              <a:t>Expectation – You are the feedback loop from delivery to architecture.</a:t>
            </a:r>
          </a:p>
          <a:p>
            <a:pPr>
              <a:defRPr sz="2000"/>
            </a:pPr>
            <a:r>
              <a:t>Expectation – Help turn SDLC from a document into a living practice.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Champion Enablement &amp; Support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2000"/>
            </a:pPr>
            <a:r>
              <a:t>Toolkit – SDLC Confluence space: phases, steps, and checklists.</a:t>
            </a:r>
          </a:p>
          <a:p>
            <a:pPr>
              <a:defRPr sz="2000"/>
            </a:pPr>
            <a:r>
              <a:t>Toolkit – Templates for ADRs, test strategies, runbooks, and IaC/pipeline examples.</a:t>
            </a:r>
          </a:p>
          <a:p>
            <a:pPr>
              <a:defRPr sz="2000"/>
            </a:pPr>
            <a:r>
              <a:t>Toolkit – Example repositories showing the 'golden path' implementations.</a:t>
            </a:r>
          </a:p>
          <a:p>
            <a:pPr>
              <a:defRPr sz="2000"/>
            </a:pPr>
            <a:r>
              <a:t>Community – Developer Champions circles/guilds and regular syncs with CoE, Platform, Security.</a:t>
            </a:r>
          </a:p>
          <a:p>
            <a:pPr>
              <a:defRPr sz="2000"/>
            </a:pPr>
            <a:r>
              <a:t>Support – Contact: &lt;CoE Architecture DL / Teams channel&gt; for guidance and escalation.</a:t>
            </a:r>
          </a:p>
          <a:p>
            <a:pPr>
              <a:defRPr sz="2000"/>
            </a:pPr>
            <a:r>
              <a:t>Practice – Use structured feedback: what worked, what did not, and your proposal.</a:t>
            </a:r>
          </a:p>
          <a:p>
            <a:pPr>
              <a:defRPr sz="2000"/>
            </a:pPr>
            <a:r>
              <a:t>Expectation – You are the feedback loop from delivery to architecture.</a:t>
            </a:r>
          </a:p>
          <a:p>
            <a:pPr>
              <a:defRPr sz="2000"/>
            </a:pPr>
            <a:r>
              <a:t>Expectation – Help turn SDLC from a document into a living practice.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0.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heme/theme1.xml><?xml version="1.0" encoding="utf-8"?>
<a:theme xmlns:a="http://schemas.openxmlformats.org/drawingml/2006/main" name="Office Theme">
  <a:themeElements>
    <a:clrScheme name="XC_MAIN">
      <a:dk1>
        <a:srgbClr val="000000"/>
      </a:dk1>
      <a:lt1>
        <a:srgbClr val="FFFFFF"/>
      </a:lt1>
      <a:dk2>
        <a:srgbClr val="121314"/>
      </a:dk2>
      <a:lt2>
        <a:srgbClr val="FFF8E6"/>
      </a:lt2>
      <a:accent1>
        <a:srgbClr val="FFB500"/>
      </a:accent1>
      <a:accent2>
        <a:srgbClr val="121314"/>
      </a:accent2>
      <a:accent3>
        <a:srgbClr val="F2F2F2"/>
      </a:accent3>
      <a:accent4>
        <a:srgbClr val="CC9100"/>
      </a:accent4>
      <a:accent5>
        <a:srgbClr val="00A9EB"/>
      </a:accent5>
      <a:accent6>
        <a:srgbClr val="EBF9FF"/>
      </a:accent6>
      <a:hlink>
        <a:srgbClr val="00A9EB"/>
      </a:hlink>
      <a:folHlink>
        <a:srgbClr val="B8870A"/>
      </a:folHlink>
    </a:clrScheme>
    <a:fontScheme name="Xceedance_2023_Avenir">
      <a:majorFont>
        <a:latin typeface="Avenir Next LT Pro Demi"/>
        <a:ea typeface="Avenir Next LT Pro Demi"/>
        <a:cs typeface="Arial"/>
      </a:majorFont>
      <a:minorFont>
        <a:latin typeface="Avenir Next LT Pro"/>
        <a:ea typeface="Avenir Next L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Zshuti_2" id="{67F13E3B-F23C-462B-9799-0D9E2FC2148F}" vid="{39BA6812-1C55-45A6-877C-941FF00F80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05FE9D-C144-403C-BC1D-44E283C41876}">
  <we:reference id="512bb70a-1733-11ee-be56-0242ac120002" version="1.0.0.1" store="EXCatalog" storeType="EXCatalog"/>
  <we:alternateReferences>
    <we:reference id="WA2000057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4f59c-87f6-4cba-a964-cc796e029bc1">
      <Terms xmlns="http://schemas.microsoft.com/office/infopath/2007/PartnerControls"/>
    </lcf76f155ced4ddcb4097134ff3c332f>
    <TaxCatchAll xmlns="2301aecd-65f5-4732-b2f6-446dcef82f6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E49FC91522C54CA16AF9B1CBC3E848" ma:contentTypeVersion="11" ma:contentTypeDescription="Create a new document." ma:contentTypeScope="" ma:versionID="b964fb9d5a1105820f46755c513c3bf4">
  <xsd:schema xmlns:xsd="http://www.w3.org/2001/XMLSchema" xmlns:xs="http://www.w3.org/2001/XMLSchema" xmlns:p="http://schemas.microsoft.com/office/2006/metadata/properties" xmlns:ns2="47a4f59c-87f6-4cba-a964-cc796e029bc1" xmlns:ns3="2301aecd-65f5-4732-b2f6-446dcef82f66" targetNamespace="http://schemas.microsoft.com/office/2006/metadata/properties" ma:root="true" ma:fieldsID="e94d4f541af6e131f5fa92b5dea6a73f" ns2:_="" ns3:_="">
    <xsd:import namespace="47a4f59c-87f6-4cba-a964-cc796e029bc1"/>
    <xsd:import namespace="2301aecd-65f5-4732-b2f6-446dcef82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4f59c-87f6-4cba-a964-cc796e029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9bc5e91-0f40-490a-8bf4-7a094a4b00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1aecd-65f5-4732-b2f6-446dcef82f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926928-5175-48db-b79f-d0d746c6272f}" ma:internalName="TaxCatchAll" ma:showField="CatchAllData" ma:web="2301aecd-65f5-4732-b2f6-446dcef82f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0C9FE9-5E2B-4B23-9E7A-D85D00A87A35}">
  <ds:schemaRefs>
    <ds:schemaRef ds:uri="http://schemas.microsoft.com/office/2006/metadata/properties"/>
    <ds:schemaRef ds:uri="http://schemas.microsoft.com/office/infopath/2007/PartnerControls"/>
    <ds:schemaRef ds:uri="47a4f59c-87f6-4cba-a964-cc796e029bc1"/>
    <ds:schemaRef ds:uri="2301aecd-65f5-4732-b2f6-446dcef82f66"/>
  </ds:schemaRefs>
</ds:datastoreItem>
</file>

<file path=customXml/itemProps2.xml><?xml version="1.0" encoding="utf-8"?>
<ds:datastoreItem xmlns:ds="http://schemas.openxmlformats.org/officeDocument/2006/customXml" ds:itemID="{D2088D33-6CC7-40B2-88F0-5CC0B615D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a4f59c-87f6-4cba-a964-cc796e029bc1"/>
    <ds:schemaRef ds:uri="2301aecd-65f5-4732-b2f6-446dcef8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2B3828-4FF0-44B1-94DD-9C67DDB18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ea2e9a-ed1c-457b-8cb8-a3ba3a87d0ba}" enabled="1" method="Privileged" siteId="{7597b9d4-4dbf-4a04-888f-21d6563b181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853</Words>
  <Application>Microsoft Office PowerPoint</Application>
  <PresentationFormat>Widescreen</PresentationFormat>
  <Paragraphs>89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Avenir Next LT Pro</vt:lpstr>
      <vt:lpstr>Segoe UI</vt:lpstr>
      <vt:lpstr>Office Theme</vt:lpstr>
      <vt:lpstr>Xceedance SDLC</vt:lpstr>
      <vt:lpstr>Why This SDLC Matters </vt:lpstr>
      <vt:lpstr>Why This SDLC Matters…..cont. </vt:lpstr>
      <vt:lpstr>Core SDLC Workflow</vt:lpstr>
      <vt:lpstr>Key Governance &amp; Quality Gates</vt:lpstr>
      <vt:lpstr>Key Governance &amp; Quality Gates….cont.</vt:lpstr>
      <vt:lpstr>Org-Wide Implementation Plan</vt:lpstr>
      <vt:lpstr>Org-Wide Implementation Plan…..cont.</vt:lpstr>
      <vt:lpstr>Developer Champion – Call to Action</vt:lpstr>
      <vt:lpstr>Developer Champion – Call to Action…..cont.</vt:lpstr>
      <vt:lpstr>THANK YOU</vt:lpstr>
      <vt:lpstr>Appendix</vt:lpstr>
      <vt:lpstr>Xceedance SDLC on Confluence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Thakur</dc:creator>
  <cp:lastModifiedBy>Anurag Thakur</cp:lastModifiedBy>
  <cp:revision>7</cp:revision>
  <dcterms:created xsi:type="dcterms:W3CDTF">2026-04-10T04:28:27Z</dcterms:created>
  <dcterms:modified xsi:type="dcterms:W3CDTF">2026-06-11T11:24:41Z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0x010100BCE49FC91522C54CA16AF9B1CBC3E848</vt:lpwstr>
  </property>
  <property fmtid="{D5CDD505-2E9C-101B-9397-08002B2CF9AE}" pid="3" name="MediaServiceImageTags">
    <vt:lpwstr/>
  </property>
</Properties>
</file>