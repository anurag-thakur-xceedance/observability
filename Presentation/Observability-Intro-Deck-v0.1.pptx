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1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147471570" r:id="rId5"/>
    <p:sldId id="257" r:id="rId6"/>
    <p:sldId id="2147471604" r:id="rId7"/>
    <p:sldId id="2147471605" r:id="rId8"/>
    <p:sldId id="2147471606" r:id="rId9"/>
    <p:sldId id="2147471607" r:id="rId10"/>
    <p:sldId id="2147471573" r:id="rId11"/>
    <p:sldId id="2147471608" r:id="rId12"/>
    <p:sldId id="2147471609" r:id="rId13"/>
    <p:sldId id="2147471610" r:id="rId14"/>
    <p:sldId id="2147471611" r:id="rId15"/>
    <p:sldId id="214747161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69F4DD-49F4-4157-A31B-B22C44A5BD20}" v="73" dt="2026-05-15T10:56:42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rag Thakur" userId="9614af11-2647-48ed-a410-16d49432f426" providerId="ADAL" clId="{1986DA22-0F28-49AC-AB35-C36605FC6188}"/>
    <pc:docChg chg="undo custSel addSld delSld modSld sldOrd">
      <pc:chgData name="Anurag Thakur" userId="9614af11-2647-48ed-a410-16d49432f426" providerId="ADAL" clId="{1986DA22-0F28-49AC-AB35-C36605FC6188}" dt="2026-05-15T10:58:44.240" v="1170"/>
      <pc:docMkLst>
        <pc:docMk/>
      </pc:docMkLst>
      <pc:sldChg chg="delSp modSp mod">
        <pc:chgData name="Anurag Thakur" userId="9614af11-2647-48ed-a410-16d49432f426" providerId="ADAL" clId="{1986DA22-0F28-49AC-AB35-C36605FC6188}" dt="2026-05-15T06:38:39.143" v="593" actId="20577"/>
        <pc:sldMkLst>
          <pc:docMk/>
          <pc:sldMk cId="2449458203" sldId="257"/>
        </pc:sldMkLst>
        <pc:spChg chg="mod">
          <ac:chgData name="Anurag Thakur" userId="9614af11-2647-48ed-a410-16d49432f426" providerId="ADAL" clId="{1986DA22-0F28-49AC-AB35-C36605FC6188}" dt="2026-05-15T06:32:14.863" v="490"/>
          <ac:spMkLst>
            <pc:docMk/>
            <pc:sldMk cId="2449458203" sldId="257"/>
            <ac:spMk id="2" creationId="{9461D42F-9392-BDF7-588A-89DC6694EB09}"/>
          </ac:spMkLst>
        </pc:spChg>
        <pc:spChg chg="mod">
          <ac:chgData name="Anurag Thakur" userId="9614af11-2647-48ed-a410-16d49432f426" providerId="ADAL" clId="{1986DA22-0F28-49AC-AB35-C36605FC6188}" dt="2026-05-15T06:38:29.723" v="591" actId="948"/>
          <ac:spMkLst>
            <pc:docMk/>
            <pc:sldMk cId="2449458203" sldId="257"/>
            <ac:spMk id="5" creationId="{EB19D89A-675B-5B43-5190-582E4131A6FA}"/>
          </ac:spMkLst>
        </pc:spChg>
        <pc:spChg chg="mod">
          <ac:chgData name="Anurag Thakur" userId="9614af11-2647-48ed-a410-16d49432f426" providerId="ADAL" clId="{1986DA22-0F28-49AC-AB35-C36605FC6188}" dt="2026-05-15T06:38:39.143" v="593" actId="20577"/>
          <ac:spMkLst>
            <pc:docMk/>
            <pc:sldMk cId="2449458203" sldId="257"/>
            <ac:spMk id="7" creationId="{CF58D9AF-E8C6-7247-AC05-2C9921A29D01}"/>
          </ac:spMkLst>
        </pc:spChg>
        <pc:spChg chg="del">
          <ac:chgData name="Anurag Thakur" userId="9614af11-2647-48ed-a410-16d49432f426" providerId="ADAL" clId="{1986DA22-0F28-49AC-AB35-C36605FC6188}" dt="2026-05-15T06:32:35.730" v="494" actId="478"/>
          <ac:spMkLst>
            <pc:docMk/>
            <pc:sldMk cId="2449458203" sldId="257"/>
            <ac:spMk id="9" creationId="{135CD3BF-85BE-CDBD-55E5-8DC42D438129}"/>
          </ac:spMkLst>
        </pc:spChg>
        <pc:spChg chg="del">
          <ac:chgData name="Anurag Thakur" userId="9614af11-2647-48ed-a410-16d49432f426" providerId="ADAL" clId="{1986DA22-0F28-49AC-AB35-C36605FC6188}" dt="2026-05-15T06:32:33.883" v="493" actId="478"/>
          <ac:spMkLst>
            <pc:docMk/>
            <pc:sldMk cId="2449458203" sldId="257"/>
            <ac:spMk id="10" creationId="{75E4D6FD-E936-08E6-749E-ECF71D2609CB}"/>
          </ac:spMkLst>
        </pc:spChg>
      </pc:sldChg>
      <pc:sldChg chg="addSp delSp modSp mod">
        <pc:chgData name="Anurag Thakur" userId="9614af11-2647-48ed-a410-16d49432f426" providerId="ADAL" clId="{1986DA22-0F28-49AC-AB35-C36605FC6188}" dt="2026-05-15T06:31:50.460" v="488" actId="20577"/>
        <pc:sldMkLst>
          <pc:docMk/>
          <pc:sldMk cId="192277875" sldId="2147471570"/>
        </pc:sldMkLst>
        <pc:spChg chg="add del mod">
          <ac:chgData name="Anurag Thakur" userId="9614af11-2647-48ed-a410-16d49432f426" providerId="ADAL" clId="{1986DA22-0F28-49AC-AB35-C36605FC6188}" dt="2026-05-15T06:29:08.921" v="324" actId="478"/>
          <ac:spMkLst>
            <pc:docMk/>
            <pc:sldMk cId="192277875" sldId="2147471570"/>
            <ac:spMk id="2" creationId="{1A28640D-7B87-C48D-8226-B90A6ED48FE2}"/>
          </ac:spMkLst>
        </pc:spChg>
        <pc:spChg chg="add del mod">
          <ac:chgData name="Anurag Thakur" userId="9614af11-2647-48ed-a410-16d49432f426" providerId="ADAL" clId="{1986DA22-0F28-49AC-AB35-C36605FC6188}" dt="2026-05-15T06:29:06.791" v="323" actId="478"/>
          <ac:spMkLst>
            <pc:docMk/>
            <pc:sldMk cId="192277875" sldId="2147471570"/>
            <ac:spMk id="3" creationId="{A40F8713-7DAC-E9FE-91EE-7CD7221C3F38}"/>
          </ac:spMkLst>
        </pc:spChg>
        <pc:spChg chg="mod">
          <ac:chgData name="Anurag Thakur" userId="9614af11-2647-48ed-a410-16d49432f426" providerId="ADAL" clId="{1986DA22-0F28-49AC-AB35-C36605FC6188}" dt="2026-05-15T06:28:08.650" v="319" actId="552"/>
          <ac:spMkLst>
            <pc:docMk/>
            <pc:sldMk cId="192277875" sldId="2147471570"/>
            <ac:spMk id="4" creationId="{8949DA63-42A7-6E38-ADAA-DE7B797D4AAE}"/>
          </ac:spMkLst>
        </pc:spChg>
        <pc:spChg chg="add mod">
          <ac:chgData name="Anurag Thakur" userId="9614af11-2647-48ed-a410-16d49432f426" providerId="ADAL" clId="{1986DA22-0F28-49AC-AB35-C36605FC6188}" dt="2026-05-15T06:31:45.702" v="484" actId="20577"/>
          <ac:spMkLst>
            <pc:docMk/>
            <pc:sldMk cId="192277875" sldId="2147471570"/>
            <ac:spMk id="5" creationId="{2113736D-0C65-876F-A05C-D099466680E0}"/>
          </ac:spMkLst>
        </pc:spChg>
        <pc:spChg chg="mod">
          <ac:chgData name="Anurag Thakur" userId="9614af11-2647-48ed-a410-16d49432f426" providerId="ADAL" clId="{1986DA22-0F28-49AC-AB35-C36605FC6188}" dt="2026-05-15T06:29:47.376" v="390" actId="1035"/>
          <ac:spMkLst>
            <pc:docMk/>
            <pc:sldMk cId="192277875" sldId="2147471570"/>
            <ac:spMk id="6" creationId="{847871B0-7CF6-0123-F159-30BAE1EA87D4}"/>
          </ac:spMkLst>
        </pc:spChg>
        <pc:spChg chg="add mod">
          <ac:chgData name="Anurag Thakur" userId="9614af11-2647-48ed-a410-16d49432f426" providerId="ADAL" clId="{1986DA22-0F28-49AC-AB35-C36605FC6188}" dt="2026-05-15T06:31:50.460" v="488" actId="20577"/>
          <ac:spMkLst>
            <pc:docMk/>
            <pc:sldMk cId="192277875" sldId="2147471570"/>
            <ac:spMk id="7" creationId="{853334D1-9624-42B5-8567-8E495D66CD8D}"/>
          </ac:spMkLst>
        </pc:spChg>
      </pc:sldChg>
      <pc:sldChg chg="addSp delSp modSp mod">
        <pc:chgData name="Anurag Thakur" userId="9614af11-2647-48ed-a410-16d49432f426" providerId="ADAL" clId="{1986DA22-0F28-49AC-AB35-C36605FC6188}" dt="2026-05-15T10:28:37.807" v="648" actId="478"/>
        <pc:sldMkLst>
          <pc:docMk/>
          <pc:sldMk cId="3067669415" sldId="2147471573"/>
        </pc:sldMkLst>
        <pc:spChg chg="add del mod">
          <ac:chgData name="Anurag Thakur" userId="9614af11-2647-48ed-a410-16d49432f426" providerId="ADAL" clId="{1986DA22-0F28-49AC-AB35-C36605FC6188}" dt="2026-05-15T10:28:37.807" v="648" actId="478"/>
          <ac:spMkLst>
            <pc:docMk/>
            <pc:sldMk cId="3067669415" sldId="2147471573"/>
            <ac:spMk id="3" creationId="{225C7708-3185-3FAB-FAC6-CED30DB54893}"/>
          </ac:spMkLst>
        </pc:spChg>
        <pc:spChg chg="del">
          <ac:chgData name="Anurag Thakur" userId="9614af11-2647-48ed-a410-16d49432f426" providerId="ADAL" clId="{1986DA22-0F28-49AC-AB35-C36605FC6188}" dt="2026-05-15T10:28:34.819" v="647" actId="478"/>
          <ac:spMkLst>
            <pc:docMk/>
            <pc:sldMk cId="3067669415" sldId="2147471573"/>
            <ac:spMk id="9" creationId="{030ACFC1-36B3-21B2-9429-6FBDDBDD1CCD}"/>
          </ac:spMkLst>
        </pc:spChg>
      </pc:sldChg>
      <pc:sldChg chg="del">
        <pc:chgData name="Anurag Thakur" userId="9614af11-2647-48ed-a410-16d49432f426" providerId="ADAL" clId="{1986DA22-0F28-49AC-AB35-C36605FC6188}" dt="2026-05-15T10:27:43.208" v="628" actId="47"/>
        <pc:sldMkLst>
          <pc:docMk/>
          <pc:sldMk cId="1881864494" sldId="2147471599"/>
        </pc:sldMkLst>
      </pc:sldChg>
      <pc:sldChg chg="del">
        <pc:chgData name="Anurag Thakur" userId="9614af11-2647-48ed-a410-16d49432f426" providerId="ADAL" clId="{1986DA22-0F28-49AC-AB35-C36605FC6188}" dt="2026-05-15T10:27:44.326" v="629" actId="47"/>
        <pc:sldMkLst>
          <pc:docMk/>
          <pc:sldMk cId="750924650" sldId="2147471600"/>
        </pc:sldMkLst>
      </pc:sldChg>
      <pc:sldChg chg="del">
        <pc:chgData name="Anurag Thakur" userId="9614af11-2647-48ed-a410-16d49432f426" providerId="ADAL" clId="{1986DA22-0F28-49AC-AB35-C36605FC6188}" dt="2026-05-15T10:27:55.175" v="631" actId="47"/>
        <pc:sldMkLst>
          <pc:docMk/>
          <pc:sldMk cId="2594986287" sldId="2147471601"/>
        </pc:sldMkLst>
      </pc:sldChg>
      <pc:sldChg chg="del ord">
        <pc:chgData name="Anurag Thakur" userId="9614af11-2647-48ed-a410-16d49432f426" providerId="ADAL" clId="{1986DA22-0F28-49AC-AB35-C36605FC6188}" dt="2026-05-15T10:27:45.714" v="630" actId="47"/>
        <pc:sldMkLst>
          <pc:docMk/>
          <pc:sldMk cId="3026843719" sldId="2147471602"/>
        </pc:sldMkLst>
      </pc:sldChg>
      <pc:sldChg chg="del">
        <pc:chgData name="Anurag Thakur" userId="9614af11-2647-48ed-a410-16d49432f426" providerId="ADAL" clId="{1986DA22-0F28-49AC-AB35-C36605FC6188}" dt="2026-05-15T10:27:56.428" v="632" actId="47"/>
        <pc:sldMkLst>
          <pc:docMk/>
          <pc:sldMk cId="2872203102" sldId="2147471603"/>
        </pc:sldMkLst>
      </pc:sldChg>
      <pc:sldChg chg="addSp delSp modSp add mod">
        <pc:chgData name="Anurag Thakur" userId="9614af11-2647-48ed-a410-16d49432f426" providerId="ADAL" clId="{1986DA22-0F28-49AC-AB35-C36605FC6188}" dt="2026-05-15T10:41:17.755" v="772" actId="113"/>
        <pc:sldMkLst>
          <pc:docMk/>
          <pc:sldMk cId="805030408" sldId="2147471604"/>
        </pc:sldMkLst>
        <pc:spChg chg="mod">
          <ac:chgData name="Anurag Thakur" userId="9614af11-2647-48ed-a410-16d49432f426" providerId="ADAL" clId="{1986DA22-0F28-49AC-AB35-C36605FC6188}" dt="2026-05-15T06:34:09.252" v="512"/>
          <ac:spMkLst>
            <pc:docMk/>
            <pc:sldMk cId="805030408" sldId="2147471604"/>
            <ac:spMk id="2" creationId="{EF486554-3647-DFEE-1BA5-80DD59FC392C}"/>
          </ac:spMkLst>
        </pc:spChg>
        <pc:graphicFrameChg chg="mod modGraphic">
          <ac:chgData name="Anurag Thakur" userId="9614af11-2647-48ed-a410-16d49432f426" providerId="ADAL" clId="{1986DA22-0F28-49AC-AB35-C36605FC6188}" dt="2026-05-15T10:41:17.755" v="772" actId="113"/>
          <ac:graphicFrameMkLst>
            <pc:docMk/>
            <pc:sldMk cId="805030408" sldId="2147471604"/>
            <ac:graphicFrameMk id="3" creationId="{251EFEF3-355E-EA82-7D5E-46193409088A}"/>
          </ac:graphicFrameMkLst>
        </pc:graphicFrameChg>
        <pc:graphicFrameChg chg="add del">
          <ac:chgData name="Anurag Thakur" userId="9614af11-2647-48ed-a410-16d49432f426" providerId="ADAL" clId="{1986DA22-0F28-49AC-AB35-C36605FC6188}" dt="2026-05-15T06:38:45.399" v="594" actId="478"/>
          <ac:graphicFrameMkLst>
            <pc:docMk/>
            <pc:sldMk cId="805030408" sldId="2147471604"/>
            <ac:graphicFrameMk id="4" creationId="{EF8A1929-30CD-C82A-C070-39DF9861660C}"/>
          </ac:graphicFrameMkLst>
        </pc:graphicFrameChg>
      </pc:sldChg>
      <pc:sldChg chg="addSp delSp modSp add mod">
        <pc:chgData name="Anurag Thakur" userId="9614af11-2647-48ed-a410-16d49432f426" providerId="ADAL" clId="{1986DA22-0F28-49AC-AB35-C36605FC6188}" dt="2026-05-15T10:40:41.476" v="768" actId="404"/>
        <pc:sldMkLst>
          <pc:docMk/>
          <pc:sldMk cId="324800735" sldId="2147471605"/>
        </pc:sldMkLst>
        <pc:spChg chg="mod">
          <ac:chgData name="Anurag Thakur" userId="9614af11-2647-48ed-a410-16d49432f426" providerId="ADAL" clId="{1986DA22-0F28-49AC-AB35-C36605FC6188}" dt="2026-05-15T06:37:08.609" v="559"/>
          <ac:spMkLst>
            <pc:docMk/>
            <pc:sldMk cId="324800735" sldId="2147471605"/>
            <ac:spMk id="2" creationId="{B5FB35CA-A18C-E0B7-EB1D-5708A17C6823}"/>
          </ac:spMkLst>
        </pc:spChg>
        <pc:spChg chg="add del">
          <ac:chgData name="Anurag Thakur" userId="9614af11-2647-48ed-a410-16d49432f426" providerId="ADAL" clId="{1986DA22-0F28-49AC-AB35-C36605FC6188}" dt="2026-05-15T07:08:56.129" v="596" actId="22"/>
          <ac:spMkLst>
            <pc:docMk/>
            <pc:sldMk cId="324800735" sldId="2147471605"/>
            <ac:spMk id="4" creationId="{A9098C71-6884-E9C4-F110-5C913CE91C3C}"/>
          </ac:spMkLst>
        </pc:spChg>
        <pc:spChg chg="mod">
          <ac:chgData name="Anurag Thakur" userId="9614af11-2647-48ed-a410-16d49432f426" providerId="ADAL" clId="{1986DA22-0F28-49AC-AB35-C36605FC6188}" dt="2026-05-15T10:40:41.476" v="768" actId="404"/>
          <ac:spMkLst>
            <pc:docMk/>
            <pc:sldMk cId="324800735" sldId="2147471605"/>
            <ac:spMk id="5" creationId="{F78600FE-72CE-9C92-895B-756D8CA82DC2}"/>
          </ac:spMkLst>
        </pc:spChg>
        <pc:spChg chg="mod">
          <ac:chgData name="Anurag Thakur" userId="9614af11-2647-48ed-a410-16d49432f426" providerId="ADAL" clId="{1986DA22-0F28-49AC-AB35-C36605FC6188}" dt="2026-05-15T06:37:22.021" v="582" actId="20577"/>
          <ac:spMkLst>
            <pc:docMk/>
            <pc:sldMk cId="324800735" sldId="2147471605"/>
            <ac:spMk id="7" creationId="{411A6709-A689-E8BD-FB40-655E12FF0850}"/>
          </ac:spMkLst>
        </pc:spChg>
      </pc:sldChg>
      <pc:sldChg chg="modSp add mod">
        <pc:chgData name="Anurag Thakur" userId="9614af11-2647-48ed-a410-16d49432f426" providerId="ADAL" clId="{1986DA22-0F28-49AC-AB35-C36605FC6188}" dt="2026-05-15T10:40:16.268" v="766" actId="113"/>
        <pc:sldMkLst>
          <pc:docMk/>
          <pc:sldMk cId="560300799" sldId="2147471606"/>
        </pc:sldMkLst>
        <pc:spChg chg="mod">
          <ac:chgData name="Anurag Thakur" userId="9614af11-2647-48ed-a410-16d49432f426" providerId="ADAL" clId="{1986DA22-0F28-49AC-AB35-C36605FC6188}" dt="2026-05-15T07:09:29.810" v="603" actId="21"/>
          <ac:spMkLst>
            <pc:docMk/>
            <pc:sldMk cId="560300799" sldId="2147471606"/>
            <ac:spMk id="2" creationId="{5B834C62-2069-F8CB-438A-EF4F62926FCF}"/>
          </ac:spMkLst>
        </pc:spChg>
        <pc:spChg chg="mod">
          <ac:chgData name="Anurag Thakur" userId="9614af11-2647-48ed-a410-16d49432f426" providerId="ADAL" clId="{1986DA22-0F28-49AC-AB35-C36605FC6188}" dt="2026-05-15T10:40:16.268" v="766" actId="113"/>
          <ac:spMkLst>
            <pc:docMk/>
            <pc:sldMk cId="560300799" sldId="2147471606"/>
            <ac:spMk id="5" creationId="{2E715615-E774-0395-1644-2F3780E8D213}"/>
          </ac:spMkLst>
        </pc:spChg>
        <pc:spChg chg="mod">
          <ac:chgData name="Anurag Thakur" userId="9614af11-2647-48ed-a410-16d49432f426" providerId="ADAL" clId="{1986DA22-0F28-49AC-AB35-C36605FC6188}" dt="2026-05-15T07:09:36.446" v="604"/>
          <ac:spMkLst>
            <pc:docMk/>
            <pc:sldMk cId="560300799" sldId="2147471606"/>
            <ac:spMk id="7" creationId="{A57FF885-7B4E-0780-E9E4-E85A69AC4558}"/>
          </ac:spMkLst>
        </pc:spChg>
      </pc:sldChg>
      <pc:sldChg chg="modSp add mod">
        <pc:chgData name="Anurag Thakur" userId="9614af11-2647-48ed-a410-16d49432f426" providerId="ADAL" clId="{1986DA22-0F28-49AC-AB35-C36605FC6188}" dt="2026-05-15T10:43:30.906" v="773" actId="2711"/>
        <pc:sldMkLst>
          <pc:docMk/>
          <pc:sldMk cId="1687928939" sldId="2147471607"/>
        </pc:sldMkLst>
        <pc:spChg chg="mod">
          <ac:chgData name="Anurag Thakur" userId="9614af11-2647-48ed-a410-16d49432f426" providerId="ADAL" clId="{1986DA22-0F28-49AC-AB35-C36605FC6188}" dt="2026-05-15T10:26:23.082" v="610"/>
          <ac:spMkLst>
            <pc:docMk/>
            <pc:sldMk cId="1687928939" sldId="2147471607"/>
            <ac:spMk id="2" creationId="{2AFA66F2-6749-C77F-1BF8-D47D29084BA0}"/>
          </ac:spMkLst>
        </pc:spChg>
        <pc:spChg chg="mod">
          <ac:chgData name="Anurag Thakur" userId="9614af11-2647-48ed-a410-16d49432f426" providerId="ADAL" clId="{1986DA22-0F28-49AC-AB35-C36605FC6188}" dt="2026-05-15T10:43:30.906" v="773" actId="2711"/>
          <ac:spMkLst>
            <pc:docMk/>
            <pc:sldMk cId="1687928939" sldId="2147471607"/>
            <ac:spMk id="5" creationId="{62D300E3-B425-51BA-C36A-5F0C7CA4EF70}"/>
          </ac:spMkLst>
        </pc:spChg>
        <pc:spChg chg="mod">
          <ac:chgData name="Anurag Thakur" userId="9614af11-2647-48ed-a410-16d49432f426" providerId="ADAL" clId="{1986DA22-0F28-49AC-AB35-C36605FC6188}" dt="2026-05-15T10:27:39.526" v="627" actId="20577"/>
          <ac:spMkLst>
            <pc:docMk/>
            <pc:sldMk cId="1687928939" sldId="2147471607"/>
            <ac:spMk id="7" creationId="{3141CB97-1F47-38A7-CE04-3A826CAA903D}"/>
          </ac:spMkLst>
        </pc:spChg>
      </pc:sldChg>
      <pc:sldChg chg="addSp delSp modSp add mod">
        <pc:chgData name="Anurag Thakur" userId="9614af11-2647-48ed-a410-16d49432f426" providerId="ADAL" clId="{1986DA22-0F28-49AC-AB35-C36605FC6188}" dt="2026-05-15T10:28:30.708" v="646" actId="478"/>
        <pc:sldMkLst>
          <pc:docMk/>
          <pc:sldMk cId="2241370312" sldId="2147471608"/>
        </pc:sldMkLst>
        <pc:spChg chg="add del mod">
          <ac:chgData name="Anurag Thakur" userId="9614af11-2647-48ed-a410-16d49432f426" providerId="ADAL" clId="{1986DA22-0F28-49AC-AB35-C36605FC6188}" dt="2026-05-15T10:28:30.708" v="646" actId="478"/>
          <ac:spMkLst>
            <pc:docMk/>
            <pc:sldMk cId="2241370312" sldId="2147471608"/>
            <ac:spMk id="3" creationId="{F6A1273E-2C6D-B10E-87E6-58CCB0223ED5}"/>
          </ac:spMkLst>
        </pc:spChg>
        <pc:spChg chg="mod">
          <ac:chgData name="Anurag Thakur" userId="9614af11-2647-48ed-a410-16d49432f426" providerId="ADAL" clId="{1986DA22-0F28-49AC-AB35-C36605FC6188}" dt="2026-05-15T10:28:23.914" v="644" actId="20577"/>
          <ac:spMkLst>
            <pc:docMk/>
            <pc:sldMk cId="2241370312" sldId="2147471608"/>
            <ac:spMk id="8" creationId="{22E653E0-7327-1C8F-550C-1CC3EFE4EC4E}"/>
          </ac:spMkLst>
        </pc:spChg>
        <pc:spChg chg="del">
          <ac:chgData name="Anurag Thakur" userId="9614af11-2647-48ed-a410-16d49432f426" providerId="ADAL" clId="{1986DA22-0F28-49AC-AB35-C36605FC6188}" dt="2026-05-15T10:28:26.840" v="645" actId="478"/>
          <ac:spMkLst>
            <pc:docMk/>
            <pc:sldMk cId="2241370312" sldId="2147471608"/>
            <ac:spMk id="9" creationId="{05046E6F-7FF0-AF55-3FEB-8CF6F0D31C37}"/>
          </ac:spMkLst>
        </pc:spChg>
      </pc:sldChg>
      <pc:sldChg chg="add del">
        <pc:chgData name="Anurag Thakur" userId="9614af11-2647-48ed-a410-16d49432f426" providerId="ADAL" clId="{1986DA22-0F28-49AC-AB35-C36605FC6188}" dt="2026-05-15T10:28:59.371" v="650" actId="47"/>
        <pc:sldMkLst>
          <pc:docMk/>
          <pc:sldMk cId="875108794" sldId="2147471609"/>
        </pc:sldMkLst>
      </pc:sldChg>
      <pc:sldChg chg="addSp delSp modSp add mod">
        <pc:chgData name="Anurag Thakur" userId="9614af11-2647-48ed-a410-16d49432f426" providerId="ADAL" clId="{1986DA22-0F28-49AC-AB35-C36605FC6188}" dt="2026-05-15T10:43:46.447" v="774" actId="2711"/>
        <pc:sldMkLst>
          <pc:docMk/>
          <pc:sldMk cId="2355027959" sldId="2147471609"/>
        </pc:sldMkLst>
        <pc:graphicFrameChg chg="mod modGraphic">
          <ac:chgData name="Anurag Thakur" userId="9614af11-2647-48ed-a410-16d49432f426" providerId="ADAL" clId="{1986DA22-0F28-49AC-AB35-C36605FC6188}" dt="2026-05-15T10:43:46.447" v="774" actId="2711"/>
          <ac:graphicFrameMkLst>
            <pc:docMk/>
            <pc:sldMk cId="2355027959" sldId="2147471609"/>
            <ac:graphicFrameMk id="3" creationId="{08C04D27-AAD0-5ECE-B606-741978AC47AB}"/>
          </ac:graphicFrameMkLst>
        </pc:graphicFrameChg>
        <pc:graphicFrameChg chg="add del mod">
          <ac:chgData name="Anurag Thakur" userId="9614af11-2647-48ed-a410-16d49432f426" providerId="ADAL" clId="{1986DA22-0F28-49AC-AB35-C36605FC6188}" dt="2026-05-15T10:31:59.364" v="696" actId="21"/>
          <ac:graphicFrameMkLst>
            <pc:docMk/>
            <pc:sldMk cId="2355027959" sldId="2147471609"/>
            <ac:graphicFrameMk id="4" creationId="{3015A428-0B05-FC5A-AD4B-A4B4B0F38347}"/>
          </ac:graphicFrameMkLst>
        </pc:graphicFrameChg>
      </pc:sldChg>
      <pc:sldChg chg="addSp modSp add mod">
        <pc:chgData name="Anurag Thakur" userId="9614af11-2647-48ed-a410-16d49432f426" providerId="ADAL" clId="{1986DA22-0F28-49AC-AB35-C36605FC6188}" dt="2026-05-15T10:44:13.076" v="782" actId="2711"/>
        <pc:sldMkLst>
          <pc:docMk/>
          <pc:sldMk cId="2432474832" sldId="2147471610"/>
        </pc:sldMkLst>
        <pc:spChg chg="mod">
          <ac:chgData name="Anurag Thakur" userId="9614af11-2647-48ed-a410-16d49432f426" providerId="ADAL" clId="{1986DA22-0F28-49AC-AB35-C36605FC6188}" dt="2026-05-15T10:35:09.314" v="704"/>
          <ac:spMkLst>
            <pc:docMk/>
            <pc:sldMk cId="2432474832" sldId="2147471610"/>
            <ac:spMk id="2" creationId="{828B2728-DCDE-61E1-1C05-4E7C701FF2DD}"/>
          </ac:spMkLst>
        </pc:spChg>
        <pc:spChg chg="add mod">
          <ac:chgData name="Anurag Thakur" userId="9614af11-2647-48ed-a410-16d49432f426" providerId="ADAL" clId="{1986DA22-0F28-49AC-AB35-C36605FC6188}" dt="2026-05-15T10:37:18.199" v="751" actId="20577"/>
          <ac:spMkLst>
            <pc:docMk/>
            <pc:sldMk cId="2432474832" sldId="2147471610"/>
            <ac:spMk id="3" creationId="{2B689D0B-1EFB-F06D-D1D5-C261F84BFDFC}"/>
          </ac:spMkLst>
        </pc:spChg>
        <pc:spChg chg="add mod">
          <ac:chgData name="Anurag Thakur" userId="9614af11-2647-48ed-a410-16d49432f426" providerId="ADAL" clId="{1986DA22-0F28-49AC-AB35-C36605FC6188}" dt="2026-05-15T10:36:18.363" v="712"/>
          <ac:spMkLst>
            <pc:docMk/>
            <pc:sldMk cId="2432474832" sldId="2147471610"/>
            <ac:spMk id="4" creationId="{2893A7A6-082C-6294-4F9E-C16B719E2D79}"/>
          </ac:spMkLst>
        </pc:spChg>
        <pc:spChg chg="mod">
          <ac:chgData name="Anurag Thakur" userId="9614af11-2647-48ed-a410-16d49432f426" providerId="ADAL" clId="{1986DA22-0F28-49AC-AB35-C36605FC6188}" dt="2026-05-15T10:44:03.205" v="781" actId="6549"/>
          <ac:spMkLst>
            <pc:docMk/>
            <pc:sldMk cId="2432474832" sldId="2147471610"/>
            <ac:spMk id="5" creationId="{7430FB3D-852C-A80C-5437-A18D9015DC65}"/>
          </ac:spMkLst>
        </pc:spChg>
        <pc:spChg chg="add mod">
          <ac:chgData name="Anurag Thakur" userId="9614af11-2647-48ed-a410-16d49432f426" providerId="ADAL" clId="{1986DA22-0F28-49AC-AB35-C36605FC6188}" dt="2026-05-15T10:44:13.076" v="782" actId="2711"/>
          <ac:spMkLst>
            <pc:docMk/>
            <pc:sldMk cId="2432474832" sldId="2147471610"/>
            <ac:spMk id="6" creationId="{F3DBF1B0-25C2-8FEE-A710-AFCA3B3F9AE4}"/>
          </ac:spMkLst>
        </pc:spChg>
        <pc:spChg chg="mod">
          <ac:chgData name="Anurag Thakur" userId="9614af11-2647-48ed-a410-16d49432f426" providerId="ADAL" clId="{1986DA22-0F28-49AC-AB35-C36605FC6188}" dt="2026-05-15T10:37:05.784" v="728" actId="20577"/>
          <ac:spMkLst>
            <pc:docMk/>
            <pc:sldMk cId="2432474832" sldId="2147471610"/>
            <ac:spMk id="7" creationId="{DC0DC57B-A144-34E6-EF8B-A3A5A0EA6E14}"/>
          </ac:spMkLst>
        </pc:spChg>
      </pc:sldChg>
      <pc:sldChg chg="add del">
        <pc:chgData name="Anurag Thakur" userId="9614af11-2647-48ed-a410-16d49432f426" providerId="ADAL" clId="{1986DA22-0F28-49AC-AB35-C36605FC6188}" dt="2026-05-15T10:32:25.428" v="697" actId="47"/>
        <pc:sldMkLst>
          <pc:docMk/>
          <pc:sldMk cId="2483218192" sldId="2147471610"/>
        </pc:sldMkLst>
      </pc:sldChg>
      <pc:sldChg chg="addSp delSp modSp add mod">
        <pc:chgData name="Anurag Thakur" userId="9614af11-2647-48ed-a410-16d49432f426" providerId="ADAL" clId="{1986DA22-0F28-49AC-AB35-C36605FC6188}" dt="2026-05-15T10:58:12.456" v="1169" actId="403"/>
        <pc:sldMkLst>
          <pc:docMk/>
          <pc:sldMk cId="2942405917" sldId="2147471611"/>
        </pc:sldMkLst>
        <pc:spChg chg="add mod">
          <ac:chgData name="Anurag Thakur" userId="9614af11-2647-48ed-a410-16d49432f426" providerId="ADAL" clId="{1986DA22-0F28-49AC-AB35-C36605FC6188}" dt="2026-05-15T10:56:40.491" v="1116" actId="1036"/>
          <ac:spMkLst>
            <pc:docMk/>
            <pc:sldMk cId="2942405917" sldId="2147471611"/>
            <ac:spMk id="12" creationId="{ADCC97CA-0D84-39F8-EF5D-DB7E621E6C72}"/>
          </ac:spMkLst>
        </pc:spChg>
        <pc:spChg chg="add mod">
          <ac:chgData name="Anurag Thakur" userId="9614af11-2647-48ed-a410-16d49432f426" providerId="ADAL" clId="{1986DA22-0F28-49AC-AB35-C36605FC6188}" dt="2026-05-15T10:56:40.491" v="1116" actId="1036"/>
          <ac:spMkLst>
            <pc:docMk/>
            <pc:sldMk cId="2942405917" sldId="2147471611"/>
            <ac:spMk id="13" creationId="{B4CA57D8-A043-EB21-6380-C8A78C5087EF}"/>
          </ac:spMkLst>
        </pc:spChg>
        <pc:spChg chg="add mod">
          <ac:chgData name="Anurag Thakur" userId="9614af11-2647-48ed-a410-16d49432f426" providerId="ADAL" clId="{1986DA22-0F28-49AC-AB35-C36605FC6188}" dt="2026-05-15T10:57:38.387" v="1156" actId="1036"/>
          <ac:spMkLst>
            <pc:docMk/>
            <pc:sldMk cId="2942405917" sldId="2147471611"/>
            <ac:spMk id="14" creationId="{E0EC9FC3-CABF-68EB-79A7-843584906490}"/>
          </ac:spMkLst>
        </pc:spChg>
        <pc:spChg chg="add mod">
          <ac:chgData name="Anurag Thakur" userId="9614af11-2647-48ed-a410-16d49432f426" providerId="ADAL" clId="{1986DA22-0F28-49AC-AB35-C36605FC6188}" dt="2026-05-15T10:57:42.261" v="1157" actId="14100"/>
          <ac:spMkLst>
            <pc:docMk/>
            <pc:sldMk cId="2942405917" sldId="2147471611"/>
            <ac:spMk id="15" creationId="{A0BA5B06-034A-4069-C4F4-1FAE7B10D9A2}"/>
          </ac:spMkLst>
        </pc:spChg>
        <pc:graphicFrameChg chg="add del mod modGraphic">
          <ac:chgData name="Anurag Thakur" userId="9614af11-2647-48ed-a410-16d49432f426" providerId="ADAL" clId="{1986DA22-0F28-49AC-AB35-C36605FC6188}" dt="2026-05-15T10:58:12.456" v="1169" actId="403"/>
          <ac:graphicFrameMkLst>
            <pc:docMk/>
            <pc:sldMk cId="2942405917" sldId="2147471611"/>
            <ac:graphicFrameMk id="3" creationId="{6EC54516-8F02-AA0B-8A5C-3CA35BFB524E}"/>
          </ac:graphicFrameMkLst>
        </pc:graphicFrameChg>
        <pc:graphicFrameChg chg="add del mod modGraphic">
          <ac:chgData name="Anurag Thakur" userId="9614af11-2647-48ed-a410-16d49432f426" providerId="ADAL" clId="{1986DA22-0F28-49AC-AB35-C36605FC6188}" dt="2026-05-15T10:49:43.393" v="983" actId="478"/>
          <ac:graphicFrameMkLst>
            <pc:docMk/>
            <pc:sldMk cId="2942405917" sldId="2147471611"/>
            <ac:graphicFrameMk id="4" creationId="{A6582088-33FA-563E-054E-5C6CEC531C44}"/>
          </ac:graphicFrameMkLst>
        </pc:graphicFrameChg>
        <pc:graphicFrameChg chg="add del mod modGraphic">
          <ac:chgData name="Anurag Thakur" userId="9614af11-2647-48ed-a410-16d49432f426" providerId="ADAL" clId="{1986DA22-0F28-49AC-AB35-C36605FC6188}" dt="2026-05-15T10:49:43.393" v="983" actId="478"/>
          <ac:graphicFrameMkLst>
            <pc:docMk/>
            <pc:sldMk cId="2942405917" sldId="2147471611"/>
            <ac:graphicFrameMk id="5" creationId="{A2C2EDFE-01F4-9597-8C9F-A16370F8171E}"/>
          </ac:graphicFrameMkLst>
        </pc:graphicFrameChg>
        <pc:graphicFrameChg chg="add del mod modGraphic">
          <ac:chgData name="Anurag Thakur" userId="9614af11-2647-48ed-a410-16d49432f426" providerId="ADAL" clId="{1986DA22-0F28-49AC-AB35-C36605FC6188}" dt="2026-05-15T10:49:43.393" v="983" actId="478"/>
          <ac:graphicFrameMkLst>
            <pc:docMk/>
            <pc:sldMk cId="2942405917" sldId="2147471611"/>
            <ac:graphicFrameMk id="6" creationId="{AA77E545-BF70-9905-0985-0CA9CC961C63}"/>
          </ac:graphicFrameMkLst>
        </pc:graphicFrameChg>
        <pc:graphicFrameChg chg="add del mod modGraphic">
          <ac:chgData name="Anurag Thakur" userId="9614af11-2647-48ed-a410-16d49432f426" providerId="ADAL" clId="{1986DA22-0F28-49AC-AB35-C36605FC6188}" dt="2026-05-15T10:49:43.393" v="983" actId="478"/>
          <ac:graphicFrameMkLst>
            <pc:docMk/>
            <pc:sldMk cId="2942405917" sldId="2147471611"/>
            <ac:graphicFrameMk id="7" creationId="{14D889B5-6CAA-F7C7-5A20-3E0A0A3D9B68}"/>
          </ac:graphicFrameMkLst>
        </pc:graphicFrameChg>
        <pc:graphicFrameChg chg="add mod modGraphic">
          <ac:chgData name="Anurag Thakur" userId="9614af11-2647-48ed-a410-16d49432f426" providerId="ADAL" clId="{1986DA22-0F28-49AC-AB35-C36605FC6188}" dt="2026-05-15T10:58:09.796" v="1168" actId="403"/>
          <ac:graphicFrameMkLst>
            <pc:docMk/>
            <pc:sldMk cId="2942405917" sldId="2147471611"/>
            <ac:graphicFrameMk id="8" creationId="{A18B9E7B-C881-476B-0100-FFA2B0E369B7}"/>
          </ac:graphicFrameMkLst>
        </pc:graphicFrameChg>
        <pc:graphicFrameChg chg="add mod modGraphic">
          <ac:chgData name="Anurag Thakur" userId="9614af11-2647-48ed-a410-16d49432f426" providerId="ADAL" clId="{1986DA22-0F28-49AC-AB35-C36605FC6188}" dt="2026-05-15T10:58:07.300" v="1167" actId="403"/>
          <ac:graphicFrameMkLst>
            <pc:docMk/>
            <pc:sldMk cId="2942405917" sldId="2147471611"/>
            <ac:graphicFrameMk id="9" creationId="{0BA88DBB-B79E-6FA1-851E-8BE95E4ACF11}"/>
          </ac:graphicFrameMkLst>
        </pc:graphicFrameChg>
        <pc:graphicFrameChg chg="add mod modGraphic">
          <ac:chgData name="Anurag Thakur" userId="9614af11-2647-48ed-a410-16d49432f426" providerId="ADAL" clId="{1986DA22-0F28-49AC-AB35-C36605FC6188}" dt="2026-05-15T10:57:25.123" v="1142" actId="403"/>
          <ac:graphicFrameMkLst>
            <pc:docMk/>
            <pc:sldMk cId="2942405917" sldId="2147471611"/>
            <ac:graphicFrameMk id="10" creationId="{6C2F6013-8424-292F-324B-44CFC580D0F4}"/>
          </ac:graphicFrameMkLst>
        </pc:graphicFrameChg>
        <pc:graphicFrameChg chg="add mod modGraphic">
          <ac:chgData name="Anurag Thakur" userId="9614af11-2647-48ed-a410-16d49432f426" providerId="ADAL" clId="{1986DA22-0F28-49AC-AB35-C36605FC6188}" dt="2026-05-15T10:58:03.617" v="1166" actId="403"/>
          <ac:graphicFrameMkLst>
            <pc:docMk/>
            <pc:sldMk cId="2942405917" sldId="2147471611"/>
            <ac:graphicFrameMk id="11" creationId="{B4AA9DF6-B6F0-8050-3ED2-589843E942CF}"/>
          </ac:graphicFrameMkLst>
        </pc:graphicFrameChg>
      </pc:sldChg>
      <pc:sldChg chg="modSp add mod">
        <pc:chgData name="Anurag Thakur" userId="9614af11-2647-48ed-a410-16d49432f426" providerId="ADAL" clId="{1986DA22-0F28-49AC-AB35-C36605FC6188}" dt="2026-05-15T10:58:44.240" v="1170"/>
        <pc:sldMkLst>
          <pc:docMk/>
          <pc:sldMk cId="97022162" sldId="2147471612"/>
        </pc:sldMkLst>
        <pc:spChg chg="mod">
          <ac:chgData name="Anurag Thakur" userId="9614af11-2647-48ed-a410-16d49432f426" providerId="ADAL" clId="{1986DA22-0F28-49AC-AB35-C36605FC6188}" dt="2026-05-15T10:58:44.240" v="1170"/>
          <ac:spMkLst>
            <pc:docMk/>
            <pc:sldMk cId="97022162" sldId="2147471612"/>
            <ac:spMk id="2" creationId="{31FE3315-0BC8-018D-1079-3D3F3649D438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4A7A5-02AC-4F9D-89DE-E5CE16720F29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41B234-158D-4A9B-8F82-61EA0E614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72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E767A-C06A-4DC5-8756-C3554C6D496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019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E767A-C06A-4DC5-8756-C3554C6D496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158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807E7-3D44-F7AA-4AA5-C39E995A2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232CC-C26E-B676-45FE-A00450C43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D132DE-564C-48C4-E970-BEF4FEBE5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CBFDA-DD90-DAE4-7952-B33E7FB63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E767A-C06A-4DC5-8756-C3554C6D496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9623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990221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4">
            <a:extLst>
              <a:ext uri="{FF2B5EF4-FFF2-40B4-BE49-F238E27FC236}">
                <a16:creationId xmlns:a16="http://schemas.microsoft.com/office/drawing/2014/main" id="{36B990D2-E4EE-BB9B-2DEF-6A59D7D04AA6}"/>
              </a:ext>
            </a:extLst>
          </p:cNvPr>
          <p:cNvSpPr/>
          <p:nvPr userDrawn="1"/>
        </p:nvSpPr>
        <p:spPr>
          <a:xfrm flipH="1">
            <a:off x="3124200" y="152400"/>
            <a:ext cx="8237496" cy="6705599"/>
          </a:xfrm>
          <a:prstGeom prst="triangle">
            <a:avLst>
              <a:gd name="adj" fmla="val 5063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en-US"/>
            </a:pPr>
            <a:endParaRPr lang="en-US" sz="16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7B627E-EFC1-C2EB-FE7C-B21FE721E11C}"/>
              </a:ext>
            </a:extLst>
          </p:cNvPr>
          <p:cNvCxnSpPr/>
          <p:nvPr userDrawn="1"/>
        </p:nvCxnSpPr>
        <p:spPr>
          <a:xfrm>
            <a:off x="694764" y="4380526"/>
            <a:ext cx="1052052" cy="0"/>
          </a:xfrm>
          <a:prstGeom prst="line">
            <a:avLst/>
          </a:prstGeom>
          <a:ln w="38100">
            <a:solidFill>
              <a:srgbClr val="FFB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4">
            <a:extLst>
              <a:ext uri="{FF2B5EF4-FFF2-40B4-BE49-F238E27FC236}">
                <a16:creationId xmlns:a16="http://schemas.microsoft.com/office/drawing/2014/main" id="{9D4F93FC-94CA-2406-3DA9-3863B772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99144"/>
            <a:ext cx="4026508" cy="1041971"/>
          </a:xfrm>
        </p:spPr>
        <p:txBody>
          <a:bodyPr>
            <a:normAutofit/>
          </a:bodyPr>
          <a:lstStyle>
            <a:lvl1pPr algn="l">
              <a:defRPr sz="3200" b="0">
                <a:latin typeface="+mj-lt"/>
              </a:defRPr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C3E69FE-C933-70FA-E6A3-B770EB45D6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61417" y="1172090"/>
            <a:ext cx="8650274" cy="5685911"/>
          </a:xfrm>
          <a:custGeom>
            <a:avLst/>
            <a:gdLst>
              <a:gd name="connsiteX0" fmla="*/ 0 w 7894581"/>
              <a:gd name="connsiteY0" fmla="*/ 0 h 5184807"/>
              <a:gd name="connsiteX1" fmla="*/ 7894581 w 7894581"/>
              <a:gd name="connsiteY1" fmla="*/ 795291 h 5184807"/>
              <a:gd name="connsiteX2" fmla="*/ 7580169 w 7894581"/>
              <a:gd name="connsiteY2" fmla="*/ 5184807 h 5184807"/>
              <a:gd name="connsiteX3" fmla="*/ 1401698 w 7894581"/>
              <a:gd name="connsiteY3" fmla="*/ 5184807 h 5184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94580" h="5184807">
                <a:moveTo>
                  <a:pt x="0" y="0"/>
                </a:moveTo>
                <a:lnTo>
                  <a:pt x="7894581" y="795291"/>
                </a:lnTo>
                <a:lnTo>
                  <a:pt x="7580169" y="5184807"/>
                </a:lnTo>
                <a:lnTo>
                  <a:pt x="1401698" y="518480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>
              <a:defRPr lang="en-US"/>
            </a:pPr>
            <a:r>
              <a:rPr lang="en-US"/>
              <a:t>Click icon to add picture</a:t>
            </a:r>
            <a:endParaRPr lang="en-IN"/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5EE6007D-A334-CC52-B590-8C1163D14F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4647069"/>
            <a:ext cx="3733800" cy="56832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>
              <a:defRPr lang="en-US"/>
            </a:pPr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D77CF2-EBEB-6615-6579-CB16B310D4AC}"/>
              </a:ext>
            </a:extLst>
          </p:cNvPr>
          <p:cNvGrpSpPr/>
          <p:nvPr userDrawn="1"/>
        </p:nvGrpSpPr>
        <p:grpSpPr>
          <a:xfrm>
            <a:off x="694764" y="698727"/>
            <a:ext cx="1621524" cy="1000004"/>
            <a:chOff x="609599" y="698727"/>
            <a:chExt cx="1621524" cy="1000004"/>
          </a:xfrm>
        </p:grpSpPr>
        <p:grpSp>
          <p:nvGrpSpPr>
            <p:cNvPr id="44" name="Graphic 2">
              <a:extLst>
                <a:ext uri="{FF2B5EF4-FFF2-40B4-BE49-F238E27FC236}">
                  <a16:creationId xmlns:a16="http://schemas.microsoft.com/office/drawing/2014/main" id="{198F1E10-670E-9AA2-B017-A1FBD6F05AC7}"/>
                </a:ext>
              </a:extLst>
            </p:cNvPr>
            <p:cNvGrpSpPr/>
            <p:nvPr/>
          </p:nvGrpSpPr>
          <p:grpSpPr>
            <a:xfrm>
              <a:off x="609599" y="1457807"/>
              <a:ext cx="1621524" cy="240924"/>
              <a:chOff x="643099" y="1383073"/>
              <a:chExt cx="1515530" cy="225177"/>
            </a:xfrm>
            <a:solidFill>
              <a:srgbClr val="FFFFFF"/>
            </a:solidFill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6511227-B55E-1598-3845-065579101896}"/>
                  </a:ext>
                </a:extLst>
              </p:cNvPr>
              <p:cNvSpPr/>
              <p:nvPr/>
            </p:nvSpPr>
            <p:spPr>
              <a:xfrm>
                <a:off x="643099" y="1447410"/>
                <a:ext cx="145170" cy="158638"/>
              </a:xfrm>
              <a:custGeom>
                <a:avLst/>
                <a:gdLst>
                  <a:gd name="connsiteX0" fmla="*/ 537 w 145170"/>
                  <a:gd name="connsiteY0" fmla="*/ 154672 h 158638"/>
                  <a:gd name="connsiteX1" fmla="*/ 57823 w 145170"/>
                  <a:gd name="connsiteY1" fmla="*/ 78438 h 158638"/>
                  <a:gd name="connsiteX2" fmla="*/ 57823 w 145170"/>
                  <a:gd name="connsiteY2" fmla="*/ 75353 h 158638"/>
                  <a:gd name="connsiteX3" fmla="*/ 4503 w 145170"/>
                  <a:gd name="connsiteY3" fmla="*/ 3966 h 158638"/>
                  <a:gd name="connsiteX4" fmla="*/ 6266 w 145170"/>
                  <a:gd name="connsiteY4" fmla="*/ 0 h 158638"/>
                  <a:gd name="connsiteX5" fmla="*/ 30502 w 145170"/>
                  <a:gd name="connsiteY5" fmla="*/ 0 h 158638"/>
                  <a:gd name="connsiteX6" fmla="*/ 32705 w 145170"/>
                  <a:gd name="connsiteY6" fmla="*/ 881 h 158638"/>
                  <a:gd name="connsiteX7" fmla="*/ 70602 w 145170"/>
                  <a:gd name="connsiteY7" fmla="*/ 56845 h 158638"/>
                  <a:gd name="connsiteX8" fmla="*/ 74568 w 145170"/>
                  <a:gd name="connsiteY8" fmla="*/ 56845 h 158638"/>
                  <a:gd name="connsiteX9" fmla="*/ 112465 w 145170"/>
                  <a:gd name="connsiteY9" fmla="*/ 881 h 158638"/>
                  <a:gd name="connsiteX10" fmla="*/ 114668 w 145170"/>
                  <a:gd name="connsiteY10" fmla="*/ 0 h 158638"/>
                  <a:gd name="connsiteX11" fmla="*/ 138905 w 145170"/>
                  <a:gd name="connsiteY11" fmla="*/ 0 h 158638"/>
                  <a:gd name="connsiteX12" fmla="*/ 140667 w 145170"/>
                  <a:gd name="connsiteY12" fmla="*/ 3966 h 158638"/>
                  <a:gd name="connsiteX13" fmla="*/ 87347 w 145170"/>
                  <a:gd name="connsiteY13" fmla="*/ 75353 h 158638"/>
                  <a:gd name="connsiteX14" fmla="*/ 87347 w 145170"/>
                  <a:gd name="connsiteY14" fmla="*/ 78438 h 158638"/>
                  <a:gd name="connsiteX15" fmla="*/ 144633 w 145170"/>
                  <a:gd name="connsiteY15" fmla="*/ 154672 h 158638"/>
                  <a:gd name="connsiteX16" fmla="*/ 142871 w 145170"/>
                  <a:gd name="connsiteY16" fmla="*/ 158638 h 158638"/>
                  <a:gd name="connsiteX17" fmla="*/ 118634 w 145170"/>
                  <a:gd name="connsiteY17" fmla="*/ 158638 h 158638"/>
                  <a:gd name="connsiteX18" fmla="*/ 116431 w 145170"/>
                  <a:gd name="connsiteY18" fmla="*/ 157757 h 158638"/>
                  <a:gd name="connsiteX19" fmla="*/ 74568 w 145170"/>
                  <a:gd name="connsiteY19" fmla="*/ 96945 h 158638"/>
                  <a:gd name="connsiteX20" fmla="*/ 70602 w 145170"/>
                  <a:gd name="connsiteY20" fmla="*/ 96945 h 158638"/>
                  <a:gd name="connsiteX21" fmla="*/ 28299 w 145170"/>
                  <a:gd name="connsiteY21" fmla="*/ 157757 h 158638"/>
                  <a:gd name="connsiteX22" fmla="*/ 26095 w 145170"/>
                  <a:gd name="connsiteY22" fmla="*/ 158638 h 158638"/>
                  <a:gd name="connsiteX23" fmla="*/ 2300 w 145170"/>
                  <a:gd name="connsiteY23" fmla="*/ 158638 h 158638"/>
                  <a:gd name="connsiteX24" fmla="*/ 537 w 145170"/>
                  <a:gd name="connsiteY24" fmla="*/ 154672 h 158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5170" h="158638">
                    <a:moveTo>
                      <a:pt x="537" y="154672"/>
                    </a:moveTo>
                    <a:lnTo>
                      <a:pt x="57823" y="78438"/>
                    </a:lnTo>
                    <a:cubicBezTo>
                      <a:pt x="58264" y="77556"/>
                      <a:pt x="58264" y="76234"/>
                      <a:pt x="57823" y="75353"/>
                    </a:cubicBezTo>
                    <a:lnTo>
                      <a:pt x="4503" y="3966"/>
                    </a:lnTo>
                    <a:cubicBezTo>
                      <a:pt x="3181" y="2203"/>
                      <a:pt x="4503" y="0"/>
                      <a:pt x="6266" y="0"/>
                    </a:cubicBezTo>
                    <a:lnTo>
                      <a:pt x="30502" y="0"/>
                    </a:lnTo>
                    <a:cubicBezTo>
                      <a:pt x="31383" y="0"/>
                      <a:pt x="32265" y="441"/>
                      <a:pt x="32705" y="881"/>
                    </a:cubicBezTo>
                    <a:lnTo>
                      <a:pt x="70602" y="56845"/>
                    </a:lnTo>
                    <a:cubicBezTo>
                      <a:pt x="71484" y="58167"/>
                      <a:pt x="73687" y="58167"/>
                      <a:pt x="74568" y="56845"/>
                    </a:cubicBezTo>
                    <a:lnTo>
                      <a:pt x="112465" y="881"/>
                    </a:lnTo>
                    <a:cubicBezTo>
                      <a:pt x="112906" y="0"/>
                      <a:pt x="113787" y="0"/>
                      <a:pt x="114668" y="0"/>
                    </a:cubicBezTo>
                    <a:lnTo>
                      <a:pt x="138905" y="0"/>
                    </a:lnTo>
                    <a:cubicBezTo>
                      <a:pt x="141108" y="0"/>
                      <a:pt x="141989" y="2203"/>
                      <a:pt x="140667" y="3966"/>
                    </a:cubicBezTo>
                    <a:lnTo>
                      <a:pt x="87347" y="75353"/>
                    </a:lnTo>
                    <a:cubicBezTo>
                      <a:pt x="86907" y="76234"/>
                      <a:pt x="86907" y="77556"/>
                      <a:pt x="87347" y="78438"/>
                    </a:cubicBezTo>
                    <a:lnTo>
                      <a:pt x="144633" y="154672"/>
                    </a:lnTo>
                    <a:cubicBezTo>
                      <a:pt x="145955" y="156435"/>
                      <a:pt x="144633" y="158638"/>
                      <a:pt x="142871" y="158638"/>
                    </a:cubicBezTo>
                    <a:lnTo>
                      <a:pt x="118634" y="158638"/>
                    </a:lnTo>
                    <a:cubicBezTo>
                      <a:pt x="117753" y="158638"/>
                      <a:pt x="116872" y="158197"/>
                      <a:pt x="116431" y="157757"/>
                    </a:cubicBezTo>
                    <a:lnTo>
                      <a:pt x="74568" y="96945"/>
                    </a:lnTo>
                    <a:cubicBezTo>
                      <a:pt x="73687" y="95624"/>
                      <a:pt x="71484" y="95624"/>
                      <a:pt x="70602" y="96945"/>
                    </a:cubicBezTo>
                    <a:lnTo>
                      <a:pt x="28299" y="157757"/>
                    </a:lnTo>
                    <a:cubicBezTo>
                      <a:pt x="27858" y="158197"/>
                      <a:pt x="26977" y="158638"/>
                      <a:pt x="26095" y="158638"/>
                    </a:cubicBezTo>
                    <a:lnTo>
                      <a:pt x="2300" y="158638"/>
                    </a:lnTo>
                    <a:cubicBezTo>
                      <a:pt x="537" y="158638"/>
                      <a:pt x="-785" y="155994"/>
                      <a:pt x="537" y="154672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A83DC3E-40E5-94DB-4A73-B129EA4550E7}"/>
                  </a:ext>
                </a:extLst>
              </p:cNvPr>
              <p:cNvSpPr/>
              <p:nvPr/>
            </p:nvSpPr>
            <p:spPr>
              <a:xfrm>
                <a:off x="786851" y="1444325"/>
                <a:ext cx="151868" cy="163926"/>
              </a:xfrm>
              <a:custGeom>
                <a:avLst/>
                <a:gdLst>
                  <a:gd name="connsiteX0" fmla="*/ 77997 w 151868"/>
                  <a:gd name="connsiteY0" fmla="*/ 163926 h 163926"/>
                  <a:gd name="connsiteX1" fmla="*/ 36575 w 151868"/>
                  <a:gd name="connsiteY1" fmla="*/ 152910 h 163926"/>
                  <a:gd name="connsiteX2" fmla="*/ 9695 w 151868"/>
                  <a:gd name="connsiteY2" fmla="*/ 123385 h 163926"/>
                  <a:gd name="connsiteX3" fmla="*/ 0 w 151868"/>
                  <a:gd name="connsiteY3" fmla="*/ 81963 h 163926"/>
                  <a:gd name="connsiteX4" fmla="*/ 9695 w 151868"/>
                  <a:gd name="connsiteY4" fmla="*/ 40541 h 163926"/>
                  <a:gd name="connsiteX5" fmla="*/ 36575 w 151868"/>
                  <a:gd name="connsiteY5" fmla="*/ 11017 h 163926"/>
                  <a:gd name="connsiteX6" fmla="*/ 77997 w 151868"/>
                  <a:gd name="connsiteY6" fmla="*/ 0 h 163926"/>
                  <a:gd name="connsiteX7" fmla="*/ 126029 w 151868"/>
                  <a:gd name="connsiteY7" fmla="*/ 14542 h 163926"/>
                  <a:gd name="connsiteX8" fmla="*/ 151588 w 151868"/>
                  <a:gd name="connsiteY8" fmla="*/ 48913 h 163926"/>
                  <a:gd name="connsiteX9" fmla="*/ 149384 w 151868"/>
                  <a:gd name="connsiteY9" fmla="*/ 51998 h 163926"/>
                  <a:gd name="connsiteX10" fmla="*/ 128673 w 151868"/>
                  <a:gd name="connsiteY10" fmla="*/ 51998 h 163926"/>
                  <a:gd name="connsiteX11" fmla="*/ 126470 w 151868"/>
                  <a:gd name="connsiteY11" fmla="*/ 50676 h 163926"/>
                  <a:gd name="connsiteX12" fmla="*/ 109725 w 151868"/>
                  <a:gd name="connsiteY12" fmla="*/ 29965 h 163926"/>
                  <a:gd name="connsiteX13" fmla="*/ 81082 w 151868"/>
                  <a:gd name="connsiteY13" fmla="*/ 21593 h 163926"/>
                  <a:gd name="connsiteX14" fmla="*/ 50676 w 151868"/>
                  <a:gd name="connsiteY14" fmla="*/ 29965 h 163926"/>
                  <a:gd name="connsiteX15" fmla="*/ 30846 w 151868"/>
                  <a:gd name="connsiteY15" fmla="*/ 51998 h 163926"/>
                  <a:gd name="connsiteX16" fmla="*/ 23796 w 151868"/>
                  <a:gd name="connsiteY16" fmla="*/ 81963 h 163926"/>
                  <a:gd name="connsiteX17" fmla="*/ 30846 w 151868"/>
                  <a:gd name="connsiteY17" fmla="*/ 111928 h 163926"/>
                  <a:gd name="connsiteX18" fmla="*/ 50676 w 151868"/>
                  <a:gd name="connsiteY18" fmla="*/ 133961 h 163926"/>
                  <a:gd name="connsiteX19" fmla="*/ 81082 w 151868"/>
                  <a:gd name="connsiteY19" fmla="*/ 142334 h 163926"/>
                  <a:gd name="connsiteX20" fmla="*/ 109725 w 151868"/>
                  <a:gd name="connsiteY20" fmla="*/ 133961 h 163926"/>
                  <a:gd name="connsiteX21" fmla="*/ 126470 w 151868"/>
                  <a:gd name="connsiteY21" fmla="*/ 113250 h 163926"/>
                  <a:gd name="connsiteX22" fmla="*/ 128673 w 151868"/>
                  <a:gd name="connsiteY22" fmla="*/ 111928 h 163926"/>
                  <a:gd name="connsiteX23" fmla="*/ 149384 w 151868"/>
                  <a:gd name="connsiteY23" fmla="*/ 111928 h 163926"/>
                  <a:gd name="connsiteX24" fmla="*/ 151588 w 151868"/>
                  <a:gd name="connsiteY24" fmla="*/ 115013 h 163926"/>
                  <a:gd name="connsiteX25" fmla="*/ 126029 w 151868"/>
                  <a:gd name="connsiteY25" fmla="*/ 149384 h 163926"/>
                  <a:gd name="connsiteX26" fmla="*/ 77997 w 151868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8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5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8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5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5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4" y="121182"/>
                      <a:pt x="42303" y="128673"/>
                      <a:pt x="50676" y="133961"/>
                    </a:cubicBezTo>
                    <a:cubicBezTo>
                      <a:pt x="59489" y="139249"/>
                      <a:pt x="69625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5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8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50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C80FB50-A88D-0B19-4A03-7F71941759B5}"/>
                  </a:ext>
                </a:extLst>
              </p:cNvPr>
              <p:cNvSpPr/>
              <p:nvPr/>
            </p:nvSpPr>
            <p:spPr>
              <a:xfrm>
                <a:off x="953862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5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6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5013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88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1F3CFEBC-84E2-1965-6DF3-3096B47D80ED}"/>
                  </a:ext>
                </a:extLst>
              </p:cNvPr>
              <p:cNvSpPr/>
              <p:nvPr/>
            </p:nvSpPr>
            <p:spPr>
              <a:xfrm>
                <a:off x="1130567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4337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290FEB7-1A05-BFE1-4F33-F862991B473C}"/>
                  </a:ext>
                </a:extLst>
              </p:cNvPr>
              <p:cNvSpPr/>
              <p:nvPr/>
            </p:nvSpPr>
            <p:spPr>
              <a:xfrm>
                <a:off x="1307272" y="1383073"/>
                <a:ext cx="158197" cy="225177"/>
              </a:xfrm>
              <a:custGeom>
                <a:avLst/>
                <a:gdLst>
                  <a:gd name="connsiteX0" fmla="*/ 77116 w 158197"/>
                  <a:gd name="connsiteY0" fmla="*/ 225178 h 225177"/>
                  <a:gd name="connsiteX1" fmla="*/ 36575 w 158197"/>
                  <a:gd name="connsiteY1" fmla="*/ 214161 h 225177"/>
                  <a:gd name="connsiteX2" fmla="*/ 9695 w 158197"/>
                  <a:gd name="connsiteY2" fmla="*/ 184637 h 225177"/>
                  <a:gd name="connsiteX3" fmla="*/ 0 w 158197"/>
                  <a:gd name="connsiteY3" fmla="*/ 143215 h 225177"/>
                  <a:gd name="connsiteX4" fmla="*/ 9695 w 158197"/>
                  <a:gd name="connsiteY4" fmla="*/ 101793 h 225177"/>
                  <a:gd name="connsiteX5" fmla="*/ 36575 w 158197"/>
                  <a:gd name="connsiteY5" fmla="*/ 72268 h 225177"/>
                  <a:gd name="connsiteX6" fmla="*/ 77116 w 158197"/>
                  <a:gd name="connsiteY6" fmla="*/ 61252 h 225177"/>
                  <a:gd name="connsiteX7" fmla="*/ 111047 w 158197"/>
                  <a:gd name="connsiteY7" fmla="*/ 68743 h 225177"/>
                  <a:gd name="connsiteX8" fmla="*/ 129554 w 158197"/>
                  <a:gd name="connsiteY8" fmla="*/ 83726 h 225177"/>
                  <a:gd name="connsiteX9" fmla="*/ 133961 w 158197"/>
                  <a:gd name="connsiteY9" fmla="*/ 81963 h 225177"/>
                  <a:gd name="connsiteX10" fmla="*/ 133961 w 158197"/>
                  <a:gd name="connsiteY10" fmla="*/ 2644 h 225177"/>
                  <a:gd name="connsiteX11" fmla="*/ 136605 w 158197"/>
                  <a:gd name="connsiteY11" fmla="*/ 0 h 225177"/>
                  <a:gd name="connsiteX12" fmla="*/ 155553 w 158197"/>
                  <a:gd name="connsiteY12" fmla="*/ 0 h 225177"/>
                  <a:gd name="connsiteX13" fmla="*/ 158197 w 158197"/>
                  <a:gd name="connsiteY13" fmla="*/ 2644 h 225177"/>
                  <a:gd name="connsiteX14" fmla="*/ 158197 w 158197"/>
                  <a:gd name="connsiteY14" fmla="*/ 219449 h 225177"/>
                  <a:gd name="connsiteX15" fmla="*/ 155553 w 158197"/>
                  <a:gd name="connsiteY15" fmla="*/ 222093 h 225177"/>
                  <a:gd name="connsiteX16" fmla="*/ 136605 w 158197"/>
                  <a:gd name="connsiteY16" fmla="*/ 222093 h 225177"/>
                  <a:gd name="connsiteX17" fmla="*/ 133961 w 158197"/>
                  <a:gd name="connsiteY17" fmla="*/ 219449 h 225177"/>
                  <a:gd name="connsiteX18" fmla="*/ 133961 w 158197"/>
                  <a:gd name="connsiteY18" fmla="*/ 203586 h 225177"/>
                  <a:gd name="connsiteX19" fmla="*/ 129554 w 158197"/>
                  <a:gd name="connsiteY19" fmla="*/ 201823 h 225177"/>
                  <a:gd name="connsiteX20" fmla="*/ 111047 w 158197"/>
                  <a:gd name="connsiteY20" fmla="*/ 216805 h 225177"/>
                  <a:gd name="connsiteX21" fmla="*/ 77116 w 158197"/>
                  <a:gd name="connsiteY21" fmla="*/ 225178 h 225177"/>
                  <a:gd name="connsiteX22" fmla="*/ 80200 w 158197"/>
                  <a:gd name="connsiteY22" fmla="*/ 204026 h 225177"/>
                  <a:gd name="connsiteX23" fmla="*/ 110165 w 158197"/>
                  <a:gd name="connsiteY23" fmla="*/ 195654 h 225177"/>
                  <a:gd name="connsiteX24" fmla="*/ 128673 w 158197"/>
                  <a:gd name="connsiteY24" fmla="*/ 173621 h 225177"/>
                  <a:gd name="connsiteX25" fmla="*/ 134842 w 158197"/>
                  <a:gd name="connsiteY25" fmla="*/ 143656 h 225177"/>
                  <a:gd name="connsiteX26" fmla="*/ 128673 w 158197"/>
                  <a:gd name="connsiteY26" fmla="*/ 113691 h 225177"/>
                  <a:gd name="connsiteX27" fmla="*/ 110165 w 158197"/>
                  <a:gd name="connsiteY27" fmla="*/ 91658 h 225177"/>
                  <a:gd name="connsiteX28" fmla="*/ 80200 w 158197"/>
                  <a:gd name="connsiteY28" fmla="*/ 83285 h 225177"/>
                  <a:gd name="connsiteX29" fmla="*/ 50235 w 158197"/>
                  <a:gd name="connsiteY29" fmla="*/ 91658 h 225177"/>
                  <a:gd name="connsiteX30" fmla="*/ 30846 w 158197"/>
                  <a:gd name="connsiteY30" fmla="*/ 113691 h 225177"/>
                  <a:gd name="connsiteX31" fmla="*/ 24236 w 158197"/>
                  <a:gd name="connsiteY31" fmla="*/ 143656 h 225177"/>
                  <a:gd name="connsiteX32" fmla="*/ 30846 w 158197"/>
                  <a:gd name="connsiteY32" fmla="*/ 173621 h 225177"/>
                  <a:gd name="connsiteX33" fmla="*/ 50235 w 158197"/>
                  <a:gd name="connsiteY33" fmla="*/ 195654 h 225177"/>
                  <a:gd name="connsiteX34" fmla="*/ 80200 w 158197"/>
                  <a:gd name="connsiteY34" fmla="*/ 204026 h 22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225177">
                    <a:moveTo>
                      <a:pt x="77116" y="225178"/>
                    </a:moveTo>
                    <a:cubicBezTo>
                      <a:pt x="61693" y="225178"/>
                      <a:pt x="48032" y="221653"/>
                      <a:pt x="36575" y="214161"/>
                    </a:cubicBezTo>
                    <a:cubicBezTo>
                      <a:pt x="25118" y="206670"/>
                      <a:pt x="16304" y="196976"/>
                      <a:pt x="9695" y="184637"/>
                    </a:cubicBezTo>
                    <a:cubicBezTo>
                      <a:pt x="3525" y="172299"/>
                      <a:pt x="0" y="158638"/>
                      <a:pt x="0" y="143215"/>
                    </a:cubicBezTo>
                    <a:cubicBezTo>
                      <a:pt x="0" y="127792"/>
                      <a:pt x="3085" y="114131"/>
                      <a:pt x="9695" y="101793"/>
                    </a:cubicBezTo>
                    <a:cubicBezTo>
                      <a:pt x="15864" y="89454"/>
                      <a:pt x="25118" y="79760"/>
                      <a:pt x="36575" y="72268"/>
                    </a:cubicBezTo>
                    <a:cubicBezTo>
                      <a:pt x="48032" y="64777"/>
                      <a:pt x="61693" y="61252"/>
                      <a:pt x="77116" y="61252"/>
                    </a:cubicBezTo>
                    <a:cubicBezTo>
                      <a:pt x="90336" y="61252"/>
                      <a:pt x="101352" y="63896"/>
                      <a:pt x="111047" y="68743"/>
                    </a:cubicBezTo>
                    <a:cubicBezTo>
                      <a:pt x="118097" y="72709"/>
                      <a:pt x="124707" y="77556"/>
                      <a:pt x="129554" y="83726"/>
                    </a:cubicBezTo>
                    <a:cubicBezTo>
                      <a:pt x="130876" y="85488"/>
                      <a:pt x="133961" y="84607"/>
                      <a:pt x="133961" y="81963"/>
                    </a:cubicBezTo>
                    <a:lnTo>
                      <a:pt x="133961" y="2644"/>
                    </a:lnTo>
                    <a:cubicBezTo>
                      <a:pt x="133961" y="1322"/>
                      <a:pt x="134842" y="0"/>
                      <a:pt x="136605" y="0"/>
                    </a:cubicBezTo>
                    <a:lnTo>
                      <a:pt x="155553" y="0"/>
                    </a:lnTo>
                    <a:cubicBezTo>
                      <a:pt x="156875" y="0"/>
                      <a:pt x="158197" y="881"/>
                      <a:pt x="158197" y="2644"/>
                    </a:cubicBezTo>
                    <a:lnTo>
                      <a:pt x="158197" y="219449"/>
                    </a:lnTo>
                    <a:cubicBezTo>
                      <a:pt x="158197" y="220771"/>
                      <a:pt x="157316" y="222093"/>
                      <a:pt x="155553" y="222093"/>
                    </a:cubicBezTo>
                    <a:lnTo>
                      <a:pt x="136605" y="222093"/>
                    </a:lnTo>
                    <a:cubicBezTo>
                      <a:pt x="135283" y="222093"/>
                      <a:pt x="133961" y="221212"/>
                      <a:pt x="133961" y="219449"/>
                    </a:cubicBezTo>
                    <a:lnTo>
                      <a:pt x="133961" y="203586"/>
                    </a:lnTo>
                    <a:cubicBezTo>
                      <a:pt x="133961" y="201382"/>
                      <a:pt x="131317" y="200501"/>
                      <a:pt x="129554" y="201823"/>
                    </a:cubicBezTo>
                    <a:cubicBezTo>
                      <a:pt x="124266" y="207992"/>
                      <a:pt x="118097" y="212840"/>
                      <a:pt x="111047" y="216805"/>
                    </a:cubicBezTo>
                    <a:cubicBezTo>
                      <a:pt x="101352" y="222975"/>
                      <a:pt x="89895" y="225178"/>
                      <a:pt x="77116" y="225178"/>
                    </a:cubicBezTo>
                    <a:close/>
                    <a:moveTo>
                      <a:pt x="80200" y="204026"/>
                    </a:moveTo>
                    <a:cubicBezTo>
                      <a:pt x="92098" y="204026"/>
                      <a:pt x="102233" y="201382"/>
                      <a:pt x="110165" y="195654"/>
                    </a:cubicBezTo>
                    <a:cubicBezTo>
                      <a:pt x="118097" y="190366"/>
                      <a:pt x="124266" y="182874"/>
                      <a:pt x="128673" y="173621"/>
                    </a:cubicBezTo>
                    <a:cubicBezTo>
                      <a:pt x="133080" y="164367"/>
                      <a:pt x="134842" y="154231"/>
                      <a:pt x="134842" y="143656"/>
                    </a:cubicBezTo>
                    <a:cubicBezTo>
                      <a:pt x="134842" y="132639"/>
                      <a:pt x="132639" y="122504"/>
                      <a:pt x="128673" y="113691"/>
                    </a:cubicBezTo>
                    <a:cubicBezTo>
                      <a:pt x="124266" y="104437"/>
                      <a:pt x="118097" y="97386"/>
                      <a:pt x="110165" y="91658"/>
                    </a:cubicBezTo>
                    <a:cubicBezTo>
                      <a:pt x="102233" y="86370"/>
                      <a:pt x="92098" y="83285"/>
                      <a:pt x="80200" y="83285"/>
                    </a:cubicBezTo>
                    <a:cubicBezTo>
                      <a:pt x="68743" y="83285"/>
                      <a:pt x="58608" y="85929"/>
                      <a:pt x="50235" y="91658"/>
                    </a:cubicBezTo>
                    <a:cubicBezTo>
                      <a:pt x="41863" y="96945"/>
                      <a:pt x="35253" y="104437"/>
                      <a:pt x="30846" y="113691"/>
                    </a:cubicBezTo>
                    <a:cubicBezTo>
                      <a:pt x="26440" y="122944"/>
                      <a:pt x="24236" y="132639"/>
                      <a:pt x="24236" y="143656"/>
                    </a:cubicBezTo>
                    <a:cubicBezTo>
                      <a:pt x="24236" y="154231"/>
                      <a:pt x="26440" y="164367"/>
                      <a:pt x="30846" y="173621"/>
                    </a:cubicBezTo>
                    <a:cubicBezTo>
                      <a:pt x="35253" y="182874"/>
                      <a:pt x="41863" y="190366"/>
                      <a:pt x="50235" y="195654"/>
                    </a:cubicBezTo>
                    <a:cubicBezTo>
                      <a:pt x="58608" y="200942"/>
                      <a:pt x="68303" y="204026"/>
                      <a:pt x="80200" y="2040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4AF401F-9A9E-BAA0-BC16-DED2EDDA6638}"/>
                  </a:ext>
                </a:extLst>
              </p:cNvPr>
              <p:cNvSpPr/>
              <p:nvPr/>
            </p:nvSpPr>
            <p:spPr>
              <a:xfrm>
                <a:off x="1487943" y="1444325"/>
                <a:ext cx="158197" cy="163926"/>
              </a:xfrm>
              <a:custGeom>
                <a:avLst/>
                <a:gdLst>
                  <a:gd name="connsiteX0" fmla="*/ 77116 w 158197"/>
                  <a:gd name="connsiteY0" fmla="*/ 163926 h 163926"/>
                  <a:gd name="connsiteX1" fmla="*/ 36575 w 158197"/>
                  <a:gd name="connsiteY1" fmla="*/ 152910 h 163926"/>
                  <a:gd name="connsiteX2" fmla="*/ 9695 w 158197"/>
                  <a:gd name="connsiteY2" fmla="*/ 123385 h 163926"/>
                  <a:gd name="connsiteX3" fmla="*/ 0 w 158197"/>
                  <a:gd name="connsiteY3" fmla="*/ 81963 h 163926"/>
                  <a:gd name="connsiteX4" fmla="*/ 9695 w 158197"/>
                  <a:gd name="connsiteY4" fmla="*/ 40541 h 163926"/>
                  <a:gd name="connsiteX5" fmla="*/ 36575 w 158197"/>
                  <a:gd name="connsiteY5" fmla="*/ 11017 h 163926"/>
                  <a:gd name="connsiteX6" fmla="*/ 77116 w 158197"/>
                  <a:gd name="connsiteY6" fmla="*/ 0 h 163926"/>
                  <a:gd name="connsiteX7" fmla="*/ 111047 w 158197"/>
                  <a:gd name="connsiteY7" fmla="*/ 7491 h 163926"/>
                  <a:gd name="connsiteX8" fmla="*/ 129554 w 158197"/>
                  <a:gd name="connsiteY8" fmla="*/ 22474 h 163926"/>
                  <a:gd name="connsiteX9" fmla="*/ 133961 w 158197"/>
                  <a:gd name="connsiteY9" fmla="*/ 20711 h 163926"/>
                  <a:gd name="connsiteX10" fmla="*/ 133961 w 158197"/>
                  <a:gd name="connsiteY10" fmla="*/ 4847 h 163926"/>
                  <a:gd name="connsiteX11" fmla="*/ 136605 w 158197"/>
                  <a:gd name="connsiteY11" fmla="*/ 2203 h 163926"/>
                  <a:gd name="connsiteX12" fmla="*/ 155553 w 158197"/>
                  <a:gd name="connsiteY12" fmla="*/ 2203 h 163926"/>
                  <a:gd name="connsiteX13" fmla="*/ 158197 w 158197"/>
                  <a:gd name="connsiteY13" fmla="*/ 4847 h 163926"/>
                  <a:gd name="connsiteX14" fmla="*/ 158197 w 158197"/>
                  <a:gd name="connsiteY14" fmla="*/ 158198 h 163926"/>
                  <a:gd name="connsiteX15" fmla="*/ 155553 w 158197"/>
                  <a:gd name="connsiteY15" fmla="*/ 160841 h 163926"/>
                  <a:gd name="connsiteX16" fmla="*/ 136605 w 158197"/>
                  <a:gd name="connsiteY16" fmla="*/ 160841 h 163926"/>
                  <a:gd name="connsiteX17" fmla="*/ 133961 w 158197"/>
                  <a:gd name="connsiteY17" fmla="*/ 158198 h 163926"/>
                  <a:gd name="connsiteX18" fmla="*/ 133961 w 158197"/>
                  <a:gd name="connsiteY18" fmla="*/ 142334 h 163926"/>
                  <a:gd name="connsiteX19" fmla="*/ 129554 w 158197"/>
                  <a:gd name="connsiteY19" fmla="*/ 140571 h 163926"/>
                  <a:gd name="connsiteX20" fmla="*/ 111047 w 158197"/>
                  <a:gd name="connsiteY20" fmla="*/ 155554 h 163926"/>
                  <a:gd name="connsiteX21" fmla="*/ 77116 w 158197"/>
                  <a:gd name="connsiteY21" fmla="*/ 163926 h 163926"/>
                  <a:gd name="connsiteX22" fmla="*/ 80200 w 158197"/>
                  <a:gd name="connsiteY22" fmla="*/ 142774 h 163926"/>
                  <a:gd name="connsiteX23" fmla="*/ 110165 w 158197"/>
                  <a:gd name="connsiteY23" fmla="*/ 134402 h 163926"/>
                  <a:gd name="connsiteX24" fmla="*/ 128673 w 158197"/>
                  <a:gd name="connsiteY24" fmla="*/ 112369 h 163926"/>
                  <a:gd name="connsiteX25" fmla="*/ 134842 w 158197"/>
                  <a:gd name="connsiteY25" fmla="*/ 82404 h 163926"/>
                  <a:gd name="connsiteX26" fmla="*/ 128673 w 158197"/>
                  <a:gd name="connsiteY26" fmla="*/ 52439 h 163926"/>
                  <a:gd name="connsiteX27" fmla="*/ 110165 w 158197"/>
                  <a:gd name="connsiteY27" fmla="*/ 30406 h 163926"/>
                  <a:gd name="connsiteX28" fmla="*/ 80200 w 158197"/>
                  <a:gd name="connsiteY28" fmla="*/ 22033 h 163926"/>
                  <a:gd name="connsiteX29" fmla="*/ 50235 w 158197"/>
                  <a:gd name="connsiteY29" fmla="*/ 30406 h 163926"/>
                  <a:gd name="connsiteX30" fmla="*/ 30846 w 158197"/>
                  <a:gd name="connsiteY30" fmla="*/ 52439 h 163926"/>
                  <a:gd name="connsiteX31" fmla="*/ 24236 w 158197"/>
                  <a:gd name="connsiteY31" fmla="*/ 82404 h 163926"/>
                  <a:gd name="connsiteX32" fmla="*/ 30846 w 158197"/>
                  <a:gd name="connsiteY32" fmla="*/ 112369 h 163926"/>
                  <a:gd name="connsiteX33" fmla="*/ 50235 w 158197"/>
                  <a:gd name="connsiteY33" fmla="*/ 134402 h 163926"/>
                  <a:gd name="connsiteX34" fmla="*/ 80200 w 158197"/>
                  <a:gd name="connsiteY34" fmla="*/ 142774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163926">
                    <a:moveTo>
                      <a:pt x="77116" y="163926"/>
                    </a:moveTo>
                    <a:cubicBezTo>
                      <a:pt x="61693" y="163926"/>
                      <a:pt x="48032" y="160401"/>
                      <a:pt x="36575" y="152910"/>
                    </a:cubicBezTo>
                    <a:cubicBezTo>
                      <a:pt x="25118" y="145418"/>
                      <a:pt x="16304" y="135724"/>
                      <a:pt x="969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6575" y="11017"/>
                    </a:cubicBezTo>
                    <a:cubicBezTo>
                      <a:pt x="48032" y="3525"/>
                      <a:pt x="61693" y="0"/>
                      <a:pt x="77116" y="0"/>
                    </a:cubicBezTo>
                    <a:cubicBezTo>
                      <a:pt x="90336" y="0"/>
                      <a:pt x="101352" y="2644"/>
                      <a:pt x="111047" y="7491"/>
                    </a:cubicBezTo>
                    <a:cubicBezTo>
                      <a:pt x="118097" y="11457"/>
                      <a:pt x="124707" y="16305"/>
                      <a:pt x="129554" y="22474"/>
                    </a:cubicBezTo>
                    <a:cubicBezTo>
                      <a:pt x="130876" y="24236"/>
                      <a:pt x="133961" y="23355"/>
                      <a:pt x="133961" y="20711"/>
                    </a:cubicBezTo>
                    <a:lnTo>
                      <a:pt x="133961" y="4847"/>
                    </a:lnTo>
                    <a:cubicBezTo>
                      <a:pt x="133961" y="3525"/>
                      <a:pt x="134842" y="2203"/>
                      <a:pt x="136605" y="2203"/>
                    </a:cubicBezTo>
                    <a:lnTo>
                      <a:pt x="155553" y="2203"/>
                    </a:lnTo>
                    <a:cubicBezTo>
                      <a:pt x="156875" y="2203"/>
                      <a:pt x="158197" y="3085"/>
                      <a:pt x="158197" y="4847"/>
                    </a:cubicBezTo>
                    <a:lnTo>
                      <a:pt x="158197" y="158198"/>
                    </a:lnTo>
                    <a:cubicBezTo>
                      <a:pt x="158197" y="159519"/>
                      <a:pt x="157316" y="160841"/>
                      <a:pt x="155553" y="160841"/>
                    </a:cubicBezTo>
                    <a:lnTo>
                      <a:pt x="136605" y="160841"/>
                    </a:lnTo>
                    <a:cubicBezTo>
                      <a:pt x="135283" y="160841"/>
                      <a:pt x="133961" y="159960"/>
                      <a:pt x="133961" y="158198"/>
                    </a:cubicBezTo>
                    <a:lnTo>
                      <a:pt x="133961" y="142334"/>
                    </a:lnTo>
                    <a:cubicBezTo>
                      <a:pt x="133961" y="140130"/>
                      <a:pt x="131317" y="139249"/>
                      <a:pt x="129554" y="140571"/>
                    </a:cubicBezTo>
                    <a:cubicBezTo>
                      <a:pt x="124266" y="146740"/>
                      <a:pt x="118097" y="151588"/>
                      <a:pt x="111047" y="155554"/>
                    </a:cubicBezTo>
                    <a:cubicBezTo>
                      <a:pt x="101352" y="161723"/>
                      <a:pt x="89895" y="163926"/>
                      <a:pt x="77116" y="163926"/>
                    </a:cubicBezTo>
                    <a:close/>
                    <a:moveTo>
                      <a:pt x="80200" y="142774"/>
                    </a:moveTo>
                    <a:cubicBezTo>
                      <a:pt x="92098" y="142774"/>
                      <a:pt x="102233" y="140130"/>
                      <a:pt x="110165" y="134402"/>
                    </a:cubicBezTo>
                    <a:cubicBezTo>
                      <a:pt x="118097" y="129114"/>
                      <a:pt x="124266" y="121623"/>
                      <a:pt x="128673" y="112369"/>
                    </a:cubicBezTo>
                    <a:cubicBezTo>
                      <a:pt x="133080" y="103115"/>
                      <a:pt x="134842" y="92980"/>
                      <a:pt x="134842" y="82404"/>
                    </a:cubicBezTo>
                    <a:cubicBezTo>
                      <a:pt x="134842" y="71387"/>
                      <a:pt x="132639" y="61252"/>
                      <a:pt x="128673" y="52439"/>
                    </a:cubicBezTo>
                    <a:cubicBezTo>
                      <a:pt x="124266" y="43185"/>
                      <a:pt x="118097" y="36134"/>
                      <a:pt x="110165" y="30406"/>
                    </a:cubicBezTo>
                    <a:cubicBezTo>
                      <a:pt x="102233" y="25118"/>
                      <a:pt x="92098" y="22033"/>
                      <a:pt x="80200" y="22033"/>
                    </a:cubicBezTo>
                    <a:cubicBezTo>
                      <a:pt x="68743" y="22033"/>
                      <a:pt x="58608" y="24677"/>
                      <a:pt x="50235" y="30406"/>
                    </a:cubicBezTo>
                    <a:cubicBezTo>
                      <a:pt x="41863" y="35694"/>
                      <a:pt x="35253" y="43185"/>
                      <a:pt x="30846" y="52439"/>
                    </a:cubicBezTo>
                    <a:cubicBezTo>
                      <a:pt x="26440" y="61693"/>
                      <a:pt x="24236" y="71387"/>
                      <a:pt x="24236" y="82404"/>
                    </a:cubicBezTo>
                    <a:cubicBezTo>
                      <a:pt x="24236" y="92980"/>
                      <a:pt x="26440" y="103115"/>
                      <a:pt x="30846" y="112369"/>
                    </a:cubicBezTo>
                    <a:cubicBezTo>
                      <a:pt x="35253" y="121623"/>
                      <a:pt x="41863" y="129114"/>
                      <a:pt x="50235" y="134402"/>
                    </a:cubicBezTo>
                    <a:cubicBezTo>
                      <a:pt x="58608" y="139690"/>
                      <a:pt x="68303" y="142774"/>
                      <a:pt x="80200" y="142774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3DD88B1-1B38-3C39-180E-30D22E07D7FB}"/>
                  </a:ext>
                </a:extLst>
              </p:cNvPr>
              <p:cNvSpPr/>
              <p:nvPr/>
            </p:nvSpPr>
            <p:spPr>
              <a:xfrm>
                <a:off x="1673902" y="1445207"/>
                <a:ext cx="140130" cy="161722"/>
              </a:xfrm>
              <a:custGeom>
                <a:avLst/>
                <a:gdLst>
                  <a:gd name="connsiteX0" fmla="*/ 0 w 140130"/>
                  <a:gd name="connsiteY0" fmla="*/ 158197 h 161722"/>
                  <a:gd name="connsiteX1" fmla="*/ 0 w 140130"/>
                  <a:gd name="connsiteY1" fmla="*/ 4847 h 161722"/>
                  <a:gd name="connsiteX2" fmla="*/ 2644 w 140130"/>
                  <a:gd name="connsiteY2" fmla="*/ 2203 h 161722"/>
                  <a:gd name="connsiteX3" fmla="*/ 21592 w 140130"/>
                  <a:gd name="connsiteY3" fmla="*/ 2203 h 161722"/>
                  <a:gd name="connsiteX4" fmla="*/ 24236 w 140130"/>
                  <a:gd name="connsiteY4" fmla="*/ 4847 h 161722"/>
                  <a:gd name="connsiteX5" fmla="*/ 24236 w 140130"/>
                  <a:gd name="connsiteY5" fmla="*/ 20270 h 161722"/>
                  <a:gd name="connsiteX6" fmla="*/ 28643 w 140130"/>
                  <a:gd name="connsiteY6" fmla="*/ 22033 h 161722"/>
                  <a:gd name="connsiteX7" fmla="*/ 45388 w 140130"/>
                  <a:gd name="connsiteY7" fmla="*/ 7932 h 161722"/>
                  <a:gd name="connsiteX8" fmla="*/ 77116 w 140130"/>
                  <a:gd name="connsiteY8" fmla="*/ 0 h 161722"/>
                  <a:gd name="connsiteX9" fmla="*/ 107962 w 140130"/>
                  <a:gd name="connsiteY9" fmla="*/ 7932 h 161722"/>
                  <a:gd name="connsiteX10" fmla="*/ 131317 w 140130"/>
                  <a:gd name="connsiteY10" fmla="*/ 31287 h 161722"/>
                  <a:gd name="connsiteX11" fmla="*/ 140130 w 140130"/>
                  <a:gd name="connsiteY11" fmla="*/ 69184 h 161722"/>
                  <a:gd name="connsiteX12" fmla="*/ 140130 w 140130"/>
                  <a:gd name="connsiteY12" fmla="*/ 159079 h 161722"/>
                  <a:gd name="connsiteX13" fmla="*/ 137486 w 140130"/>
                  <a:gd name="connsiteY13" fmla="*/ 161723 h 161722"/>
                  <a:gd name="connsiteX14" fmla="*/ 118538 w 140130"/>
                  <a:gd name="connsiteY14" fmla="*/ 161723 h 161722"/>
                  <a:gd name="connsiteX15" fmla="*/ 115894 w 140130"/>
                  <a:gd name="connsiteY15" fmla="*/ 159079 h 161722"/>
                  <a:gd name="connsiteX16" fmla="*/ 115894 w 140130"/>
                  <a:gd name="connsiteY16" fmla="*/ 70065 h 161722"/>
                  <a:gd name="connsiteX17" fmla="*/ 103555 w 140130"/>
                  <a:gd name="connsiteY17" fmla="*/ 35253 h 161722"/>
                  <a:gd name="connsiteX18" fmla="*/ 71387 w 140130"/>
                  <a:gd name="connsiteY18" fmla="*/ 22033 h 161722"/>
                  <a:gd name="connsiteX19" fmla="*/ 47151 w 140130"/>
                  <a:gd name="connsiteY19" fmla="*/ 28202 h 161722"/>
                  <a:gd name="connsiteX20" fmla="*/ 29965 w 140130"/>
                  <a:gd name="connsiteY20" fmla="*/ 44948 h 161722"/>
                  <a:gd name="connsiteX21" fmla="*/ 23355 w 140130"/>
                  <a:gd name="connsiteY21" fmla="*/ 70065 h 161722"/>
                  <a:gd name="connsiteX22" fmla="*/ 23355 w 140130"/>
                  <a:gd name="connsiteY22" fmla="*/ 159079 h 161722"/>
                  <a:gd name="connsiteX23" fmla="*/ 20711 w 140130"/>
                  <a:gd name="connsiteY23" fmla="*/ 161723 h 161722"/>
                  <a:gd name="connsiteX24" fmla="*/ 1763 w 140130"/>
                  <a:gd name="connsiteY24" fmla="*/ 161723 h 161722"/>
                  <a:gd name="connsiteX25" fmla="*/ 0 w 140130"/>
                  <a:gd name="connsiteY25" fmla="*/ 158197 h 1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0130" h="161722">
                    <a:moveTo>
                      <a:pt x="0" y="158197"/>
                    </a:moveTo>
                    <a:lnTo>
                      <a:pt x="0" y="4847"/>
                    </a:lnTo>
                    <a:cubicBezTo>
                      <a:pt x="0" y="3525"/>
                      <a:pt x="881" y="2203"/>
                      <a:pt x="2644" y="2203"/>
                    </a:cubicBezTo>
                    <a:lnTo>
                      <a:pt x="21592" y="2203"/>
                    </a:lnTo>
                    <a:cubicBezTo>
                      <a:pt x="22914" y="2203"/>
                      <a:pt x="24236" y="3085"/>
                      <a:pt x="24236" y="4847"/>
                    </a:cubicBezTo>
                    <a:lnTo>
                      <a:pt x="24236" y="20270"/>
                    </a:lnTo>
                    <a:cubicBezTo>
                      <a:pt x="24236" y="22474"/>
                      <a:pt x="26880" y="23355"/>
                      <a:pt x="28643" y="22033"/>
                    </a:cubicBezTo>
                    <a:cubicBezTo>
                      <a:pt x="33490" y="16745"/>
                      <a:pt x="39219" y="11898"/>
                      <a:pt x="45388" y="7932"/>
                    </a:cubicBezTo>
                    <a:cubicBezTo>
                      <a:pt x="53761" y="2644"/>
                      <a:pt x="64337" y="0"/>
                      <a:pt x="77116" y="0"/>
                    </a:cubicBezTo>
                    <a:cubicBezTo>
                      <a:pt x="88132" y="0"/>
                      <a:pt x="98268" y="2644"/>
                      <a:pt x="107962" y="7932"/>
                    </a:cubicBezTo>
                    <a:cubicBezTo>
                      <a:pt x="117657" y="13220"/>
                      <a:pt x="125588" y="20711"/>
                      <a:pt x="131317" y="31287"/>
                    </a:cubicBezTo>
                    <a:cubicBezTo>
                      <a:pt x="137486" y="41422"/>
                      <a:pt x="140130" y="54201"/>
                      <a:pt x="140130" y="69184"/>
                    </a:cubicBezTo>
                    <a:lnTo>
                      <a:pt x="140130" y="159079"/>
                    </a:lnTo>
                    <a:cubicBezTo>
                      <a:pt x="140130" y="160401"/>
                      <a:pt x="139249" y="161723"/>
                      <a:pt x="137486" y="161723"/>
                    </a:cubicBezTo>
                    <a:lnTo>
                      <a:pt x="118538" y="161723"/>
                    </a:lnTo>
                    <a:cubicBezTo>
                      <a:pt x="117216" y="161723"/>
                      <a:pt x="115894" y="160841"/>
                      <a:pt x="115894" y="159079"/>
                    </a:cubicBezTo>
                    <a:lnTo>
                      <a:pt x="115894" y="70065"/>
                    </a:lnTo>
                    <a:cubicBezTo>
                      <a:pt x="115894" y="55523"/>
                      <a:pt x="111928" y="44066"/>
                      <a:pt x="103555" y="35253"/>
                    </a:cubicBezTo>
                    <a:cubicBezTo>
                      <a:pt x="95183" y="26440"/>
                      <a:pt x="84607" y="22033"/>
                      <a:pt x="71387" y="22033"/>
                    </a:cubicBezTo>
                    <a:cubicBezTo>
                      <a:pt x="62574" y="22033"/>
                      <a:pt x="54642" y="24236"/>
                      <a:pt x="47151" y="28202"/>
                    </a:cubicBezTo>
                    <a:cubicBezTo>
                      <a:pt x="40100" y="32168"/>
                      <a:pt x="34372" y="37897"/>
                      <a:pt x="29965" y="44948"/>
                    </a:cubicBezTo>
                    <a:cubicBezTo>
                      <a:pt x="25558" y="52439"/>
                      <a:pt x="23355" y="60811"/>
                      <a:pt x="23355" y="70065"/>
                    </a:cubicBezTo>
                    <a:lnTo>
                      <a:pt x="23355" y="159079"/>
                    </a:lnTo>
                    <a:cubicBezTo>
                      <a:pt x="23355" y="160401"/>
                      <a:pt x="22474" y="161723"/>
                      <a:pt x="20711" y="161723"/>
                    </a:cubicBezTo>
                    <a:lnTo>
                      <a:pt x="1763" y="161723"/>
                    </a:lnTo>
                    <a:cubicBezTo>
                      <a:pt x="881" y="160841"/>
                      <a:pt x="0" y="159519"/>
                      <a:pt x="0" y="158197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01E6B68E-444E-7456-73D6-97E41DD822B3}"/>
                  </a:ext>
                </a:extLst>
              </p:cNvPr>
              <p:cNvSpPr/>
              <p:nvPr/>
            </p:nvSpPr>
            <p:spPr>
              <a:xfrm>
                <a:off x="1833862" y="1444325"/>
                <a:ext cx="151867" cy="163926"/>
              </a:xfrm>
              <a:custGeom>
                <a:avLst/>
                <a:gdLst>
                  <a:gd name="connsiteX0" fmla="*/ 77997 w 151867"/>
                  <a:gd name="connsiteY0" fmla="*/ 163926 h 163926"/>
                  <a:gd name="connsiteX1" fmla="*/ 36575 w 151867"/>
                  <a:gd name="connsiteY1" fmla="*/ 152910 h 163926"/>
                  <a:gd name="connsiteX2" fmla="*/ 9694 w 151867"/>
                  <a:gd name="connsiteY2" fmla="*/ 123385 h 163926"/>
                  <a:gd name="connsiteX3" fmla="*/ 0 w 151867"/>
                  <a:gd name="connsiteY3" fmla="*/ 81963 h 163926"/>
                  <a:gd name="connsiteX4" fmla="*/ 9694 w 151867"/>
                  <a:gd name="connsiteY4" fmla="*/ 40541 h 163926"/>
                  <a:gd name="connsiteX5" fmla="*/ 36575 w 151867"/>
                  <a:gd name="connsiteY5" fmla="*/ 11017 h 163926"/>
                  <a:gd name="connsiteX6" fmla="*/ 77997 w 151867"/>
                  <a:gd name="connsiteY6" fmla="*/ 0 h 163926"/>
                  <a:gd name="connsiteX7" fmla="*/ 126029 w 151867"/>
                  <a:gd name="connsiteY7" fmla="*/ 14542 h 163926"/>
                  <a:gd name="connsiteX8" fmla="*/ 151587 w 151867"/>
                  <a:gd name="connsiteY8" fmla="*/ 48913 h 163926"/>
                  <a:gd name="connsiteX9" fmla="*/ 149384 w 151867"/>
                  <a:gd name="connsiteY9" fmla="*/ 51998 h 163926"/>
                  <a:gd name="connsiteX10" fmla="*/ 128673 w 151867"/>
                  <a:gd name="connsiteY10" fmla="*/ 51998 h 163926"/>
                  <a:gd name="connsiteX11" fmla="*/ 126470 w 151867"/>
                  <a:gd name="connsiteY11" fmla="*/ 50676 h 163926"/>
                  <a:gd name="connsiteX12" fmla="*/ 109725 w 151867"/>
                  <a:gd name="connsiteY12" fmla="*/ 29965 h 163926"/>
                  <a:gd name="connsiteX13" fmla="*/ 81082 w 151867"/>
                  <a:gd name="connsiteY13" fmla="*/ 21593 h 163926"/>
                  <a:gd name="connsiteX14" fmla="*/ 50676 w 151867"/>
                  <a:gd name="connsiteY14" fmla="*/ 29965 h 163926"/>
                  <a:gd name="connsiteX15" fmla="*/ 30846 w 151867"/>
                  <a:gd name="connsiteY15" fmla="*/ 51998 h 163926"/>
                  <a:gd name="connsiteX16" fmla="*/ 23796 w 151867"/>
                  <a:gd name="connsiteY16" fmla="*/ 81963 h 163926"/>
                  <a:gd name="connsiteX17" fmla="*/ 30846 w 151867"/>
                  <a:gd name="connsiteY17" fmla="*/ 111928 h 163926"/>
                  <a:gd name="connsiteX18" fmla="*/ 50676 w 151867"/>
                  <a:gd name="connsiteY18" fmla="*/ 133961 h 163926"/>
                  <a:gd name="connsiteX19" fmla="*/ 81082 w 151867"/>
                  <a:gd name="connsiteY19" fmla="*/ 142334 h 163926"/>
                  <a:gd name="connsiteX20" fmla="*/ 109725 w 151867"/>
                  <a:gd name="connsiteY20" fmla="*/ 133961 h 163926"/>
                  <a:gd name="connsiteX21" fmla="*/ 126470 w 151867"/>
                  <a:gd name="connsiteY21" fmla="*/ 113250 h 163926"/>
                  <a:gd name="connsiteX22" fmla="*/ 128673 w 151867"/>
                  <a:gd name="connsiteY22" fmla="*/ 111928 h 163926"/>
                  <a:gd name="connsiteX23" fmla="*/ 149384 w 151867"/>
                  <a:gd name="connsiteY23" fmla="*/ 111928 h 163926"/>
                  <a:gd name="connsiteX24" fmla="*/ 151587 w 151867"/>
                  <a:gd name="connsiteY24" fmla="*/ 115013 h 163926"/>
                  <a:gd name="connsiteX25" fmla="*/ 126029 w 151867"/>
                  <a:gd name="connsiteY25" fmla="*/ 149384 h 163926"/>
                  <a:gd name="connsiteX26" fmla="*/ 77997 w 151867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7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4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7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4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4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3" y="121182"/>
                      <a:pt x="42303" y="128673"/>
                      <a:pt x="50676" y="133961"/>
                    </a:cubicBezTo>
                    <a:cubicBezTo>
                      <a:pt x="59489" y="139249"/>
                      <a:pt x="69624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4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7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94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A71B77AA-0444-9B00-9684-0A397E4BE896}"/>
                  </a:ext>
                </a:extLst>
              </p:cNvPr>
              <p:cNvSpPr/>
              <p:nvPr/>
            </p:nvSpPr>
            <p:spPr>
              <a:xfrm>
                <a:off x="2001314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7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4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7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14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11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5" name="Graphic 2">
              <a:extLst>
                <a:ext uri="{FF2B5EF4-FFF2-40B4-BE49-F238E27FC236}">
                  <a16:creationId xmlns:a16="http://schemas.microsoft.com/office/drawing/2014/main" id="{67E0CEBF-335E-266F-CEFD-1F31C4D9EBB6}"/>
                </a:ext>
              </a:extLst>
            </p:cNvPr>
            <p:cNvGrpSpPr/>
            <p:nvPr/>
          </p:nvGrpSpPr>
          <p:grpSpPr>
            <a:xfrm>
              <a:off x="1011374" y="698727"/>
              <a:ext cx="818104" cy="658184"/>
              <a:chOff x="1018611" y="673609"/>
              <a:chExt cx="764627" cy="615163"/>
            </a:xfrm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8D848F1F-A876-AD71-D833-CDABFC54FE84}"/>
                  </a:ext>
                </a:extLst>
              </p:cNvPr>
              <p:cNvSpPr/>
              <p:nvPr/>
            </p:nvSpPr>
            <p:spPr>
              <a:xfrm>
                <a:off x="1018611" y="673609"/>
                <a:ext cx="764627" cy="615163"/>
              </a:xfrm>
              <a:custGeom>
                <a:avLst/>
                <a:gdLst>
                  <a:gd name="connsiteX0" fmla="*/ 733288 w 764627"/>
                  <a:gd name="connsiteY0" fmla="*/ 493100 h 615163"/>
                  <a:gd name="connsiteX1" fmla="*/ 713459 w 764627"/>
                  <a:gd name="connsiteY1" fmla="*/ 489134 h 615163"/>
                  <a:gd name="connsiteX2" fmla="*/ 590514 w 764627"/>
                  <a:gd name="connsiteY2" fmla="*/ 532319 h 615163"/>
                  <a:gd name="connsiteX3" fmla="*/ 590073 w 764627"/>
                  <a:gd name="connsiteY3" fmla="*/ 532319 h 615163"/>
                  <a:gd name="connsiteX4" fmla="*/ 584345 w 764627"/>
                  <a:gd name="connsiteY4" fmla="*/ 532319 h 615163"/>
                  <a:gd name="connsiteX5" fmla="*/ 580819 w 764627"/>
                  <a:gd name="connsiteY5" fmla="*/ 532319 h 615163"/>
                  <a:gd name="connsiteX6" fmla="*/ 356082 w 764627"/>
                  <a:gd name="connsiteY6" fmla="*/ 307582 h 615163"/>
                  <a:gd name="connsiteX7" fmla="*/ 580819 w 764627"/>
                  <a:gd name="connsiteY7" fmla="*/ 82844 h 615163"/>
                  <a:gd name="connsiteX8" fmla="*/ 584345 w 764627"/>
                  <a:gd name="connsiteY8" fmla="*/ 82844 h 615163"/>
                  <a:gd name="connsiteX9" fmla="*/ 590073 w 764627"/>
                  <a:gd name="connsiteY9" fmla="*/ 82844 h 615163"/>
                  <a:gd name="connsiteX10" fmla="*/ 590514 w 764627"/>
                  <a:gd name="connsiteY10" fmla="*/ 82844 h 615163"/>
                  <a:gd name="connsiteX11" fmla="*/ 713459 w 764627"/>
                  <a:gd name="connsiteY11" fmla="*/ 126029 h 615163"/>
                  <a:gd name="connsiteX12" fmla="*/ 733288 w 764627"/>
                  <a:gd name="connsiteY12" fmla="*/ 122063 h 615163"/>
                  <a:gd name="connsiteX13" fmla="*/ 762813 w 764627"/>
                  <a:gd name="connsiteY13" fmla="*/ 72268 h 615163"/>
                  <a:gd name="connsiteX14" fmla="*/ 758847 w 764627"/>
                  <a:gd name="connsiteY14" fmla="*/ 54642 h 615163"/>
                  <a:gd name="connsiteX15" fmla="*/ 583904 w 764627"/>
                  <a:gd name="connsiteY15" fmla="*/ 0 h 615163"/>
                  <a:gd name="connsiteX16" fmla="*/ 583904 w 764627"/>
                  <a:gd name="connsiteY16" fmla="*/ 0 h 615163"/>
                  <a:gd name="connsiteX17" fmla="*/ 583904 w 764627"/>
                  <a:gd name="connsiteY17" fmla="*/ 0 h 615163"/>
                  <a:gd name="connsiteX18" fmla="*/ 400148 w 764627"/>
                  <a:gd name="connsiteY18" fmla="*/ 61252 h 615163"/>
                  <a:gd name="connsiteX19" fmla="*/ 397064 w 764627"/>
                  <a:gd name="connsiteY19" fmla="*/ 63455 h 615163"/>
                  <a:gd name="connsiteX20" fmla="*/ 260459 w 764627"/>
                  <a:gd name="connsiteY20" fmla="*/ 240601 h 615163"/>
                  <a:gd name="connsiteX21" fmla="*/ 246798 w 764627"/>
                  <a:gd name="connsiteY21" fmla="*/ 241042 h 615163"/>
                  <a:gd name="connsiteX22" fmla="*/ 105787 w 764627"/>
                  <a:gd name="connsiteY22" fmla="*/ 18067 h 615163"/>
                  <a:gd name="connsiteX23" fmla="*/ 96533 w 764627"/>
                  <a:gd name="connsiteY23" fmla="*/ 12779 h 615163"/>
                  <a:gd name="connsiteX24" fmla="*/ 11044 w 764627"/>
                  <a:gd name="connsiteY24" fmla="*/ 12779 h 615163"/>
                  <a:gd name="connsiteX25" fmla="*/ 28 w 764627"/>
                  <a:gd name="connsiteY25" fmla="*/ 24677 h 615163"/>
                  <a:gd name="connsiteX26" fmla="*/ 1790 w 764627"/>
                  <a:gd name="connsiteY26" fmla="*/ 30406 h 615163"/>
                  <a:gd name="connsiteX27" fmla="*/ 186868 w 764627"/>
                  <a:gd name="connsiteY27" fmla="*/ 303175 h 615163"/>
                  <a:gd name="connsiteX28" fmla="*/ 188190 w 764627"/>
                  <a:gd name="connsiteY28" fmla="*/ 307582 h 615163"/>
                  <a:gd name="connsiteX29" fmla="*/ 186868 w 764627"/>
                  <a:gd name="connsiteY29" fmla="*/ 311988 h 615163"/>
                  <a:gd name="connsiteX30" fmla="*/ 1790 w 764627"/>
                  <a:gd name="connsiteY30" fmla="*/ 584758 h 615163"/>
                  <a:gd name="connsiteX31" fmla="*/ 28 w 764627"/>
                  <a:gd name="connsiteY31" fmla="*/ 590486 h 615163"/>
                  <a:gd name="connsiteX32" fmla="*/ 11044 w 764627"/>
                  <a:gd name="connsiteY32" fmla="*/ 602384 h 615163"/>
                  <a:gd name="connsiteX33" fmla="*/ 96533 w 764627"/>
                  <a:gd name="connsiteY33" fmla="*/ 602384 h 615163"/>
                  <a:gd name="connsiteX34" fmla="*/ 105787 w 764627"/>
                  <a:gd name="connsiteY34" fmla="*/ 597096 h 615163"/>
                  <a:gd name="connsiteX35" fmla="*/ 246798 w 764627"/>
                  <a:gd name="connsiteY35" fmla="*/ 374122 h 615163"/>
                  <a:gd name="connsiteX36" fmla="*/ 260459 w 764627"/>
                  <a:gd name="connsiteY36" fmla="*/ 374562 h 615163"/>
                  <a:gd name="connsiteX37" fmla="*/ 397064 w 764627"/>
                  <a:gd name="connsiteY37" fmla="*/ 551708 h 615163"/>
                  <a:gd name="connsiteX38" fmla="*/ 400148 w 764627"/>
                  <a:gd name="connsiteY38" fmla="*/ 553911 h 615163"/>
                  <a:gd name="connsiteX39" fmla="*/ 583904 w 764627"/>
                  <a:gd name="connsiteY39" fmla="*/ 615163 h 615163"/>
                  <a:gd name="connsiteX40" fmla="*/ 583904 w 764627"/>
                  <a:gd name="connsiteY40" fmla="*/ 615163 h 615163"/>
                  <a:gd name="connsiteX41" fmla="*/ 583904 w 764627"/>
                  <a:gd name="connsiteY41" fmla="*/ 615163 h 615163"/>
                  <a:gd name="connsiteX42" fmla="*/ 758847 w 764627"/>
                  <a:gd name="connsiteY42" fmla="*/ 560521 h 615163"/>
                  <a:gd name="connsiteX43" fmla="*/ 762813 w 764627"/>
                  <a:gd name="connsiteY43" fmla="*/ 542895 h 615163"/>
                  <a:gd name="connsiteX44" fmla="*/ 733288 w 764627"/>
                  <a:gd name="connsiteY44" fmla="*/ 493100 h 615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64627" h="615163">
                    <a:moveTo>
                      <a:pt x="733288" y="493100"/>
                    </a:moveTo>
                    <a:cubicBezTo>
                      <a:pt x="729322" y="486049"/>
                      <a:pt x="720069" y="484287"/>
                      <a:pt x="713459" y="489134"/>
                    </a:cubicBezTo>
                    <a:cubicBezTo>
                      <a:pt x="678646" y="514252"/>
                      <a:pt x="636343" y="530116"/>
                      <a:pt x="590514" y="532319"/>
                    </a:cubicBezTo>
                    <a:cubicBezTo>
                      <a:pt x="590514" y="532319"/>
                      <a:pt x="590514" y="532319"/>
                      <a:pt x="590073" y="532319"/>
                    </a:cubicBezTo>
                    <a:cubicBezTo>
                      <a:pt x="588311" y="532319"/>
                      <a:pt x="586107" y="532319"/>
                      <a:pt x="584345" y="532319"/>
                    </a:cubicBezTo>
                    <a:cubicBezTo>
                      <a:pt x="583023" y="532319"/>
                      <a:pt x="582141" y="532319"/>
                      <a:pt x="580819" y="532319"/>
                    </a:cubicBezTo>
                    <a:cubicBezTo>
                      <a:pt x="456553" y="532319"/>
                      <a:pt x="356082" y="431848"/>
                      <a:pt x="356082" y="307582"/>
                    </a:cubicBezTo>
                    <a:cubicBezTo>
                      <a:pt x="356082" y="183315"/>
                      <a:pt x="456994" y="82844"/>
                      <a:pt x="580819" y="82844"/>
                    </a:cubicBezTo>
                    <a:cubicBezTo>
                      <a:pt x="582141" y="82844"/>
                      <a:pt x="583023" y="82844"/>
                      <a:pt x="584345" y="82844"/>
                    </a:cubicBezTo>
                    <a:cubicBezTo>
                      <a:pt x="586107" y="82844"/>
                      <a:pt x="588311" y="82844"/>
                      <a:pt x="590073" y="82844"/>
                    </a:cubicBezTo>
                    <a:cubicBezTo>
                      <a:pt x="590073" y="82844"/>
                      <a:pt x="590514" y="82844"/>
                      <a:pt x="590514" y="82844"/>
                    </a:cubicBezTo>
                    <a:cubicBezTo>
                      <a:pt x="636343" y="84607"/>
                      <a:pt x="678646" y="100471"/>
                      <a:pt x="713459" y="126029"/>
                    </a:cubicBezTo>
                    <a:cubicBezTo>
                      <a:pt x="720069" y="130876"/>
                      <a:pt x="729322" y="129114"/>
                      <a:pt x="733288" y="122063"/>
                    </a:cubicBezTo>
                    <a:lnTo>
                      <a:pt x="762813" y="72268"/>
                    </a:lnTo>
                    <a:cubicBezTo>
                      <a:pt x="766338" y="66099"/>
                      <a:pt x="764575" y="58608"/>
                      <a:pt x="758847" y="54642"/>
                    </a:cubicBezTo>
                    <a:cubicBezTo>
                      <a:pt x="735492" y="38338"/>
                      <a:pt x="671155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472417" y="0"/>
                      <a:pt x="400148" y="61252"/>
                      <a:pt x="400148" y="61252"/>
                    </a:cubicBezTo>
                    <a:cubicBezTo>
                      <a:pt x="400148" y="61252"/>
                      <a:pt x="399267" y="62133"/>
                      <a:pt x="397064" y="63455"/>
                    </a:cubicBezTo>
                    <a:cubicBezTo>
                      <a:pt x="382963" y="74031"/>
                      <a:pt x="322592" y="123385"/>
                      <a:pt x="260459" y="240601"/>
                    </a:cubicBezTo>
                    <a:cubicBezTo>
                      <a:pt x="257374" y="245889"/>
                      <a:pt x="249883" y="245889"/>
                      <a:pt x="246798" y="241042"/>
                    </a:cubicBezTo>
                    <a:lnTo>
                      <a:pt x="105787" y="18067"/>
                    </a:lnTo>
                    <a:cubicBezTo>
                      <a:pt x="103583" y="14982"/>
                      <a:pt x="100499" y="12779"/>
                      <a:pt x="96533" y="12779"/>
                    </a:cubicBezTo>
                    <a:lnTo>
                      <a:pt x="11044" y="12779"/>
                    </a:lnTo>
                    <a:cubicBezTo>
                      <a:pt x="4434" y="12779"/>
                      <a:pt x="-413" y="18508"/>
                      <a:pt x="28" y="24677"/>
                    </a:cubicBezTo>
                    <a:cubicBezTo>
                      <a:pt x="28" y="26440"/>
                      <a:pt x="468" y="28643"/>
                      <a:pt x="1790" y="30406"/>
                    </a:cubicBezTo>
                    <a:lnTo>
                      <a:pt x="186868" y="303175"/>
                    </a:lnTo>
                    <a:cubicBezTo>
                      <a:pt x="187750" y="304497"/>
                      <a:pt x="188190" y="305819"/>
                      <a:pt x="188190" y="307582"/>
                    </a:cubicBezTo>
                    <a:cubicBezTo>
                      <a:pt x="188190" y="308904"/>
                      <a:pt x="187750" y="310666"/>
                      <a:pt x="186868" y="311988"/>
                    </a:cubicBezTo>
                    <a:lnTo>
                      <a:pt x="1790" y="584758"/>
                    </a:lnTo>
                    <a:cubicBezTo>
                      <a:pt x="468" y="586520"/>
                      <a:pt x="28" y="588724"/>
                      <a:pt x="28" y="590486"/>
                    </a:cubicBezTo>
                    <a:cubicBezTo>
                      <a:pt x="-413" y="596655"/>
                      <a:pt x="4434" y="602384"/>
                      <a:pt x="11044" y="602384"/>
                    </a:cubicBezTo>
                    <a:lnTo>
                      <a:pt x="96533" y="602384"/>
                    </a:lnTo>
                    <a:cubicBezTo>
                      <a:pt x="100499" y="602384"/>
                      <a:pt x="103583" y="600621"/>
                      <a:pt x="105787" y="597096"/>
                    </a:cubicBezTo>
                    <a:lnTo>
                      <a:pt x="246798" y="374122"/>
                    </a:lnTo>
                    <a:cubicBezTo>
                      <a:pt x="250323" y="369274"/>
                      <a:pt x="257374" y="369715"/>
                      <a:pt x="260459" y="374562"/>
                    </a:cubicBezTo>
                    <a:cubicBezTo>
                      <a:pt x="322592" y="492219"/>
                      <a:pt x="382963" y="541132"/>
                      <a:pt x="397064" y="551708"/>
                    </a:cubicBezTo>
                    <a:cubicBezTo>
                      <a:pt x="399267" y="553030"/>
                      <a:pt x="400148" y="553911"/>
                      <a:pt x="400148" y="553911"/>
                    </a:cubicBezTo>
                    <a:cubicBezTo>
                      <a:pt x="400148" y="553911"/>
                      <a:pt x="472417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671155" y="615163"/>
                      <a:pt x="735051" y="576826"/>
                      <a:pt x="758847" y="560521"/>
                    </a:cubicBezTo>
                    <a:cubicBezTo>
                      <a:pt x="764575" y="556555"/>
                      <a:pt x="766338" y="548623"/>
                      <a:pt x="762813" y="542895"/>
                    </a:cubicBezTo>
                    <a:lnTo>
                      <a:pt x="733288" y="493100"/>
                    </a:lnTo>
                    <a:close/>
                  </a:path>
                </a:pathLst>
              </a:custGeom>
              <a:solidFill>
                <a:srgbClr val="FFFFFF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32960F0-E743-3AED-D66E-3154B4DD08BE}"/>
                  </a:ext>
                </a:extLst>
              </p:cNvPr>
              <p:cNvSpPr/>
              <p:nvPr/>
            </p:nvSpPr>
            <p:spPr>
              <a:xfrm>
                <a:off x="1462385" y="846348"/>
                <a:ext cx="269684" cy="269684"/>
              </a:xfrm>
              <a:custGeom>
                <a:avLst/>
                <a:gdLst>
                  <a:gd name="connsiteX0" fmla="*/ 269685 w 269684"/>
                  <a:gd name="connsiteY0" fmla="*/ 134842 h 269684"/>
                  <a:gd name="connsiteX1" fmla="*/ 134842 w 269684"/>
                  <a:gd name="connsiteY1" fmla="*/ 269685 h 269684"/>
                  <a:gd name="connsiteX2" fmla="*/ 0 w 269684"/>
                  <a:gd name="connsiteY2" fmla="*/ 134842 h 269684"/>
                  <a:gd name="connsiteX3" fmla="*/ 134842 w 269684"/>
                  <a:gd name="connsiteY3" fmla="*/ 0 h 269684"/>
                  <a:gd name="connsiteX4" fmla="*/ 269685 w 269684"/>
                  <a:gd name="connsiteY4" fmla="*/ 134842 h 269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9684" h="269684">
                    <a:moveTo>
                      <a:pt x="269685" y="134842"/>
                    </a:moveTo>
                    <a:cubicBezTo>
                      <a:pt x="269685" y="209314"/>
                      <a:pt x="209314" y="269685"/>
                      <a:pt x="134842" y="269685"/>
                    </a:cubicBezTo>
                    <a:cubicBezTo>
                      <a:pt x="60371" y="269685"/>
                      <a:pt x="0" y="209314"/>
                      <a:pt x="0" y="134842"/>
                    </a:cubicBezTo>
                    <a:cubicBezTo>
                      <a:pt x="0" y="60371"/>
                      <a:pt x="60371" y="0"/>
                      <a:pt x="134842" y="0"/>
                    </a:cubicBezTo>
                    <a:cubicBezTo>
                      <a:pt x="209314" y="0"/>
                      <a:pt x="269685" y="60371"/>
                      <a:pt x="269685" y="134842"/>
                    </a:cubicBezTo>
                    <a:close/>
                  </a:path>
                </a:pathLst>
              </a:custGeom>
              <a:solidFill>
                <a:srgbClr val="FFB308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059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2">
            <a:extLst>
              <a:ext uri="{FF2B5EF4-FFF2-40B4-BE49-F238E27FC236}">
                <a16:creationId xmlns:a16="http://schemas.microsoft.com/office/drawing/2014/main" id="{3147B736-9AF4-0D3D-32DD-96F7FE0337E3}"/>
              </a:ext>
            </a:extLst>
          </p:cNvPr>
          <p:cNvSpPr/>
          <p:nvPr userDrawn="1"/>
        </p:nvSpPr>
        <p:spPr>
          <a:xfrm rot="10800000" flipH="1">
            <a:off x="0" y="0"/>
            <a:ext cx="11005306" cy="5059644"/>
          </a:xfrm>
          <a:custGeom>
            <a:avLst/>
            <a:gdLst>
              <a:gd name="connsiteX0" fmla="*/ 0 w 6250330"/>
              <a:gd name="connsiteY0" fmla="*/ 4852686 h 4852686"/>
              <a:gd name="connsiteX1" fmla="*/ 6250330 w 6250330"/>
              <a:gd name="connsiteY1" fmla="*/ 0 h 4852686"/>
              <a:gd name="connsiteX2" fmla="*/ 5144023 w 6250330"/>
              <a:gd name="connsiteY2" fmla="*/ 4852685 h 4852686"/>
              <a:gd name="connsiteX3" fmla="*/ 0 w 6250330"/>
              <a:gd name="connsiteY3" fmla="*/ 4852686 h 485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50330" h="4852686">
                <a:moveTo>
                  <a:pt x="0" y="4852686"/>
                </a:moveTo>
                <a:lnTo>
                  <a:pt x="6250330" y="0"/>
                </a:lnTo>
                <a:lnTo>
                  <a:pt x="5144023" y="4852685"/>
                </a:lnTo>
                <a:lnTo>
                  <a:pt x="0" y="485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en-US"/>
            </a:pPr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2F3F263-D12E-DB67-8934-451D79F63C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466" y="-11575"/>
            <a:ext cx="11721534" cy="3866277"/>
          </a:xfrm>
          <a:custGeom>
            <a:avLst/>
            <a:gdLst>
              <a:gd name="connsiteX0" fmla="*/ 4201611 w 11721534"/>
              <a:gd name="connsiteY0" fmla="*/ 0 h 3866277"/>
              <a:gd name="connsiteX1" fmla="*/ 11721534 w 11721534"/>
              <a:gd name="connsiteY1" fmla="*/ 0 h 3866277"/>
              <a:gd name="connsiteX2" fmla="*/ 11721534 w 11721534"/>
              <a:gd name="connsiteY2" fmla="*/ 3314741 h 3866277"/>
              <a:gd name="connsiteX3" fmla="*/ 0 w 11721534"/>
              <a:gd name="connsiteY3" fmla="*/ 3866277 h 386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1534" h="3866277">
                <a:moveTo>
                  <a:pt x="4201611" y="0"/>
                </a:moveTo>
                <a:lnTo>
                  <a:pt x="11721534" y="0"/>
                </a:lnTo>
                <a:lnTo>
                  <a:pt x="11721534" y="3314741"/>
                </a:lnTo>
                <a:lnTo>
                  <a:pt x="0" y="386627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>
              <a:defRPr lang="en-US"/>
            </a:pPr>
            <a:r>
              <a:rPr lang="en-US"/>
              <a:t>Click icon to add picture</a:t>
            </a:r>
            <a:endParaRPr lang="en-IN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2AB36300-42C6-08BD-F059-307EE2A24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097781"/>
            <a:ext cx="6324600" cy="1041971"/>
          </a:xfrm>
        </p:spPr>
        <p:txBody>
          <a:bodyPr anchor="b">
            <a:noAutofit/>
          </a:bodyPr>
          <a:lstStyle>
            <a:lvl1pPr algn="l">
              <a:defRPr sz="4800" b="0">
                <a:latin typeface="+mj-lt"/>
              </a:defRPr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31F4B8-01E3-9925-0FF9-D754E222185E}"/>
              </a:ext>
            </a:extLst>
          </p:cNvPr>
          <p:cNvCxnSpPr/>
          <p:nvPr userDrawn="1"/>
        </p:nvCxnSpPr>
        <p:spPr>
          <a:xfrm>
            <a:off x="1075764" y="5410200"/>
            <a:ext cx="1052052" cy="0"/>
          </a:xfrm>
          <a:prstGeom prst="line">
            <a:avLst/>
          </a:prstGeom>
          <a:ln w="38100">
            <a:solidFill>
              <a:srgbClr val="FFB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2A6E272-AE81-C170-8179-AA9656090D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0600" y="5715000"/>
            <a:ext cx="5105400" cy="56832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>
              <a:defRPr lang="en-US"/>
            </a:pPr>
            <a:r>
              <a:rPr lang="en-US"/>
              <a:t>Click to edit Master text styles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F4BE5D0-F167-1F8E-9C59-1B32098CE4A3}"/>
              </a:ext>
            </a:extLst>
          </p:cNvPr>
          <p:cNvGrpSpPr/>
          <p:nvPr/>
        </p:nvGrpSpPr>
        <p:grpSpPr>
          <a:xfrm>
            <a:off x="10496475" y="5639540"/>
            <a:ext cx="1208947" cy="745566"/>
            <a:chOff x="5715000" y="3158491"/>
            <a:chExt cx="899406" cy="554671"/>
          </a:xfrm>
        </p:grpSpPr>
        <p:grpSp>
          <p:nvGrpSpPr>
            <p:cNvPr id="80" name="Graphic 2">
              <a:extLst>
                <a:ext uri="{FF2B5EF4-FFF2-40B4-BE49-F238E27FC236}">
                  <a16:creationId xmlns:a16="http://schemas.microsoft.com/office/drawing/2014/main" id="{3CD22E46-8E12-46DE-6A17-ADB4572ED09C}"/>
                </a:ext>
              </a:extLst>
            </p:cNvPr>
            <p:cNvGrpSpPr/>
            <p:nvPr/>
          </p:nvGrpSpPr>
          <p:grpSpPr>
            <a:xfrm>
              <a:off x="5715000" y="3579529"/>
              <a:ext cx="899406" cy="133633"/>
              <a:chOff x="643099" y="1383073"/>
              <a:chExt cx="1515530" cy="225177"/>
            </a:xfrm>
            <a:solidFill>
              <a:schemeClr val="tx1"/>
            </a:solidFill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DED2D6AD-46C0-1BAA-585B-015764F71894}"/>
                  </a:ext>
                </a:extLst>
              </p:cNvPr>
              <p:cNvSpPr/>
              <p:nvPr/>
            </p:nvSpPr>
            <p:spPr>
              <a:xfrm>
                <a:off x="643099" y="1447410"/>
                <a:ext cx="145170" cy="158638"/>
              </a:xfrm>
              <a:custGeom>
                <a:avLst/>
                <a:gdLst>
                  <a:gd name="connsiteX0" fmla="*/ 537 w 145170"/>
                  <a:gd name="connsiteY0" fmla="*/ 154672 h 158638"/>
                  <a:gd name="connsiteX1" fmla="*/ 57823 w 145170"/>
                  <a:gd name="connsiteY1" fmla="*/ 78438 h 158638"/>
                  <a:gd name="connsiteX2" fmla="*/ 57823 w 145170"/>
                  <a:gd name="connsiteY2" fmla="*/ 75353 h 158638"/>
                  <a:gd name="connsiteX3" fmla="*/ 4503 w 145170"/>
                  <a:gd name="connsiteY3" fmla="*/ 3966 h 158638"/>
                  <a:gd name="connsiteX4" fmla="*/ 6266 w 145170"/>
                  <a:gd name="connsiteY4" fmla="*/ 0 h 158638"/>
                  <a:gd name="connsiteX5" fmla="*/ 30502 w 145170"/>
                  <a:gd name="connsiteY5" fmla="*/ 0 h 158638"/>
                  <a:gd name="connsiteX6" fmla="*/ 32705 w 145170"/>
                  <a:gd name="connsiteY6" fmla="*/ 881 h 158638"/>
                  <a:gd name="connsiteX7" fmla="*/ 70602 w 145170"/>
                  <a:gd name="connsiteY7" fmla="*/ 56845 h 158638"/>
                  <a:gd name="connsiteX8" fmla="*/ 74568 w 145170"/>
                  <a:gd name="connsiteY8" fmla="*/ 56845 h 158638"/>
                  <a:gd name="connsiteX9" fmla="*/ 112465 w 145170"/>
                  <a:gd name="connsiteY9" fmla="*/ 881 h 158638"/>
                  <a:gd name="connsiteX10" fmla="*/ 114668 w 145170"/>
                  <a:gd name="connsiteY10" fmla="*/ 0 h 158638"/>
                  <a:gd name="connsiteX11" fmla="*/ 138905 w 145170"/>
                  <a:gd name="connsiteY11" fmla="*/ 0 h 158638"/>
                  <a:gd name="connsiteX12" fmla="*/ 140667 w 145170"/>
                  <a:gd name="connsiteY12" fmla="*/ 3966 h 158638"/>
                  <a:gd name="connsiteX13" fmla="*/ 87347 w 145170"/>
                  <a:gd name="connsiteY13" fmla="*/ 75353 h 158638"/>
                  <a:gd name="connsiteX14" fmla="*/ 87347 w 145170"/>
                  <a:gd name="connsiteY14" fmla="*/ 78438 h 158638"/>
                  <a:gd name="connsiteX15" fmla="*/ 144633 w 145170"/>
                  <a:gd name="connsiteY15" fmla="*/ 154672 h 158638"/>
                  <a:gd name="connsiteX16" fmla="*/ 142871 w 145170"/>
                  <a:gd name="connsiteY16" fmla="*/ 158638 h 158638"/>
                  <a:gd name="connsiteX17" fmla="*/ 118634 w 145170"/>
                  <a:gd name="connsiteY17" fmla="*/ 158638 h 158638"/>
                  <a:gd name="connsiteX18" fmla="*/ 116431 w 145170"/>
                  <a:gd name="connsiteY18" fmla="*/ 157757 h 158638"/>
                  <a:gd name="connsiteX19" fmla="*/ 74568 w 145170"/>
                  <a:gd name="connsiteY19" fmla="*/ 96945 h 158638"/>
                  <a:gd name="connsiteX20" fmla="*/ 70602 w 145170"/>
                  <a:gd name="connsiteY20" fmla="*/ 96945 h 158638"/>
                  <a:gd name="connsiteX21" fmla="*/ 28299 w 145170"/>
                  <a:gd name="connsiteY21" fmla="*/ 157757 h 158638"/>
                  <a:gd name="connsiteX22" fmla="*/ 26095 w 145170"/>
                  <a:gd name="connsiteY22" fmla="*/ 158638 h 158638"/>
                  <a:gd name="connsiteX23" fmla="*/ 2300 w 145170"/>
                  <a:gd name="connsiteY23" fmla="*/ 158638 h 158638"/>
                  <a:gd name="connsiteX24" fmla="*/ 537 w 145170"/>
                  <a:gd name="connsiteY24" fmla="*/ 154672 h 158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5170" h="158638">
                    <a:moveTo>
                      <a:pt x="537" y="154672"/>
                    </a:moveTo>
                    <a:lnTo>
                      <a:pt x="57823" y="78438"/>
                    </a:lnTo>
                    <a:cubicBezTo>
                      <a:pt x="58264" y="77556"/>
                      <a:pt x="58264" y="76234"/>
                      <a:pt x="57823" y="75353"/>
                    </a:cubicBezTo>
                    <a:lnTo>
                      <a:pt x="4503" y="3966"/>
                    </a:lnTo>
                    <a:cubicBezTo>
                      <a:pt x="3181" y="2203"/>
                      <a:pt x="4503" y="0"/>
                      <a:pt x="6266" y="0"/>
                    </a:cubicBezTo>
                    <a:lnTo>
                      <a:pt x="30502" y="0"/>
                    </a:lnTo>
                    <a:cubicBezTo>
                      <a:pt x="31383" y="0"/>
                      <a:pt x="32265" y="441"/>
                      <a:pt x="32705" y="881"/>
                    </a:cubicBezTo>
                    <a:lnTo>
                      <a:pt x="70602" y="56845"/>
                    </a:lnTo>
                    <a:cubicBezTo>
                      <a:pt x="71484" y="58167"/>
                      <a:pt x="73687" y="58167"/>
                      <a:pt x="74568" y="56845"/>
                    </a:cubicBezTo>
                    <a:lnTo>
                      <a:pt x="112465" y="881"/>
                    </a:lnTo>
                    <a:cubicBezTo>
                      <a:pt x="112906" y="0"/>
                      <a:pt x="113787" y="0"/>
                      <a:pt x="114668" y="0"/>
                    </a:cubicBezTo>
                    <a:lnTo>
                      <a:pt x="138905" y="0"/>
                    </a:lnTo>
                    <a:cubicBezTo>
                      <a:pt x="141108" y="0"/>
                      <a:pt x="141989" y="2203"/>
                      <a:pt x="140667" y="3966"/>
                    </a:cubicBezTo>
                    <a:lnTo>
                      <a:pt x="87347" y="75353"/>
                    </a:lnTo>
                    <a:cubicBezTo>
                      <a:pt x="86907" y="76234"/>
                      <a:pt x="86907" y="77556"/>
                      <a:pt x="87347" y="78438"/>
                    </a:cubicBezTo>
                    <a:lnTo>
                      <a:pt x="144633" y="154672"/>
                    </a:lnTo>
                    <a:cubicBezTo>
                      <a:pt x="145955" y="156435"/>
                      <a:pt x="144633" y="158638"/>
                      <a:pt x="142871" y="158638"/>
                    </a:cubicBezTo>
                    <a:lnTo>
                      <a:pt x="118634" y="158638"/>
                    </a:lnTo>
                    <a:cubicBezTo>
                      <a:pt x="117753" y="158638"/>
                      <a:pt x="116872" y="158197"/>
                      <a:pt x="116431" y="157757"/>
                    </a:cubicBezTo>
                    <a:lnTo>
                      <a:pt x="74568" y="96945"/>
                    </a:lnTo>
                    <a:cubicBezTo>
                      <a:pt x="73687" y="95624"/>
                      <a:pt x="71484" y="95624"/>
                      <a:pt x="70602" y="96945"/>
                    </a:cubicBezTo>
                    <a:lnTo>
                      <a:pt x="28299" y="157757"/>
                    </a:lnTo>
                    <a:cubicBezTo>
                      <a:pt x="27858" y="158197"/>
                      <a:pt x="26977" y="158638"/>
                      <a:pt x="26095" y="158638"/>
                    </a:cubicBezTo>
                    <a:lnTo>
                      <a:pt x="2300" y="158638"/>
                    </a:lnTo>
                    <a:cubicBezTo>
                      <a:pt x="537" y="158638"/>
                      <a:pt x="-785" y="155994"/>
                      <a:pt x="537" y="154672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28FF7FA8-09E3-1CF3-7B44-AF50A2AD3A17}"/>
                  </a:ext>
                </a:extLst>
              </p:cNvPr>
              <p:cNvSpPr/>
              <p:nvPr/>
            </p:nvSpPr>
            <p:spPr>
              <a:xfrm>
                <a:off x="786851" y="1444325"/>
                <a:ext cx="151868" cy="163926"/>
              </a:xfrm>
              <a:custGeom>
                <a:avLst/>
                <a:gdLst>
                  <a:gd name="connsiteX0" fmla="*/ 77997 w 151868"/>
                  <a:gd name="connsiteY0" fmla="*/ 163926 h 163926"/>
                  <a:gd name="connsiteX1" fmla="*/ 36575 w 151868"/>
                  <a:gd name="connsiteY1" fmla="*/ 152910 h 163926"/>
                  <a:gd name="connsiteX2" fmla="*/ 9695 w 151868"/>
                  <a:gd name="connsiteY2" fmla="*/ 123385 h 163926"/>
                  <a:gd name="connsiteX3" fmla="*/ 0 w 151868"/>
                  <a:gd name="connsiteY3" fmla="*/ 81963 h 163926"/>
                  <a:gd name="connsiteX4" fmla="*/ 9695 w 151868"/>
                  <a:gd name="connsiteY4" fmla="*/ 40541 h 163926"/>
                  <a:gd name="connsiteX5" fmla="*/ 36575 w 151868"/>
                  <a:gd name="connsiteY5" fmla="*/ 11017 h 163926"/>
                  <a:gd name="connsiteX6" fmla="*/ 77997 w 151868"/>
                  <a:gd name="connsiteY6" fmla="*/ 0 h 163926"/>
                  <a:gd name="connsiteX7" fmla="*/ 126029 w 151868"/>
                  <a:gd name="connsiteY7" fmla="*/ 14542 h 163926"/>
                  <a:gd name="connsiteX8" fmla="*/ 151588 w 151868"/>
                  <a:gd name="connsiteY8" fmla="*/ 48913 h 163926"/>
                  <a:gd name="connsiteX9" fmla="*/ 149384 w 151868"/>
                  <a:gd name="connsiteY9" fmla="*/ 51998 h 163926"/>
                  <a:gd name="connsiteX10" fmla="*/ 128673 w 151868"/>
                  <a:gd name="connsiteY10" fmla="*/ 51998 h 163926"/>
                  <a:gd name="connsiteX11" fmla="*/ 126470 w 151868"/>
                  <a:gd name="connsiteY11" fmla="*/ 50676 h 163926"/>
                  <a:gd name="connsiteX12" fmla="*/ 109725 w 151868"/>
                  <a:gd name="connsiteY12" fmla="*/ 29965 h 163926"/>
                  <a:gd name="connsiteX13" fmla="*/ 81082 w 151868"/>
                  <a:gd name="connsiteY13" fmla="*/ 21593 h 163926"/>
                  <a:gd name="connsiteX14" fmla="*/ 50676 w 151868"/>
                  <a:gd name="connsiteY14" fmla="*/ 29965 h 163926"/>
                  <a:gd name="connsiteX15" fmla="*/ 30846 w 151868"/>
                  <a:gd name="connsiteY15" fmla="*/ 51998 h 163926"/>
                  <a:gd name="connsiteX16" fmla="*/ 23796 w 151868"/>
                  <a:gd name="connsiteY16" fmla="*/ 81963 h 163926"/>
                  <a:gd name="connsiteX17" fmla="*/ 30846 w 151868"/>
                  <a:gd name="connsiteY17" fmla="*/ 111928 h 163926"/>
                  <a:gd name="connsiteX18" fmla="*/ 50676 w 151868"/>
                  <a:gd name="connsiteY18" fmla="*/ 133961 h 163926"/>
                  <a:gd name="connsiteX19" fmla="*/ 81082 w 151868"/>
                  <a:gd name="connsiteY19" fmla="*/ 142334 h 163926"/>
                  <a:gd name="connsiteX20" fmla="*/ 109725 w 151868"/>
                  <a:gd name="connsiteY20" fmla="*/ 133961 h 163926"/>
                  <a:gd name="connsiteX21" fmla="*/ 126470 w 151868"/>
                  <a:gd name="connsiteY21" fmla="*/ 113250 h 163926"/>
                  <a:gd name="connsiteX22" fmla="*/ 128673 w 151868"/>
                  <a:gd name="connsiteY22" fmla="*/ 111928 h 163926"/>
                  <a:gd name="connsiteX23" fmla="*/ 149384 w 151868"/>
                  <a:gd name="connsiteY23" fmla="*/ 111928 h 163926"/>
                  <a:gd name="connsiteX24" fmla="*/ 151588 w 151868"/>
                  <a:gd name="connsiteY24" fmla="*/ 115013 h 163926"/>
                  <a:gd name="connsiteX25" fmla="*/ 126029 w 151868"/>
                  <a:gd name="connsiteY25" fmla="*/ 149384 h 163926"/>
                  <a:gd name="connsiteX26" fmla="*/ 77997 w 151868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8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5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8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5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5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4" y="121182"/>
                      <a:pt x="42303" y="128673"/>
                      <a:pt x="50676" y="133961"/>
                    </a:cubicBezTo>
                    <a:cubicBezTo>
                      <a:pt x="59489" y="139249"/>
                      <a:pt x="69625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5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8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50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64C12B87-2F42-6EC8-3ABF-DFEA1B5FD285}"/>
                  </a:ext>
                </a:extLst>
              </p:cNvPr>
              <p:cNvSpPr/>
              <p:nvPr/>
            </p:nvSpPr>
            <p:spPr>
              <a:xfrm>
                <a:off x="953862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5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6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5013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88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574D3D43-6C24-0A8D-309B-1C5FC4FEB095}"/>
                  </a:ext>
                </a:extLst>
              </p:cNvPr>
              <p:cNvSpPr/>
              <p:nvPr/>
            </p:nvSpPr>
            <p:spPr>
              <a:xfrm>
                <a:off x="1130567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4337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A1C150F-14B6-9F71-267E-6554CAE395D0}"/>
                  </a:ext>
                </a:extLst>
              </p:cNvPr>
              <p:cNvSpPr/>
              <p:nvPr/>
            </p:nvSpPr>
            <p:spPr>
              <a:xfrm>
                <a:off x="1307272" y="1383073"/>
                <a:ext cx="158197" cy="225177"/>
              </a:xfrm>
              <a:custGeom>
                <a:avLst/>
                <a:gdLst>
                  <a:gd name="connsiteX0" fmla="*/ 77116 w 158197"/>
                  <a:gd name="connsiteY0" fmla="*/ 225178 h 225177"/>
                  <a:gd name="connsiteX1" fmla="*/ 36575 w 158197"/>
                  <a:gd name="connsiteY1" fmla="*/ 214161 h 225177"/>
                  <a:gd name="connsiteX2" fmla="*/ 9695 w 158197"/>
                  <a:gd name="connsiteY2" fmla="*/ 184637 h 225177"/>
                  <a:gd name="connsiteX3" fmla="*/ 0 w 158197"/>
                  <a:gd name="connsiteY3" fmla="*/ 143215 h 225177"/>
                  <a:gd name="connsiteX4" fmla="*/ 9695 w 158197"/>
                  <a:gd name="connsiteY4" fmla="*/ 101793 h 225177"/>
                  <a:gd name="connsiteX5" fmla="*/ 36575 w 158197"/>
                  <a:gd name="connsiteY5" fmla="*/ 72268 h 225177"/>
                  <a:gd name="connsiteX6" fmla="*/ 77116 w 158197"/>
                  <a:gd name="connsiteY6" fmla="*/ 61252 h 225177"/>
                  <a:gd name="connsiteX7" fmla="*/ 111047 w 158197"/>
                  <a:gd name="connsiteY7" fmla="*/ 68743 h 225177"/>
                  <a:gd name="connsiteX8" fmla="*/ 129554 w 158197"/>
                  <a:gd name="connsiteY8" fmla="*/ 83726 h 225177"/>
                  <a:gd name="connsiteX9" fmla="*/ 133961 w 158197"/>
                  <a:gd name="connsiteY9" fmla="*/ 81963 h 225177"/>
                  <a:gd name="connsiteX10" fmla="*/ 133961 w 158197"/>
                  <a:gd name="connsiteY10" fmla="*/ 2644 h 225177"/>
                  <a:gd name="connsiteX11" fmla="*/ 136605 w 158197"/>
                  <a:gd name="connsiteY11" fmla="*/ 0 h 225177"/>
                  <a:gd name="connsiteX12" fmla="*/ 155553 w 158197"/>
                  <a:gd name="connsiteY12" fmla="*/ 0 h 225177"/>
                  <a:gd name="connsiteX13" fmla="*/ 158197 w 158197"/>
                  <a:gd name="connsiteY13" fmla="*/ 2644 h 225177"/>
                  <a:gd name="connsiteX14" fmla="*/ 158197 w 158197"/>
                  <a:gd name="connsiteY14" fmla="*/ 219449 h 225177"/>
                  <a:gd name="connsiteX15" fmla="*/ 155553 w 158197"/>
                  <a:gd name="connsiteY15" fmla="*/ 222093 h 225177"/>
                  <a:gd name="connsiteX16" fmla="*/ 136605 w 158197"/>
                  <a:gd name="connsiteY16" fmla="*/ 222093 h 225177"/>
                  <a:gd name="connsiteX17" fmla="*/ 133961 w 158197"/>
                  <a:gd name="connsiteY17" fmla="*/ 219449 h 225177"/>
                  <a:gd name="connsiteX18" fmla="*/ 133961 w 158197"/>
                  <a:gd name="connsiteY18" fmla="*/ 203586 h 225177"/>
                  <a:gd name="connsiteX19" fmla="*/ 129554 w 158197"/>
                  <a:gd name="connsiteY19" fmla="*/ 201823 h 225177"/>
                  <a:gd name="connsiteX20" fmla="*/ 111047 w 158197"/>
                  <a:gd name="connsiteY20" fmla="*/ 216805 h 225177"/>
                  <a:gd name="connsiteX21" fmla="*/ 77116 w 158197"/>
                  <a:gd name="connsiteY21" fmla="*/ 225178 h 225177"/>
                  <a:gd name="connsiteX22" fmla="*/ 80200 w 158197"/>
                  <a:gd name="connsiteY22" fmla="*/ 204026 h 225177"/>
                  <a:gd name="connsiteX23" fmla="*/ 110165 w 158197"/>
                  <a:gd name="connsiteY23" fmla="*/ 195654 h 225177"/>
                  <a:gd name="connsiteX24" fmla="*/ 128673 w 158197"/>
                  <a:gd name="connsiteY24" fmla="*/ 173621 h 225177"/>
                  <a:gd name="connsiteX25" fmla="*/ 134842 w 158197"/>
                  <a:gd name="connsiteY25" fmla="*/ 143656 h 225177"/>
                  <a:gd name="connsiteX26" fmla="*/ 128673 w 158197"/>
                  <a:gd name="connsiteY26" fmla="*/ 113691 h 225177"/>
                  <a:gd name="connsiteX27" fmla="*/ 110165 w 158197"/>
                  <a:gd name="connsiteY27" fmla="*/ 91658 h 225177"/>
                  <a:gd name="connsiteX28" fmla="*/ 80200 w 158197"/>
                  <a:gd name="connsiteY28" fmla="*/ 83285 h 225177"/>
                  <a:gd name="connsiteX29" fmla="*/ 50235 w 158197"/>
                  <a:gd name="connsiteY29" fmla="*/ 91658 h 225177"/>
                  <a:gd name="connsiteX30" fmla="*/ 30846 w 158197"/>
                  <a:gd name="connsiteY30" fmla="*/ 113691 h 225177"/>
                  <a:gd name="connsiteX31" fmla="*/ 24236 w 158197"/>
                  <a:gd name="connsiteY31" fmla="*/ 143656 h 225177"/>
                  <a:gd name="connsiteX32" fmla="*/ 30846 w 158197"/>
                  <a:gd name="connsiteY32" fmla="*/ 173621 h 225177"/>
                  <a:gd name="connsiteX33" fmla="*/ 50235 w 158197"/>
                  <a:gd name="connsiteY33" fmla="*/ 195654 h 225177"/>
                  <a:gd name="connsiteX34" fmla="*/ 80200 w 158197"/>
                  <a:gd name="connsiteY34" fmla="*/ 204026 h 22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225177">
                    <a:moveTo>
                      <a:pt x="77116" y="225178"/>
                    </a:moveTo>
                    <a:cubicBezTo>
                      <a:pt x="61693" y="225178"/>
                      <a:pt x="48032" y="221653"/>
                      <a:pt x="36575" y="214161"/>
                    </a:cubicBezTo>
                    <a:cubicBezTo>
                      <a:pt x="25118" y="206670"/>
                      <a:pt x="16304" y="196976"/>
                      <a:pt x="9695" y="184637"/>
                    </a:cubicBezTo>
                    <a:cubicBezTo>
                      <a:pt x="3525" y="172299"/>
                      <a:pt x="0" y="158638"/>
                      <a:pt x="0" y="143215"/>
                    </a:cubicBezTo>
                    <a:cubicBezTo>
                      <a:pt x="0" y="127792"/>
                      <a:pt x="3085" y="114131"/>
                      <a:pt x="9695" y="101793"/>
                    </a:cubicBezTo>
                    <a:cubicBezTo>
                      <a:pt x="15864" y="89454"/>
                      <a:pt x="25118" y="79760"/>
                      <a:pt x="36575" y="72268"/>
                    </a:cubicBezTo>
                    <a:cubicBezTo>
                      <a:pt x="48032" y="64777"/>
                      <a:pt x="61693" y="61252"/>
                      <a:pt x="77116" y="61252"/>
                    </a:cubicBezTo>
                    <a:cubicBezTo>
                      <a:pt x="90336" y="61252"/>
                      <a:pt x="101352" y="63896"/>
                      <a:pt x="111047" y="68743"/>
                    </a:cubicBezTo>
                    <a:cubicBezTo>
                      <a:pt x="118097" y="72709"/>
                      <a:pt x="124707" y="77556"/>
                      <a:pt x="129554" y="83726"/>
                    </a:cubicBezTo>
                    <a:cubicBezTo>
                      <a:pt x="130876" y="85488"/>
                      <a:pt x="133961" y="84607"/>
                      <a:pt x="133961" y="81963"/>
                    </a:cubicBezTo>
                    <a:lnTo>
                      <a:pt x="133961" y="2644"/>
                    </a:lnTo>
                    <a:cubicBezTo>
                      <a:pt x="133961" y="1322"/>
                      <a:pt x="134842" y="0"/>
                      <a:pt x="136605" y="0"/>
                    </a:cubicBezTo>
                    <a:lnTo>
                      <a:pt x="155553" y="0"/>
                    </a:lnTo>
                    <a:cubicBezTo>
                      <a:pt x="156875" y="0"/>
                      <a:pt x="158197" y="881"/>
                      <a:pt x="158197" y="2644"/>
                    </a:cubicBezTo>
                    <a:lnTo>
                      <a:pt x="158197" y="219449"/>
                    </a:lnTo>
                    <a:cubicBezTo>
                      <a:pt x="158197" y="220771"/>
                      <a:pt x="157316" y="222093"/>
                      <a:pt x="155553" y="222093"/>
                    </a:cubicBezTo>
                    <a:lnTo>
                      <a:pt x="136605" y="222093"/>
                    </a:lnTo>
                    <a:cubicBezTo>
                      <a:pt x="135283" y="222093"/>
                      <a:pt x="133961" y="221212"/>
                      <a:pt x="133961" y="219449"/>
                    </a:cubicBezTo>
                    <a:lnTo>
                      <a:pt x="133961" y="203586"/>
                    </a:lnTo>
                    <a:cubicBezTo>
                      <a:pt x="133961" y="201382"/>
                      <a:pt x="131317" y="200501"/>
                      <a:pt x="129554" y="201823"/>
                    </a:cubicBezTo>
                    <a:cubicBezTo>
                      <a:pt x="124266" y="207992"/>
                      <a:pt x="118097" y="212840"/>
                      <a:pt x="111047" y="216805"/>
                    </a:cubicBezTo>
                    <a:cubicBezTo>
                      <a:pt x="101352" y="222975"/>
                      <a:pt x="89895" y="225178"/>
                      <a:pt x="77116" y="225178"/>
                    </a:cubicBezTo>
                    <a:close/>
                    <a:moveTo>
                      <a:pt x="80200" y="204026"/>
                    </a:moveTo>
                    <a:cubicBezTo>
                      <a:pt x="92098" y="204026"/>
                      <a:pt x="102233" y="201382"/>
                      <a:pt x="110165" y="195654"/>
                    </a:cubicBezTo>
                    <a:cubicBezTo>
                      <a:pt x="118097" y="190366"/>
                      <a:pt x="124266" y="182874"/>
                      <a:pt x="128673" y="173621"/>
                    </a:cubicBezTo>
                    <a:cubicBezTo>
                      <a:pt x="133080" y="164367"/>
                      <a:pt x="134842" y="154231"/>
                      <a:pt x="134842" y="143656"/>
                    </a:cubicBezTo>
                    <a:cubicBezTo>
                      <a:pt x="134842" y="132639"/>
                      <a:pt x="132639" y="122504"/>
                      <a:pt x="128673" y="113691"/>
                    </a:cubicBezTo>
                    <a:cubicBezTo>
                      <a:pt x="124266" y="104437"/>
                      <a:pt x="118097" y="97386"/>
                      <a:pt x="110165" y="91658"/>
                    </a:cubicBezTo>
                    <a:cubicBezTo>
                      <a:pt x="102233" y="86370"/>
                      <a:pt x="92098" y="83285"/>
                      <a:pt x="80200" y="83285"/>
                    </a:cubicBezTo>
                    <a:cubicBezTo>
                      <a:pt x="68743" y="83285"/>
                      <a:pt x="58608" y="85929"/>
                      <a:pt x="50235" y="91658"/>
                    </a:cubicBezTo>
                    <a:cubicBezTo>
                      <a:pt x="41863" y="96945"/>
                      <a:pt x="35253" y="104437"/>
                      <a:pt x="30846" y="113691"/>
                    </a:cubicBezTo>
                    <a:cubicBezTo>
                      <a:pt x="26440" y="122944"/>
                      <a:pt x="24236" y="132639"/>
                      <a:pt x="24236" y="143656"/>
                    </a:cubicBezTo>
                    <a:cubicBezTo>
                      <a:pt x="24236" y="154231"/>
                      <a:pt x="26440" y="164367"/>
                      <a:pt x="30846" y="173621"/>
                    </a:cubicBezTo>
                    <a:cubicBezTo>
                      <a:pt x="35253" y="182874"/>
                      <a:pt x="41863" y="190366"/>
                      <a:pt x="50235" y="195654"/>
                    </a:cubicBezTo>
                    <a:cubicBezTo>
                      <a:pt x="58608" y="200942"/>
                      <a:pt x="68303" y="204026"/>
                      <a:pt x="80200" y="2040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A2ADB134-EC11-BBC7-E99C-49F2E7D468B7}"/>
                  </a:ext>
                </a:extLst>
              </p:cNvPr>
              <p:cNvSpPr/>
              <p:nvPr/>
            </p:nvSpPr>
            <p:spPr>
              <a:xfrm>
                <a:off x="1487943" y="1444325"/>
                <a:ext cx="158197" cy="163926"/>
              </a:xfrm>
              <a:custGeom>
                <a:avLst/>
                <a:gdLst>
                  <a:gd name="connsiteX0" fmla="*/ 77116 w 158197"/>
                  <a:gd name="connsiteY0" fmla="*/ 163926 h 163926"/>
                  <a:gd name="connsiteX1" fmla="*/ 36575 w 158197"/>
                  <a:gd name="connsiteY1" fmla="*/ 152910 h 163926"/>
                  <a:gd name="connsiteX2" fmla="*/ 9695 w 158197"/>
                  <a:gd name="connsiteY2" fmla="*/ 123385 h 163926"/>
                  <a:gd name="connsiteX3" fmla="*/ 0 w 158197"/>
                  <a:gd name="connsiteY3" fmla="*/ 81963 h 163926"/>
                  <a:gd name="connsiteX4" fmla="*/ 9695 w 158197"/>
                  <a:gd name="connsiteY4" fmla="*/ 40541 h 163926"/>
                  <a:gd name="connsiteX5" fmla="*/ 36575 w 158197"/>
                  <a:gd name="connsiteY5" fmla="*/ 11017 h 163926"/>
                  <a:gd name="connsiteX6" fmla="*/ 77116 w 158197"/>
                  <a:gd name="connsiteY6" fmla="*/ 0 h 163926"/>
                  <a:gd name="connsiteX7" fmla="*/ 111047 w 158197"/>
                  <a:gd name="connsiteY7" fmla="*/ 7491 h 163926"/>
                  <a:gd name="connsiteX8" fmla="*/ 129554 w 158197"/>
                  <a:gd name="connsiteY8" fmla="*/ 22474 h 163926"/>
                  <a:gd name="connsiteX9" fmla="*/ 133961 w 158197"/>
                  <a:gd name="connsiteY9" fmla="*/ 20711 h 163926"/>
                  <a:gd name="connsiteX10" fmla="*/ 133961 w 158197"/>
                  <a:gd name="connsiteY10" fmla="*/ 4847 h 163926"/>
                  <a:gd name="connsiteX11" fmla="*/ 136605 w 158197"/>
                  <a:gd name="connsiteY11" fmla="*/ 2203 h 163926"/>
                  <a:gd name="connsiteX12" fmla="*/ 155553 w 158197"/>
                  <a:gd name="connsiteY12" fmla="*/ 2203 h 163926"/>
                  <a:gd name="connsiteX13" fmla="*/ 158197 w 158197"/>
                  <a:gd name="connsiteY13" fmla="*/ 4847 h 163926"/>
                  <a:gd name="connsiteX14" fmla="*/ 158197 w 158197"/>
                  <a:gd name="connsiteY14" fmla="*/ 158198 h 163926"/>
                  <a:gd name="connsiteX15" fmla="*/ 155553 w 158197"/>
                  <a:gd name="connsiteY15" fmla="*/ 160841 h 163926"/>
                  <a:gd name="connsiteX16" fmla="*/ 136605 w 158197"/>
                  <a:gd name="connsiteY16" fmla="*/ 160841 h 163926"/>
                  <a:gd name="connsiteX17" fmla="*/ 133961 w 158197"/>
                  <a:gd name="connsiteY17" fmla="*/ 158198 h 163926"/>
                  <a:gd name="connsiteX18" fmla="*/ 133961 w 158197"/>
                  <a:gd name="connsiteY18" fmla="*/ 142334 h 163926"/>
                  <a:gd name="connsiteX19" fmla="*/ 129554 w 158197"/>
                  <a:gd name="connsiteY19" fmla="*/ 140571 h 163926"/>
                  <a:gd name="connsiteX20" fmla="*/ 111047 w 158197"/>
                  <a:gd name="connsiteY20" fmla="*/ 155554 h 163926"/>
                  <a:gd name="connsiteX21" fmla="*/ 77116 w 158197"/>
                  <a:gd name="connsiteY21" fmla="*/ 163926 h 163926"/>
                  <a:gd name="connsiteX22" fmla="*/ 80200 w 158197"/>
                  <a:gd name="connsiteY22" fmla="*/ 142774 h 163926"/>
                  <a:gd name="connsiteX23" fmla="*/ 110165 w 158197"/>
                  <a:gd name="connsiteY23" fmla="*/ 134402 h 163926"/>
                  <a:gd name="connsiteX24" fmla="*/ 128673 w 158197"/>
                  <a:gd name="connsiteY24" fmla="*/ 112369 h 163926"/>
                  <a:gd name="connsiteX25" fmla="*/ 134842 w 158197"/>
                  <a:gd name="connsiteY25" fmla="*/ 82404 h 163926"/>
                  <a:gd name="connsiteX26" fmla="*/ 128673 w 158197"/>
                  <a:gd name="connsiteY26" fmla="*/ 52439 h 163926"/>
                  <a:gd name="connsiteX27" fmla="*/ 110165 w 158197"/>
                  <a:gd name="connsiteY27" fmla="*/ 30406 h 163926"/>
                  <a:gd name="connsiteX28" fmla="*/ 80200 w 158197"/>
                  <a:gd name="connsiteY28" fmla="*/ 22033 h 163926"/>
                  <a:gd name="connsiteX29" fmla="*/ 50235 w 158197"/>
                  <a:gd name="connsiteY29" fmla="*/ 30406 h 163926"/>
                  <a:gd name="connsiteX30" fmla="*/ 30846 w 158197"/>
                  <a:gd name="connsiteY30" fmla="*/ 52439 h 163926"/>
                  <a:gd name="connsiteX31" fmla="*/ 24236 w 158197"/>
                  <a:gd name="connsiteY31" fmla="*/ 82404 h 163926"/>
                  <a:gd name="connsiteX32" fmla="*/ 30846 w 158197"/>
                  <a:gd name="connsiteY32" fmla="*/ 112369 h 163926"/>
                  <a:gd name="connsiteX33" fmla="*/ 50235 w 158197"/>
                  <a:gd name="connsiteY33" fmla="*/ 134402 h 163926"/>
                  <a:gd name="connsiteX34" fmla="*/ 80200 w 158197"/>
                  <a:gd name="connsiteY34" fmla="*/ 142774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163926">
                    <a:moveTo>
                      <a:pt x="77116" y="163926"/>
                    </a:moveTo>
                    <a:cubicBezTo>
                      <a:pt x="61693" y="163926"/>
                      <a:pt x="48032" y="160401"/>
                      <a:pt x="36575" y="152910"/>
                    </a:cubicBezTo>
                    <a:cubicBezTo>
                      <a:pt x="25118" y="145418"/>
                      <a:pt x="16304" y="135724"/>
                      <a:pt x="969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6575" y="11017"/>
                    </a:cubicBezTo>
                    <a:cubicBezTo>
                      <a:pt x="48032" y="3525"/>
                      <a:pt x="61693" y="0"/>
                      <a:pt x="77116" y="0"/>
                    </a:cubicBezTo>
                    <a:cubicBezTo>
                      <a:pt x="90336" y="0"/>
                      <a:pt x="101352" y="2644"/>
                      <a:pt x="111047" y="7491"/>
                    </a:cubicBezTo>
                    <a:cubicBezTo>
                      <a:pt x="118097" y="11457"/>
                      <a:pt x="124707" y="16305"/>
                      <a:pt x="129554" y="22474"/>
                    </a:cubicBezTo>
                    <a:cubicBezTo>
                      <a:pt x="130876" y="24236"/>
                      <a:pt x="133961" y="23355"/>
                      <a:pt x="133961" y="20711"/>
                    </a:cubicBezTo>
                    <a:lnTo>
                      <a:pt x="133961" y="4847"/>
                    </a:lnTo>
                    <a:cubicBezTo>
                      <a:pt x="133961" y="3525"/>
                      <a:pt x="134842" y="2203"/>
                      <a:pt x="136605" y="2203"/>
                    </a:cubicBezTo>
                    <a:lnTo>
                      <a:pt x="155553" y="2203"/>
                    </a:lnTo>
                    <a:cubicBezTo>
                      <a:pt x="156875" y="2203"/>
                      <a:pt x="158197" y="3085"/>
                      <a:pt x="158197" y="4847"/>
                    </a:cubicBezTo>
                    <a:lnTo>
                      <a:pt x="158197" y="158198"/>
                    </a:lnTo>
                    <a:cubicBezTo>
                      <a:pt x="158197" y="159519"/>
                      <a:pt x="157316" y="160841"/>
                      <a:pt x="155553" y="160841"/>
                    </a:cubicBezTo>
                    <a:lnTo>
                      <a:pt x="136605" y="160841"/>
                    </a:lnTo>
                    <a:cubicBezTo>
                      <a:pt x="135283" y="160841"/>
                      <a:pt x="133961" y="159960"/>
                      <a:pt x="133961" y="158198"/>
                    </a:cubicBezTo>
                    <a:lnTo>
                      <a:pt x="133961" y="142334"/>
                    </a:lnTo>
                    <a:cubicBezTo>
                      <a:pt x="133961" y="140130"/>
                      <a:pt x="131317" y="139249"/>
                      <a:pt x="129554" y="140571"/>
                    </a:cubicBezTo>
                    <a:cubicBezTo>
                      <a:pt x="124266" y="146740"/>
                      <a:pt x="118097" y="151588"/>
                      <a:pt x="111047" y="155554"/>
                    </a:cubicBezTo>
                    <a:cubicBezTo>
                      <a:pt x="101352" y="161723"/>
                      <a:pt x="89895" y="163926"/>
                      <a:pt x="77116" y="163926"/>
                    </a:cubicBezTo>
                    <a:close/>
                    <a:moveTo>
                      <a:pt x="80200" y="142774"/>
                    </a:moveTo>
                    <a:cubicBezTo>
                      <a:pt x="92098" y="142774"/>
                      <a:pt x="102233" y="140130"/>
                      <a:pt x="110165" y="134402"/>
                    </a:cubicBezTo>
                    <a:cubicBezTo>
                      <a:pt x="118097" y="129114"/>
                      <a:pt x="124266" y="121623"/>
                      <a:pt x="128673" y="112369"/>
                    </a:cubicBezTo>
                    <a:cubicBezTo>
                      <a:pt x="133080" y="103115"/>
                      <a:pt x="134842" y="92980"/>
                      <a:pt x="134842" y="82404"/>
                    </a:cubicBezTo>
                    <a:cubicBezTo>
                      <a:pt x="134842" y="71387"/>
                      <a:pt x="132639" y="61252"/>
                      <a:pt x="128673" y="52439"/>
                    </a:cubicBezTo>
                    <a:cubicBezTo>
                      <a:pt x="124266" y="43185"/>
                      <a:pt x="118097" y="36134"/>
                      <a:pt x="110165" y="30406"/>
                    </a:cubicBezTo>
                    <a:cubicBezTo>
                      <a:pt x="102233" y="25118"/>
                      <a:pt x="92098" y="22033"/>
                      <a:pt x="80200" y="22033"/>
                    </a:cubicBezTo>
                    <a:cubicBezTo>
                      <a:pt x="68743" y="22033"/>
                      <a:pt x="58608" y="24677"/>
                      <a:pt x="50235" y="30406"/>
                    </a:cubicBezTo>
                    <a:cubicBezTo>
                      <a:pt x="41863" y="35694"/>
                      <a:pt x="35253" y="43185"/>
                      <a:pt x="30846" y="52439"/>
                    </a:cubicBezTo>
                    <a:cubicBezTo>
                      <a:pt x="26440" y="61693"/>
                      <a:pt x="24236" y="71387"/>
                      <a:pt x="24236" y="82404"/>
                    </a:cubicBezTo>
                    <a:cubicBezTo>
                      <a:pt x="24236" y="92980"/>
                      <a:pt x="26440" y="103115"/>
                      <a:pt x="30846" y="112369"/>
                    </a:cubicBezTo>
                    <a:cubicBezTo>
                      <a:pt x="35253" y="121623"/>
                      <a:pt x="41863" y="129114"/>
                      <a:pt x="50235" y="134402"/>
                    </a:cubicBezTo>
                    <a:cubicBezTo>
                      <a:pt x="58608" y="139690"/>
                      <a:pt x="68303" y="142774"/>
                      <a:pt x="80200" y="142774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1C9E4758-DE7D-B535-8145-C8FC24269E68}"/>
                  </a:ext>
                </a:extLst>
              </p:cNvPr>
              <p:cNvSpPr/>
              <p:nvPr/>
            </p:nvSpPr>
            <p:spPr>
              <a:xfrm>
                <a:off x="1673902" y="1445207"/>
                <a:ext cx="140130" cy="161722"/>
              </a:xfrm>
              <a:custGeom>
                <a:avLst/>
                <a:gdLst>
                  <a:gd name="connsiteX0" fmla="*/ 0 w 140130"/>
                  <a:gd name="connsiteY0" fmla="*/ 158197 h 161722"/>
                  <a:gd name="connsiteX1" fmla="*/ 0 w 140130"/>
                  <a:gd name="connsiteY1" fmla="*/ 4847 h 161722"/>
                  <a:gd name="connsiteX2" fmla="*/ 2644 w 140130"/>
                  <a:gd name="connsiteY2" fmla="*/ 2203 h 161722"/>
                  <a:gd name="connsiteX3" fmla="*/ 21592 w 140130"/>
                  <a:gd name="connsiteY3" fmla="*/ 2203 h 161722"/>
                  <a:gd name="connsiteX4" fmla="*/ 24236 w 140130"/>
                  <a:gd name="connsiteY4" fmla="*/ 4847 h 161722"/>
                  <a:gd name="connsiteX5" fmla="*/ 24236 w 140130"/>
                  <a:gd name="connsiteY5" fmla="*/ 20270 h 161722"/>
                  <a:gd name="connsiteX6" fmla="*/ 28643 w 140130"/>
                  <a:gd name="connsiteY6" fmla="*/ 22033 h 161722"/>
                  <a:gd name="connsiteX7" fmla="*/ 45388 w 140130"/>
                  <a:gd name="connsiteY7" fmla="*/ 7932 h 161722"/>
                  <a:gd name="connsiteX8" fmla="*/ 77116 w 140130"/>
                  <a:gd name="connsiteY8" fmla="*/ 0 h 161722"/>
                  <a:gd name="connsiteX9" fmla="*/ 107962 w 140130"/>
                  <a:gd name="connsiteY9" fmla="*/ 7932 h 161722"/>
                  <a:gd name="connsiteX10" fmla="*/ 131317 w 140130"/>
                  <a:gd name="connsiteY10" fmla="*/ 31287 h 161722"/>
                  <a:gd name="connsiteX11" fmla="*/ 140130 w 140130"/>
                  <a:gd name="connsiteY11" fmla="*/ 69184 h 161722"/>
                  <a:gd name="connsiteX12" fmla="*/ 140130 w 140130"/>
                  <a:gd name="connsiteY12" fmla="*/ 159079 h 161722"/>
                  <a:gd name="connsiteX13" fmla="*/ 137486 w 140130"/>
                  <a:gd name="connsiteY13" fmla="*/ 161723 h 161722"/>
                  <a:gd name="connsiteX14" fmla="*/ 118538 w 140130"/>
                  <a:gd name="connsiteY14" fmla="*/ 161723 h 161722"/>
                  <a:gd name="connsiteX15" fmla="*/ 115894 w 140130"/>
                  <a:gd name="connsiteY15" fmla="*/ 159079 h 161722"/>
                  <a:gd name="connsiteX16" fmla="*/ 115894 w 140130"/>
                  <a:gd name="connsiteY16" fmla="*/ 70065 h 161722"/>
                  <a:gd name="connsiteX17" fmla="*/ 103555 w 140130"/>
                  <a:gd name="connsiteY17" fmla="*/ 35253 h 161722"/>
                  <a:gd name="connsiteX18" fmla="*/ 71387 w 140130"/>
                  <a:gd name="connsiteY18" fmla="*/ 22033 h 161722"/>
                  <a:gd name="connsiteX19" fmla="*/ 47151 w 140130"/>
                  <a:gd name="connsiteY19" fmla="*/ 28202 h 161722"/>
                  <a:gd name="connsiteX20" fmla="*/ 29965 w 140130"/>
                  <a:gd name="connsiteY20" fmla="*/ 44948 h 161722"/>
                  <a:gd name="connsiteX21" fmla="*/ 23355 w 140130"/>
                  <a:gd name="connsiteY21" fmla="*/ 70065 h 161722"/>
                  <a:gd name="connsiteX22" fmla="*/ 23355 w 140130"/>
                  <a:gd name="connsiteY22" fmla="*/ 159079 h 161722"/>
                  <a:gd name="connsiteX23" fmla="*/ 20711 w 140130"/>
                  <a:gd name="connsiteY23" fmla="*/ 161723 h 161722"/>
                  <a:gd name="connsiteX24" fmla="*/ 1763 w 140130"/>
                  <a:gd name="connsiteY24" fmla="*/ 161723 h 161722"/>
                  <a:gd name="connsiteX25" fmla="*/ 0 w 140130"/>
                  <a:gd name="connsiteY25" fmla="*/ 158197 h 1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0130" h="161722">
                    <a:moveTo>
                      <a:pt x="0" y="158197"/>
                    </a:moveTo>
                    <a:lnTo>
                      <a:pt x="0" y="4847"/>
                    </a:lnTo>
                    <a:cubicBezTo>
                      <a:pt x="0" y="3525"/>
                      <a:pt x="881" y="2203"/>
                      <a:pt x="2644" y="2203"/>
                    </a:cubicBezTo>
                    <a:lnTo>
                      <a:pt x="21592" y="2203"/>
                    </a:lnTo>
                    <a:cubicBezTo>
                      <a:pt x="22914" y="2203"/>
                      <a:pt x="24236" y="3085"/>
                      <a:pt x="24236" y="4847"/>
                    </a:cubicBezTo>
                    <a:lnTo>
                      <a:pt x="24236" y="20270"/>
                    </a:lnTo>
                    <a:cubicBezTo>
                      <a:pt x="24236" y="22474"/>
                      <a:pt x="26880" y="23355"/>
                      <a:pt x="28643" y="22033"/>
                    </a:cubicBezTo>
                    <a:cubicBezTo>
                      <a:pt x="33490" y="16745"/>
                      <a:pt x="39219" y="11898"/>
                      <a:pt x="45388" y="7932"/>
                    </a:cubicBezTo>
                    <a:cubicBezTo>
                      <a:pt x="53761" y="2644"/>
                      <a:pt x="64337" y="0"/>
                      <a:pt x="77116" y="0"/>
                    </a:cubicBezTo>
                    <a:cubicBezTo>
                      <a:pt x="88132" y="0"/>
                      <a:pt x="98268" y="2644"/>
                      <a:pt x="107962" y="7932"/>
                    </a:cubicBezTo>
                    <a:cubicBezTo>
                      <a:pt x="117657" y="13220"/>
                      <a:pt x="125588" y="20711"/>
                      <a:pt x="131317" y="31287"/>
                    </a:cubicBezTo>
                    <a:cubicBezTo>
                      <a:pt x="137486" y="41422"/>
                      <a:pt x="140130" y="54201"/>
                      <a:pt x="140130" y="69184"/>
                    </a:cubicBezTo>
                    <a:lnTo>
                      <a:pt x="140130" y="159079"/>
                    </a:lnTo>
                    <a:cubicBezTo>
                      <a:pt x="140130" y="160401"/>
                      <a:pt x="139249" y="161723"/>
                      <a:pt x="137486" y="161723"/>
                    </a:cubicBezTo>
                    <a:lnTo>
                      <a:pt x="118538" y="161723"/>
                    </a:lnTo>
                    <a:cubicBezTo>
                      <a:pt x="117216" y="161723"/>
                      <a:pt x="115894" y="160841"/>
                      <a:pt x="115894" y="159079"/>
                    </a:cubicBezTo>
                    <a:lnTo>
                      <a:pt x="115894" y="70065"/>
                    </a:lnTo>
                    <a:cubicBezTo>
                      <a:pt x="115894" y="55523"/>
                      <a:pt x="111928" y="44066"/>
                      <a:pt x="103555" y="35253"/>
                    </a:cubicBezTo>
                    <a:cubicBezTo>
                      <a:pt x="95183" y="26440"/>
                      <a:pt x="84607" y="22033"/>
                      <a:pt x="71387" y="22033"/>
                    </a:cubicBezTo>
                    <a:cubicBezTo>
                      <a:pt x="62574" y="22033"/>
                      <a:pt x="54642" y="24236"/>
                      <a:pt x="47151" y="28202"/>
                    </a:cubicBezTo>
                    <a:cubicBezTo>
                      <a:pt x="40100" y="32168"/>
                      <a:pt x="34372" y="37897"/>
                      <a:pt x="29965" y="44948"/>
                    </a:cubicBezTo>
                    <a:cubicBezTo>
                      <a:pt x="25558" y="52439"/>
                      <a:pt x="23355" y="60811"/>
                      <a:pt x="23355" y="70065"/>
                    </a:cubicBezTo>
                    <a:lnTo>
                      <a:pt x="23355" y="159079"/>
                    </a:lnTo>
                    <a:cubicBezTo>
                      <a:pt x="23355" y="160401"/>
                      <a:pt x="22474" y="161723"/>
                      <a:pt x="20711" y="161723"/>
                    </a:cubicBezTo>
                    <a:lnTo>
                      <a:pt x="1763" y="161723"/>
                    </a:lnTo>
                    <a:cubicBezTo>
                      <a:pt x="881" y="160841"/>
                      <a:pt x="0" y="159519"/>
                      <a:pt x="0" y="158197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0FA5C16E-52DD-E89E-2173-E4DA02C37010}"/>
                  </a:ext>
                </a:extLst>
              </p:cNvPr>
              <p:cNvSpPr/>
              <p:nvPr/>
            </p:nvSpPr>
            <p:spPr>
              <a:xfrm>
                <a:off x="1833862" y="1444325"/>
                <a:ext cx="151867" cy="163926"/>
              </a:xfrm>
              <a:custGeom>
                <a:avLst/>
                <a:gdLst>
                  <a:gd name="connsiteX0" fmla="*/ 77997 w 151867"/>
                  <a:gd name="connsiteY0" fmla="*/ 163926 h 163926"/>
                  <a:gd name="connsiteX1" fmla="*/ 36575 w 151867"/>
                  <a:gd name="connsiteY1" fmla="*/ 152910 h 163926"/>
                  <a:gd name="connsiteX2" fmla="*/ 9694 w 151867"/>
                  <a:gd name="connsiteY2" fmla="*/ 123385 h 163926"/>
                  <a:gd name="connsiteX3" fmla="*/ 0 w 151867"/>
                  <a:gd name="connsiteY3" fmla="*/ 81963 h 163926"/>
                  <a:gd name="connsiteX4" fmla="*/ 9694 w 151867"/>
                  <a:gd name="connsiteY4" fmla="*/ 40541 h 163926"/>
                  <a:gd name="connsiteX5" fmla="*/ 36575 w 151867"/>
                  <a:gd name="connsiteY5" fmla="*/ 11017 h 163926"/>
                  <a:gd name="connsiteX6" fmla="*/ 77997 w 151867"/>
                  <a:gd name="connsiteY6" fmla="*/ 0 h 163926"/>
                  <a:gd name="connsiteX7" fmla="*/ 126029 w 151867"/>
                  <a:gd name="connsiteY7" fmla="*/ 14542 h 163926"/>
                  <a:gd name="connsiteX8" fmla="*/ 151587 w 151867"/>
                  <a:gd name="connsiteY8" fmla="*/ 48913 h 163926"/>
                  <a:gd name="connsiteX9" fmla="*/ 149384 w 151867"/>
                  <a:gd name="connsiteY9" fmla="*/ 51998 h 163926"/>
                  <a:gd name="connsiteX10" fmla="*/ 128673 w 151867"/>
                  <a:gd name="connsiteY10" fmla="*/ 51998 h 163926"/>
                  <a:gd name="connsiteX11" fmla="*/ 126470 w 151867"/>
                  <a:gd name="connsiteY11" fmla="*/ 50676 h 163926"/>
                  <a:gd name="connsiteX12" fmla="*/ 109725 w 151867"/>
                  <a:gd name="connsiteY12" fmla="*/ 29965 h 163926"/>
                  <a:gd name="connsiteX13" fmla="*/ 81082 w 151867"/>
                  <a:gd name="connsiteY13" fmla="*/ 21593 h 163926"/>
                  <a:gd name="connsiteX14" fmla="*/ 50676 w 151867"/>
                  <a:gd name="connsiteY14" fmla="*/ 29965 h 163926"/>
                  <a:gd name="connsiteX15" fmla="*/ 30846 w 151867"/>
                  <a:gd name="connsiteY15" fmla="*/ 51998 h 163926"/>
                  <a:gd name="connsiteX16" fmla="*/ 23796 w 151867"/>
                  <a:gd name="connsiteY16" fmla="*/ 81963 h 163926"/>
                  <a:gd name="connsiteX17" fmla="*/ 30846 w 151867"/>
                  <a:gd name="connsiteY17" fmla="*/ 111928 h 163926"/>
                  <a:gd name="connsiteX18" fmla="*/ 50676 w 151867"/>
                  <a:gd name="connsiteY18" fmla="*/ 133961 h 163926"/>
                  <a:gd name="connsiteX19" fmla="*/ 81082 w 151867"/>
                  <a:gd name="connsiteY19" fmla="*/ 142334 h 163926"/>
                  <a:gd name="connsiteX20" fmla="*/ 109725 w 151867"/>
                  <a:gd name="connsiteY20" fmla="*/ 133961 h 163926"/>
                  <a:gd name="connsiteX21" fmla="*/ 126470 w 151867"/>
                  <a:gd name="connsiteY21" fmla="*/ 113250 h 163926"/>
                  <a:gd name="connsiteX22" fmla="*/ 128673 w 151867"/>
                  <a:gd name="connsiteY22" fmla="*/ 111928 h 163926"/>
                  <a:gd name="connsiteX23" fmla="*/ 149384 w 151867"/>
                  <a:gd name="connsiteY23" fmla="*/ 111928 h 163926"/>
                  <a:gd name="connsiteX24" fmla="*/ 151587 w 151867"/>
                  <a:gd name="connsiteY24" fmla="*/ 115013 h 163926"/>
                  <a:gd name="connsiteX25" fmla="*/ 126029 w 151867"/>
                  <a:gd name="connsiteY25" fmla="*/ 149384 h 163926"/>
                  <a:gd name="connsiteX26" fmla="*/ 77997 w 151867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7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4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7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4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4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3" y="121182"/>
                      <a:pt x="42303" y="128673"/>
                      <a:pt x="50676" y="133961"/>
                    </a:cubicBezTo>
                    <a:cubicBezTo>
                      <a:pt x="59489" y="139249"/>
                      <a:pt x="69624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4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7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94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8C305F2-2D84-DC7E-B3B6-80DBF3484BE6}"/>
                  </a:ext>
                </a:extLst>
              </p:cNvPr>
              <p:cNvSpPr/>
              <p:nvPr/>
            </p:nvSpPr>
            <p:spPr>
              <a:xfrm>
                <a:off x="2001314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7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4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7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14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11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  <p:grpSp>
          <p:nvGrpSpPr>
            <p:cNvPr id="81" name="Graphic 2">
              <a:extLst>
                <a:ext uri="{FF2B5EF4-FFF2-40B4-BE49-F238E27FC236}">
                  <a16:creationId xmlns:a16="http://schemas.microsoft.com/office/drawing/2014/main" id="{AC0DD5C3-899A-D962-1EBF-F030BE82A48C}"/>
                </a:ext>
              </a:extLst>
            </p:cNvPr>
            <p:cNvGrpSpPr/>
            <p:nvPr/>
          </p:nvGrpSpPr>
          <p:grpSpPr>
            <a:xfrm>
              <a:off x="5937851" y="3158491"/>
              <a:ext cx="453775" cy="365074"/>
              <a:chOff x="1018611" y="673609"/>
              <a:chExt cx="764627" cy="615163"/>
            </a:xfrm>
          </p:grpSpPr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FE6506FA-9117-BC68-B139-C2295652C0F5}"/>
                  </a:ext>
                </a:extLst>
              </p:cNvPr>
              <p:cNvSpPr/>
              <p:nvPr/>
            </p:nvSpPr>
            <p:spPr>
              <a:xfrm>
                <a:off x="1018611" y="673609"/>
                <a:ext cx="764627" cy="615163"/>
              </a:xfrm>
              <a:custGeom>
                <a:avLst/>
                <a:gdLst>
                  <a:gd name="connsiteX0" fmla="*/ 733288 w 764627"/>
                  <a:gd name="connsiteY0" fmla="*/ 493100 h 615163"/>
                  <a:gd name="connsiteX1" fmla="*/ 713459 w 764627"/>
                  <a:gd name="connsiteY1" fmla="*/ 489134 h 615163"/>
                  <a:gd name="connsiteX2" fmla="*/ 590514 w 764627"/>
                  <a:gd name="connsiteY2" fmla="*/ 532319 h 615163"/>
                  <a:gd name="connsiteX3" fmla="*/ 590073 w 764627"/>
                  <a:gd name="connsiteY3" fmla="*/ 532319 h 615163"/>
                  <a:gd name="connsiteX4" fmla="*/ 584345 w 764627"/>
                  <a:gd name="connsiteY4" fmla="*/ 532319 h 615163"/>
                  <a:gd name="connsiteX5" fmla="*/ 580819 w 764627"/>
                  <a:gd name="connsiteY5" fmla="*/ 532319 h 615163"/>
                  <a:gd name="connsiteX6" fmla="*/ 356082 w 764627"/>
                  <a:gd name="connsiteY6" fmla="*/ 307582 h 615163"/>
                  <a:gd name="connsiteX7" fmla="*/ 580819 w 764627"/>
                  <a:gd name="connsiteY7" fmla="*/ 82844 h 615163"/>
                  <a:gd name="connsiteX8" fmla="*/ 584345 w 764627"/>
                  <a:gd name="connsiteY8" fmla="*/ 82844 h 615163"/>
                  <a:gd name="connsiteX9" fmla="*/ 590073 w 764627"/>
                  <a:gd name="connsiteY9" fmla="*/ 82844 h 615163"/>
                  <a:gd name="connsiteX10" fmla="*/ 590514 w 764627"/>
                  <a:gd name="connsiteY10" fmla="*/ 82844 h 615163"/>
                  <a:gd name="connsiteX11" fmla="*/ 713459 w 764627"/>
                  <a:gd name="connsiteY11" fmla="*/ 126029 h 615163"/>
                  <a:gd name="connsiteX12" fmla="*/ 733288 w 764627"/>
                  <a:gd name="connsiteY12" fmla="*/ 122063 h 615163"/>
                  <a:gd name="connsiteX13" fmla="*/ 762813 w 764627"/>
                  <a:gd name="connsiteY13" fmla="*/ 72268 h 615163"/>
                  <a:gd name="connsiteX14" fmla="*/ 758847 w 764627"/>
                  <a:gd name="connsiteY14" fmla="*/ 54642 h 615163"/>
                  <a:gd name="connsiteX15" fmla="*/ 583904 w 764627"/>
                  <a:gd name="connsiteY15" fmla="*/ 0 h 615163"/>
                  <a:gd name="connsiteX16" fmla="*/ 583904 w 764627"/>
                  <a:gd name="connsiteY16" fmla="*/ 0 h 615163"/>
                  <a:gd name="connsiteX17" fmla="*/ 583904 w 764627"/>
                  <a:gd name="connsiteY17" fmla="*/ 0 h 615163"/>
                  <a:gd name="connsiteX18" fmla="*/ 400148 w 764627"/>
                  <a:gd name="connsiteY18" fmla="*/ 61252 h 615163"/>
                  <a:gd name="connsiteX19" fmla="*/ 397064 w 764627"/>
                  <a:gd name="connsiteY19" fmla="*/ 63455 h 615163"/>
                  <a:gd name="connsiteX20" fmla="*/ 260459 w 764627"/>
                  <a:gd name="connsiteY20" fmla="*/ 240601 h 615163"/>
                  <a:gd name="connsiteX21" fmla="*/ 246798 w 764627"/>
                  <a:gd name="connsiteY21" fmla="*/ 241042 h 615163"/>
                  <a:gd name="connsiteX22" fmla="*/ 105787 w 764627"/>
                  <a:gd name="connsiteY22" fmla="*/ 18067 h 615163"/>
                  <a:gd name="connsiteX23" fmla="*/ 96533 w 764627"/>
                  <a:gd name="connsiteY23" fmla="*/ 12779 h 615163"/>
                  <a:gd name="connsiteX24" fmla="*/ 11044 w 764627"/>
                  <a:gd name="connsiteY24" fmla="*/ 12779 h 615163"/>
                  <a:gd name="connsiteX25" fmla="*/ 28 w 764627"/>
                  <a:gd name="connsiteY25" fmla="*/ 24677 h 615163"/>
                  <a:gd name="connsiteX26" fmla="*/ 1790 w 764627"/>
                  <a:gd name="connsiteY26" fmla="*/ 30406 h 615163"/>
                  <a:gd name="connsiteX27" fmla="*/ 186868 w 764627"/>
                  <a:gd name="connsiteY27" fmla="*/ 303175 h 615163"/>
                  <a:gd name="connsiteX28" fmla="*/ 188190 w 764627"/>
                  <a:gd name="connsiteY28" fmla="*/ 307582 h 615163"/>
                  <a:gd name="connsiteX29" fmla="*/ 186868 w 764627"/>
                  <a:gd name="connsiteY29" fmla="*/ 311988 h 615163"/>
                  <a:gd name="connsiteX30" fmla="*/ 1790 w 764627"/>
                  <a:gd name="connsiteY30" fmla="*/ 584758 h 615163"/>
                  <a:gd name="connsiteX31" fmla="*/ 28 w 764627"/>
                  <a:gd name="connsiteY31" fmla="*/ 590486 h 615163"/>
                  <a:gd name="connsiteX32" fmla="*/ 11044 w 764627"/>
                  <a:gd name="connsiteY32" fmla="*/ 602384 h 615163"/>
                  <a:gd name="connsiteX33" fmla="*/ 96533 w 764627"/>
                  <a:gd name="connsiteY33" fmla="*/ 602384 h 615163"/>
                  <a:gd name="connsiteX34" fmla="*/ 105787 w 764627"/>
                  <a:gd name="connsiteY34" fmla="*/ 597096 h 615163"/>
                  <a:gd name="connsiteX35" fmla="*/ 246798 w 764627"/>
                  <a:gd name="connsiteY35" fmla="*/ 374122 h 615163"/>
                  <a:gd name="connsiteX36" fmla="*/ 260459 w 764627"/>
                  <a:gd name="connsiteY36" fmla="*/ 374562 h 615163"/>
                  <a:gd name="connsiteX37" fmla="*/ 397064 w 764627"/>
                  <a:gd name="connsiteY37" fmla="*/ 551708 h 615163"/>
                  <a:gd name="connsiteX38" fmla="*/ 400148 w 764627"/>
                  <a:gd name="connsiteY38" fmla="*/ 553911 h 615163"/>
                  <a:gd name="connsiteX39" fmla="*/ 583904 w 764627"/>
                  <a:gd name="connsiteY39" fmla="*/ 615163 h 615163"/>
                  <a:gd name="connsiteX40" fmla="*/ 583904 w 764627"/>
                  <a:gd name="connsiteY40" fmla="*/ 615163 h 615163"/>
                  <a:gd name="connsiteX41" fmla="*/ 583904 w 764627"/>
                  <a:gd name="connsiteY41" fmla="*/ 615163 h 615163"/>
                  <a:gd name="connsiteX42" fmla="*/ 758847 w 764627"/>
                  <a:gd name="connsiteY42" fmla="*/ 560521 h 615163"/>
                  <a:gd name="connsiteX43" fmla="*/ 762813 w 764627"/>
                  <a:gd name="connsiteY43" fmla="*/ 542895 h 615163"/>
                  <a:gd name="connsiteX44" fmla="*/ 733288 w 764627"/>
                  <a:gd name="connsiteY44" fmla="*/ 493100 h 615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64627" h="615163">
                    <a:moveTo>
                      <a:pt x="733288" y="493100"/>
                    </a:moveTo>
                    <a:cubicBezTo>
                      <a:pt x="729322" y="486049"/>
                      <a:pt x="720069" y="484287"/>
                      <a:pt x="713459" y="489134"/>
                    </a:cubicBezTo>
                    <a:cubicBezTo>
                      <a:pt x="678646" y="514252"/>
                      <a:pt x="636343" y="530116"/>
                      <a:pt x="590514" y="532319"/>
                    </a:cubicBezTo>
                    <a:cubicBezTo>
                      <a:pt x="590514" y="532319"/>
                      <a:pt x="590514" y="532319"/>
                      <a:pt x="590073" y="532319"/>
                    </a:cubicBezTo>
                    <a:cubicBezTo>
                      <a:pt x="588311" y="532319"/>
                      <a:pt x="586107" y="532319"/>
                      <a:pt x="584345" y="532319"/>
                    </a:cubicBezTo>
                    <a:cubicBezTo>
                      <a:pt x="583023" y="532319"/>
                      <a:pt x="582141" y="532319"/>
                      <a:pt x="580819" y="532319"/>
                    </a:cubicBezTo>
                    <a:cubicBezTo>
                      <a:pt x="456553" y="532319"/>
                      <a:pt x="356082" y="431848"/>
                      <a:pt x="356082" y="307582"/>
                    </a:cubicBezTo>
                    <a:cubicBezTo>
                      <a:pt x="356082" y="183315"/>
                      <a:pt x="456994" y="82844"/>
                      <a:pt x="580819" y="82844"/>
                    </a:cubicBezTo>
                    <a:cubicBezTo>
                      <a:pt x="582141" y="82844"/>
                      <a:pt x="583023" y="82844"/>
                      <a:pt x="584345" y="82844"/>
                    </a:cubicBezTo>
                    <a:cubicBezTo>
                      <a:pt x="586107" y="82844"/>
                      <a:pt x="588311" y="82844"/>
                      <a:pt x="590073" y="82844"/>
                    </a:cubicBezTo>
                    <a:cubicBezTo>
                      <a:pt x="590073" y="82844"/>
                      <a:pt x="590514" y="82844"/>
                      <a:pt x="590514" y="82844"/>
                    </a:cubicBezTo>
                    <a:cubicBezTo>
                      <a:pt x="636343" y="84607"/>
                      <a:pt x="678646" y="100471"/>
                      <a:pt x="713459" y="126029"/>
                    </a:cubicBezTo>
                    <a:cubicBezTo>
                      <a:pt x="720069" y="130876"/>
                      <a:pt x="729322" y="129114"/>
                      <a:pt x="733288" y="122063"/>
                    </a:cubicBezTo>
                    <a:lnTo>
                      <a:pt x="762813" y="72268"/>
                    </a:lnTo>
                    <a:cubicBezTo>
                      <a:pt x="766338" y="66099"/>
                      <a:pt x="764575" y="58608"/>
                      <a:pt x="758847" y="54642"/>
                    </a:cubicBezTo>
                    <a:cubicBezTo>
                      <a:pt x="735492" y="38338"/>
                      <a:pt x="671155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472417" y="0"/>
                      <a:pt x="400148" y="61252"/>
                      <a:pt x="400148" y="61252"/>
                    </a:cubicBezTo>
                    <a:cubicBezTo>
                      <a:pt x="400148" y="61252"/>
                      <a:pt x="399267" y="62133"/>
                      <a:pt x="397064" y="63455"/>
                    </a:cubicBezTo>
                    <a:cubicBezTo>
                      <a:pt x="382963" y="74031"/>
                      <a:pt x="322592" y="123385"/>
                      <a:pt x="260459" y="240601"/>
                    </a:cubicBezTo>
                    <a:cubicBezTo>
                      <a:pt x="257374" y="245889"/>
                      <a:pt x="249883" y="245889"/>
                      <a:pt x="246798" y="241042"/>
                    </a:cubicBezTo>
                    <a:lnTo>
                      <a:pt x="105787" y="18067"/>
                    </a:lnTo>
                    <a:cubicBezTo>
                      <a:pt x="103583" y="14982"/>
                      <a:pt x="100499" y="12779"/>
                      <a:pt x="96533" y="12779"/>
                    </a:cubicBezTo>
                    <a:lnTo>
                      <a:pt x="11044" y="12779"/>
                    </a:lnTo>
                    <a:cubicBezTo>
                      <a:pt x="4434" y="12779"/>
                      <a:pt x="-413" y="18508"/>
                      <a:pt x="28" y="24677"/>
                    </a:cubicBezTo>
                    <a:cubicBezTo>
                      <a:pt x="28" y="26440"/>
                      <a:pt x="468" y="28643"/>
                      <a:pt x="1790" y="30406"/>
                    </a:cubicBezTo>
                    <a:lnTo>
                      <a:pt x="186868" y="303175"/>
                    </a:lnTo>
                    <a:cubicBezTo>
                      <a:pt x="187750" y="304497"/>
                      <a:pt x="188190" y="305819"/>
                      <a:pt x="188190" y="307582"/>
                    </a:cubicBezTo>
                    <a:cubicBezTo>
                      <a:pt x="188190" y="308904"/>
                      <a:pt x="187750" y="310666"/>
                      <a:pt x="186868" y="311988"/>
                    </a:cubicBezTo>
                    <a:lnTo>
                      <a:pt x="1790" y="584758"/>
                    </a:lnTo>
                    <a:cubicBezTo>
                      <a:pt x="468" y="586520"/>
                      <a:pt x="28" y="588724"/>
                      <a:pt x="28" y="590486"/>
                    </a:cubicBezTo>
                    <a:cubicBezTo>
                      <a:pt x="-413" y="596655"/>
                      <a:pt x="4434" y="602384"/>
                      <a:pt x="11044" y="602384"/>
                    </a:cubicBezTo>
                    <a:lnTo>
                      <a:pt x="96533" y="602384"/>
                    </a:lnTo>
                    <a:cubicBezTo>
                      <a:pt x="100499" y="602384"/>
                      <a:pt x="103583" y="600621"/>
                      <a:pt x="105787" y="597096"/>
                    </a:cubicBezTo>
                    <a:lnTo>
                      <a:pt x="246798" y="374122"/>
                    </a:lnTo>
                    <a:cubicBezTo>
                      <a:pt x="250323" y="369274"/>
                      <a:pt x="257374" y="369715"/>
                      <a:pt x="260459" y="374562"/>
                    </a:cubicBezTo>
                    <a:cubicBezTo>
                      <a:pt x="322592" y="492219"/>
                      <a:pt x="382963" y="541132"/>
                      <a:pt x="397064" y="551708"/>
                    </a:cubicBezTo>
                    <a:cubicBezTo>
                      <a:pt x="399267" y="553030"/>
                      <a:pt x="400148" y="553911"/>
                      <a:pt x="400148" y="553911"/>
                    </a:cubicBezTo>
                    <a:cubicBezTo>
                      <a:pt x="400148" y="553911"/>
                      <a:pt x="472417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671155" y="615163"/>
                      <a:pt x="735051" y="576826"/>
                      <a:pt x="758847" y="560521"/>
                    </a:cubicBezTo>
                    <a:cubicBezTo>
                      <a:pt x="764575" y="556555"/>
                      <a:pt x="766338" y="548623"/>
                      <a:pt x="762813" y="542895"/>
                    </a:cubicBezTo>
                    <a:lnTo>
                      <a:pt x="733288" y="493100"/>
                    </a:lnTo>
                    <a:close/>
                  </a:path>
                </a:pathLst>
              </a:custGeom>
              <a:solidFill>
                <a:schemeClr val="tx1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D83470FD-B610-6D05-E6AF-3BCDA402EBA7}"/>
                  </a:ext>
                </a:extLst>
              </p:cNvPr>
              <p:cNvSpPr/>
              <p:nvPr/>
            </p:nvSpPr>
            <p:spPr>
              <a:xfrm>
                <a:off x="1462385" y="846348"/>
                <a:ext cx="269684" cy="269684"/>
              </a:xfrm>
              <a:custGeom>
                <a:avLst/>
                <a:gdLst>
                  <a:gd name="connsiteX0" fmla="*/ 269685 w 269684"/>
                  <a:gd name="connsiteY0" fmla="*/ 134842 h 269684"/>
                  <a:gd name="connsiteX1" fmla="*/ 134842 w 269684"/>
                  <a:gd name="connsiteY1" fmla="*/ 269685 h 269684"/>
                  <a:gd name="connsiteX2" fmla="*/ 0 w 269684"/>
                  <a:gd name="connsiteY2" fmla="*/ 134842 h 269684"/>
                  <a:gd name="connsiteX3" fmla="*/ 134842 w 269684"/>
                  <a:gd name="connsiteY3" fmla="*/ 0 h 269684"/>
                  <a:gd name="connsiteX4" fmla="*/ 269685 w 269684"/>
                  <a:gd name="connsiteY4" fmla="*/ 134842 h 269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9684" h="269684">
                    <a:moveTo>
                      <a:pt x="269685" y="134842"/>
                    </a:moveTo>
                    <a:cubicBezTo>
                      <a:pt x="269685" y="209314"/>
                      <a:pt x="209314" y="269685"/>
                      <a:pt x="134842" y="269685"/>
                    </a:cubicBezTo>
                    <a:cubicBezTo>
                      <a:pt x="60371" y="269685"/>
                      <a:pt x="0" y="209314"/>
                      <a:pt x="0" y="134842"/>
                    </a:cubicBezTo>
                    <a:cubicBezTo>
                      <a:pt x="0" y="60371"/>
                      <a:pt x="60371" y="0"/>
                      <a:pt x="134842" y="0"/>
                    </a:cubicBezTo>
                    <a:cubicBezTo>
                      <a:pt x="209314" y="0"/>
                      <a:pt x="269685" y="60371"/>
                      <a:pt x="269685" y="134842"/>
                    </a:cubicBezTo>
                    <a:close/>
                  </a:path>
                </a:pathLst>
              </a:custGeom>
              <a:solidFill>
                <a:srgbClr val="FFB308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524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2">
            <a:extLst>
              <a:ext uri="{FF2B5EF4-FFF2-40B4-BE49-F238E27FC236}">
                <a16:creationId xmlns:a16="http://schemas.microsoft.com/office/drawing/2014/main" id="{EEABCC71-79C8-4342-1EE4-C5041A2E9F42}"/>
              </a:ext>
            </a:extLst>
          </p:cNvPr>
          <p:cNvGrpSpPr/>
          <p:nvPr userDrawn="1"/>
        </p:nvGrpSpPr>
        <p:grpSpPr>
          <a:xfrm>
            <a:off x="10555758" y="586995"/>
            <a:ext cx="909959" cy="561181"/>
            <a:chOff x="10555758" y="586995"/>
            <a:chExt cx="909959" cy="561181"/>
          </a:xfrm>
          <a:solidFill>
            <a:schemeClr val="bg1"/>
          </a:solidFill>
        </p:grpSpPr>
        <p:grpSp>
          <p:nvGrpSpPr>
            <p:cNvPr id="3" name="Graphic 2">
              <a:extLst>
                <a:ext uri="{FF2B5EF4-FFF2-40B4-BE49-F238E27FC236}">
                  <a16:creationId xmlns:a16="http://schemas.microsoft.com/office/drawing/2014/main" id="{125E8D45-2C47-0912-82BA-731D636ACC11}"/>
                </a:ext>
              </a:extLst>
            </p:cNvPr>
            <p:cNvGrpSpPr/>
            <p:nvPr/>
          </p:nvGrpSpPr>
          <p:grpSpPr>
            <a:xfrm>
              <a:off x="10555758" y="1012974"/>
              <a:ext cx="909959" cy="135202"/>
              <a:chOff x="10555758" y="1012974"/>
              <a:chExt cx="909959" cy="135202"/>
            </a:xfrm>
            <a:solidFill>
              <a:schemeClr val="bg1"/>
            </a:solidFill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64D5A8E7-7F2C-F742-BFD4-E53652A67E75}"/>
                  </a:ext>
                </a:extLst>
              </p:cNvPr>
              <p:cNvSpPr/>
              <p:nvPr/>
            </p:nvSpPr>
            <p:spPr>
              <a:xfrm>
                <a:off x="10555758" y="1051603"/>
                <a:ext cx="87163" cy="95250"/>
              </a:xfrm>
              <a:custGeom>
                <a:avLst/>
                <a:gdLst>
                  <a:gd name="connsiteX0" fmla="*/ 322 w 87163"/>
                  <a:gd name="connsiteY0" fmla="*/ 92869 h 95250"/>
                  <a:gd name="connsiteX1" fmla="*/ 34718 w 87163"/>
                  <a:gd name="connsiteY1" fmla="*/ 47096 h 95250"/>
                  <a:gd name="connsiteX2" fmla="*/ 34718 w 87163"/>
                  <a:gd name="connsiteY2" fmla="*/ 45244 h 95250"/>
                  <a:gd name="connsiteX3" fmla="*/ 2704 w 87163"/>
                  <a:gd name="connsiteY3" fmla="*/ 2381 h 95250"/>
                  <a:gd name="connsiteX4" fmla="*/ 3762 w 87163"/>
                  <a:gd name="connsiteY4" fmla="*/ 0 h 95250"/>
                  <a:gd name="connsiteX5" fmla="*/ 18314 w 87163"/>
                  <a:gd name="connsiteY5" fmla="*/ 0 h 95250"/>
                  <a:gd name="connsiteX6" fmla="*/ 19637 w 87163"/>
                  <a:gd name="connsiteY6" fmla="*/ 529 h 95250"/>
                  <a:gd name="connsiteX7" fmla="*/ 42391 w 87163"/>
                  <a:gd name="connsiteY7" fmla="*/ 34131 h 95250"/>
                  <a:gd name="connsiteX8" fmla="*/ 44772 w 87163"/>
                  <a:gd name="connsiteY8" fmla="*/ 34131 h 95250"/>
                  <a:gd name="connsiteX9" fmla="*/ 67527 w 87163"/>
                  <a:gd name="connsiteY9" fmla="*/ 529 h 95250"/>
                  <a:gd name="connsiteX10" fmla="*/ 68850 w 87163"/>
                  <a:gd name="connsiteY10" fmla="*/ 0 h 95250"/>
                  <a:gd name="connsiteX11" fmla="*/ 83402 w 87163"/>
                  <a:gd name="connsiteY11" fmla="*/ 0 h 95250"/>
                  <a:gd name="connsiteX12" fmla="*/ 84460 w 87163"/>
                  <a:gd name="connsiteY12" fmla="*/ 2381 h 95250"/>
                  <a:gd name="connsiteX13" fmla="*/ 52445 w 87163"/>
                  <a:gd name="connsiteY13" fmla="*/ 45244 h 95250"/>
                  <a:gd name="connsiteX14" fmla="*/ 52445 w 87163"/>
                  <a:gd name="connsiteY14" fmla="*/ 47096 h 95250"/>
                  <a:gd name="connsiteX15" fmla="*/ 86841 w 87163"/>
                  <a:gd name="connsiteY15" fmla="*/ 92869 h 95250"/>
                  <a:gd name="connsiteX16" fmla="*/ 85783 w 87163"/>
                  <a:gd name="connsiteY16" fmla="*/ 95250 h 95250"/>
                  <a:gd name="connsiteX17" fmla="*/ 71231 w 87163"/>
                  <a:gd name="connsiteY17" fmla="*/ 95250 h 95250"/>
                  <a:gd name="connsiteX18" fmla="*/ 69908 w 87163"/>
                  <a:gd name="connsiteY18" fmla="*/ 94721 h 95250"/>
                  <a:gd name="connsiteX19" fmla="*/ 44772 w 87163"/>
                  <a:gd name="connsiteY19" fmla="*/ 58208 h 95250"/>
                  <a:gd name="connsiteX20" fmla="*/ 42391 w 87163"/>
                  <a:gd name="connsiteY20" fmla="*/ 58208 h 95250"/>
                  <a:gd name="connsiteX21" fmla="*/ 16991 w 87163"/>
                  <a:gd name="connsiteY21" fmla="*/ 94721 h 95250"/>
                  <a:gd name="connsiteX22" fmla="*/ 15668 w 87163"/>
                  <a:gd name="connsiteY22" fmla="*/ 95250 h 95250"/>
                  <a:gd name="connsiteX23" fmla="*/ 1381 w 87163"/>
                  <a:gd name="connsiteY23" fmla="*/ 95250 h 95250"/>
                  <a:gd name="connsiteX24" fmla="*/ 322 w 87163"/>
                  <a:gd name="connsiteY24" fmla="*/ 9286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7163" h="95250">
                    <a:moveTo>
                      <a:pt x="322" y="92869"/>
                    </a:moveTo>
                    <a:lnTo>
                      <a:pt x="34718" y="47096"/>
                    </a:lnTo>
                    <a:cubicBezTo>
                      <a:pt x="34983" y="46567"/>
                      <a:pt x="34983" y="45773"/>
                      <a:pt x="34718" y="45244"/>
                    </a:cubicBezTo>
                    <a:lnTo>
                      <a:pt x="2704" y="2381"/>
                    </a:lnTo>
                    <a:cubicBezTo>
                      <a:pt x="1910" y="1323"/>
                      <a:pt x="2704" y="0"/>
                      <a:pt x="3762" y="0"/>
                    </a:cubicBezTo>
                    <a:lnTo>
                      <a:pt x="18314" y="0"/>
                    </a:lnTo>
                    <a:cubicBezTo>
                      <a:pt x="18843" y="0"/>
                      <a:pt x="19372" y="265"/>
                      <a:pt x="19637" y="529"/>
                    </a:cubicBezTo>
                    <a:lnTo>
                      <a:pt x="42391" y="34131"/>
                    </a:lnTo>
                    <a:cubicBezTo>
                      <a:pt x="42920" y="34925"/>
                      <a:pt x="44243" y="34925"/>
                      <a:pt x="44772" y="34131"/>
                    </a:cubicBezTo>
                    <a:lnTo>
                      <a:pt x="67527" y="529"/>
                    </a:lnTo>
                    <a:cubicBezTo>
                      <a:pt x="67791" y="0"/>
                      <a:pt x="68320" y="0"/>
                      <a:pt x="68850" y="0"/>
                    </a:cubicBezTo>
                    <a:lnTo>
                      <a:pt x="83402" y="0"/>
                    </a:lnTo>
                    <a:cubicBezTo>
                      <a:pt x="84725" y="0"/>
                      <a:pt x="85254" y="1323"/>
                      <a:pt x="84460" y="2381"/>
                    </a:cubicBezTo>
                    <a:lnTo>
                      <a:pt x="52445" y="45244"/>
                    </a:lnTo>
                    <a:cubicBezTo>
                      <a:pt x="52181" y="45773"/>
                      <a:pt x="52181" y="46567"/>
                      <a:pt x="52445" y="47096"/>
                    </a:cubicBezTo>
                    <a:lnTo>
                      <a:pt x="86841" y="92869"/>
                    </a:lnTo>
                    <a:cubicBezTo>
                      <a:pt x="87635" y="93927"/>
                      <a:pt x="86841" y="95250"/>
                      <a:pt x="85783" y="95250"/>
                    </a:cubicBezTo>
                    <a:lnTo>
                      <a:pt x="71231" y="95250"/>
                    </a:lnTo>
                    <a:cubicBezTo>
                      <a:pt x="70702" y="95250"/>
                      <a:pt x="70172" y="94985"/>
                      <a:pt x="69908" y="94721"/>
                    </a:cubicBezTo>
                    <a:lnTo>
                      <a:pt x="44772" y="58208"/>
                    </a:lnTo>
                    <a:cubicBezTo>
                      <a:pt x="44243" y="57415"/>
                      <a:pt x="42920" y="57415"/>
                      <a:pt x="42391" y="58208"/>
                    </a:cubicBezTo>
                    <a:lnTo>
                      <a:pt x="16991" y="94721"/>
                    </a:lnTo>
                    <a:cubicBezTo>
                      <a:pt x="16727" y="94985"/>
                      <a:pt x="16197" y="95250"/>
                      <a:pt x="15668" y="95250"/>
                    </a:cubicBezTo>
                    <a:lnTo>
                      <a:pt x="1381" y="95250"/>
                    </a:lnTo>
                    <a:cubicBezTo>
                      <a:pt x="322" y="95250"/>
                      <a:pt x="-471" y="93662"/>
                      <a:pt x="322" y="92869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D872414-479F-6D10-6CBE-DEDCE75A8612}"/>
                  </a:ext>
                </a:extLst>
              </p:cNvPr>
              <p:cNvSpPr/>
              <p:nvPr/>
            </p:nvSpPr>
            <p:spPr>
              <a:xfrm>
                <a:off x="1064207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8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8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8" y="42598"/>
                      <a:pt x="14288" y="49213"/>
                    </a:cubicBezTo>
                    <a:cubicBezTo>
                      <a:pt x="14288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7944" y="98425"/>
                      <a:pt x="46831" y="9842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30C444B-8D4F-F177-AEC2-83AB78B4C7FC}"/>
                  </a:ext>
                </a:extLst>
              </p:cNvPr>
              <p:cNvSpPr/>
              <p:nvPr/>
            </p:nvSpPr>
            <p:spPr>
              <a:xfrm>
                <a:off x="10742347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8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8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9056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8" y="26458"/>
                      <a:pt x="17198" y="32544"/>
                      <a:pt x="15610" y="39952"/>
                    </a:cubicBezTo>
                    <a:cubicBezTo>
                      <a:pt x="15346" y="41010"/>
                      <a:pt x="16140" y="41804"/>
                      <a:pt x="16933" y="41804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DCD0E3A7-AEF1-BE2E-3F18-BC05834933D7}"/>
                  </a:ext>
                </a:extLst>
              </p:cNvPr>
              <p:cNvSpPr/>
              <p:nvPr/>
            </p:nvSpPr>
            <p:spPr>
              <a:xfrm>
                <a:off x="10848445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629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346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8D07EDE-8A34-E293-246A-17F4A5B32710}"/>
                  </a:ext>
                </a:extLst>
              </p:cNvPr>
              <p:cNvSpPr/>
              <p:nvPr/>
            </p:nvSpPr>
            <p:spPr>
              <a:xfrm>
                <a:off x="10954543" y="1012974"/>
                <a:ext cx="94985" cy="135202"/>
              </a:xfrm>
              <a:custGeom>
                <a:avLst/>
                <a:gdLst>
                  <a:gd name="connsiteX0" fmla="*/ 46302 w 94985"/>
                  <a:gd name="connsiteY0" fmla="*/ 135202 h 135202"/>
                  <a:gd name="connsiteX1" fmla="*/ 21960 w 94985"/>
                  <a:gd name="connsiteY1" fmla="*/ 128588 h 135202"/>
                  <a:gd name="connsiteX2" fmla="*/ 5821 w 94985"/>
                  <a:gd name="connsiteY2" fmla="*/ 110860 h 135202"/>
                  <a:gd name="connsiteX3" fmla="*/ 0 w 94985"/>
                  <a:gd name="connsiteY3" fmla="*/ 85990 h 135202"/>
                  <a:gd name="connsiteX4" fmla="*/ 5821 w 94985"/>
                  <a:gd name="connsiteY4" fmla="*/ 61119 h 135202"/>
                  <a:gd name="connsiteX5" fmla="*/ 21960 w 94985"/>
                  <a:gd name="connsiteY5" fmla="*/ 43392 h 135202"/>
                  <a:gd name="connsiteX6" fmla="*/ 46302 w 94985"/>
                  <a:gd name="connsiteY6" fmla="*/ 36777 h 135202"/>
                  <a:gd name="connsiteX7" fmla="*/ 66675 w 94985"/>
                  <a:gd name="connsiteY7" fmla="*/ 41275 h 135202"/>
                  <a:gd name="connsiteX8" fmla="*/ 77788 w 94985"/>
                  <a:gd name="connsiteY8" fmla="*/ 50271 h 135202"/>
                  <a:gd name="connsiteX9" fmla="*/ 80433 w 94985"/>
                  <a:gd name="connsiteY9" fmla="*/ 49213 h 135202"/>
                  <a:gd name="connsiteX10" fmla="*/ 80433 w 94985"/>
                  <a:gd name="connsiteY10" fmla="*/ 1588 h 135202"/>
                  <a:gd name="connsiteX11" fmla="*/ 82021 w 94985"/>
                  <a:gd name="connsiteY11" fmla="*/ 0 h 135202"/>
                  <a:gd name="connsiteX12" fmla="*/ 93398 w 94985"/>
                  <a:gd name="connsiteY12" fmla="*/ 0 h 135202"/>
                  <a:gd name="connsiteX13" fmla="*/ 94985 w 94985"/>
                  <a:gd name="connsiteY13" fmla="*/ 1588 h 135202"/>
                  <a:gd name="connsiteX14" fmla="*/ 94985 w 94985"/>
                  <a:gd name="connsiteY14" fmla="*/ 131763 h 135202"/>
                  <a:gd name="connsiteX15" fmla="*/ 93398 w 94985"/>
                  <a:gd name="connsiteY15" fmla="*/ 133350 h 135202"/>
                  <a:gd name="connsiteX16" fmla="*/ 82021 w 94985"/>
                  <a:gd name="connsiteY16" fmla="*/ 133350 h 135202"/>
                  <a:gd name="connsiteX17" fmla="*/ 80433 w 94985"/>
                  <a:gd name="connsiteY17" fmla="*/ 131763 h 135202"/>
                  <a:gd name="connsiteX18" fmla="*/ 80433 w 94985"/>
                  <a:gd name="connsiteY18" fmla="*/ 122238 h 135202"/>
                  <a:gd name="connsiteX19" fmla="*/ 77788 w 94985"/>
                  <a:gd name="connsiteY19" fmla="*/ 121179 h 135202"/>
                  <a:gd name="connsiteX20" fmla="*/ 66675 w 94985"/>
                  <a:gd name="connsiteY20" fmla="*/ 130175 h 135202"/>
                  <a:gd name="connsiteX21" fmla="*/ 46302 w 94985"/>
                  <a:gd name="connsiteY21" fmla="*/ 135202 h 135202"/>
                  <a:gd name="connsiteX22" fmla="*/ 48154 w 94985"/>
                  <a:gd name="connsiteY22" fmla="*/ 122502 h 135202"/>
                  <a:gd name="connsiteX23" fmla="*/ 66146 w 94985"/>
                  <a:gd name="connsiteY23" fmla="*/ 117475 h 135202"/>
                  <a:gd name="connsiteX24" fmla="*/ 77258 w 94985"/>
                  <a:gd name="connsiteY24" fmla="*/ 104246 h 135202"/>
                  <a:gd name="connsiteX25" fmla="*/ 80963 w 94985"/>
                  <a:gd name="connsiteY25" fmla="*/ 86254 h 135202"/>
                  <a:gd name="connsiteX26" fmla="*/ 77258 w 94985"/>
                  <a:gd name="connsiteY26" fmla="*/ 68263 h 135202"/>
                  <a:gd name="connsiteX27" fmla="*/ 66146 w 94985"/>
                  <a:gd name="connsiteY27" fmla="*/ 55033 h 135202"/>
                  <a:gd name="connsiteX28" fmla="*/ 48154 w 94985"/>
                  <a:gd name="connsiteY28" fmla="*/ 50006 h 135202"/>
                  <a:gd name="connsiteX29" fmla="*/ 30163 w 94985"/>
                  <a:gd name="connsiteY29" fmla="*/ 55033 h 135202"/>
                  <a:gd name="connsiteX30" fmla="*/ 18521 w 94985"/>
                  <a:gd name="connsiteY30" fmla="*/ 68263 h 135202"/>
                  <a:gd name="connsiteX31" fmla="*/ 14552 w 94985"/>
                  <a:gd name="connsiteY31" fmla="*/ 86254 h 135202"/>
                  <a:gd name="connsiteX32" fmla="*/ 18521 w 94985"/>
                  <a:gd name="connsiteY32" fmla="*/ 104246 h 135202"/>
                  <a:gd name="connsiteX33" fmla="*/ 30163 w 94985"/>
                  <a:gd name="connsiteY33" fmla="*/ 117475 h 135202"/>
                  <a:gd name="connsiteX34" fmla="*/ 48154 w 94985"/>
                  <a:gd name="connsiteY34" fmla="*/ 122502 h 135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135202">
                    <a:moveTo>
                      <a:pt x="46302" y="135202"/>
                    </a:moveTo>
                    <a:cubicBezTo>
                      <a:pt x="37042" y="135202"/>
                      <a:pt x="28840" y="133085"/>
                      <a:pt x="21960" y="128588"/>
                    </a:cubicBezTo>
                    <a:cubicBezTo>
                      <a:pt x="15081" y="124090"/>
                      <a:pt x="9790" y="118269"/>
                      <a:pt x="5821" y="110860"/>
                    </a:cubicBezTo>
                    <a:cubicBezTo>
                      <a:pt x="2117" y="103452"/>
                      <a:pt x="0" y="95250"/>
                      <a:pt x="0" y="85990"/>
                    </a:cubicBezTo>
                    <a:cubicBezTo>
                      <a:pt x="0" y="76729"/>
                      <a:pt x="1852" y="68527"/>
                      <a:pt x="5821" y="61119"/>
                    </a:cubicBezTo>
                    <a:cubicBezTo>
                      <a:pt x="9525" y="53710"/>
                      <a:pt x="15081" y="47890"/>
                      <a:pt x="21960" y="43392"/>
                    </a:cubicBezTo>
                    <a:cubicBezTo>
                      <a:pt x="28840" y="38894"/>
                      <a:pt x="37042" y="36777"/>
                      <a:pt x="46302" y="36777"/>
                    </a:cubicBezTo>
                    <a:cubicBezTo>
                      <a:pt x="54240" y="36777"/>
                      <a:pt x="60854" y="38365"/>
                      <a:pt x="66675" y="41275"/>
                    </a:cubicBezTo>
                    <a:cubicBezTo>
                      <a:pt x="70908" y="43656"/>
                      <a:pt x="74877" y="46567"/>
                      <a:pt x="77788" y="50271"/>
                    </a:cubicBezTo>
                    <a:cubicBezTo>
                      <a:pt x="78581" y="51329"/>
                      <a:pt x="80433" y="50800"/>
                      <a:pt x="80433" y="49213"/>
                    </a:cubicBezTo>
                    <a:lnTo>
                      <a:pt x="80433" y="1588"/>
                    </a:lnTo>
                    <a:cubicBezTo>
                      <a:pt x="80433" y="794"/>
                      <a:pt x="80963" y="0"/>
                      <a:pt x="82021" y="0"/>
                    </a:cubicBezTo>
                    <a:lnTo>
                      <a:pt x="93398" y="0"/>
                    </a:lnTo>
                    <a:cubicBezTo>
                      <a:pt x="94192" y="0"/>
                      <a:pt x="94985" y="529"/>
                      <a:pt x="94985" y="1588"/>
                    </a:cubicBezTo>
                    <a:lnTo>
                      <a:pt x="94985" y="131763"/>
                    </a:lnTo>
                    <a:cubicBezTo>
                      <a:pt x="94985" y="132556"/>
                      <a:pt x="94456" y="133350"/>
                      <a:pt x="93398" y="133350"/>
                    </a:cubicBezTo>
                    <a:lnTo>
                      <a:pt x="82021" y="133350"/>
                    </a:lnTo>
                    <a:cubicBezTo>
                      <a:pt x="81227" y="133350"/>
                      <a:pt x="80433" y="132821"/>
                      <a:pt x="80433" y="131763"/>
                    </a:cubicBezTo>
                    <a:lnTo>
                      <a:pt x="80433" y="122238"/>
                    </a:lnTo>
                    <a:cubicBezTo>
                      <a:pt x="80433" y="120915"/>
                      <a:pt x="78846" y="120385"/>
                      <a:pt x="77788" y="121179"/>
                    </a:cubicBezTo>
                    <a:cubicBezTo>
                      <a:pt x="74612" y="124883"/>
                      <a:pt x="70908" y="127794"/>
                      <a:pt x="66675" y="130175"/>
                    </a:cubicBezTo>
                    <a:cubicBezTo>
                      <a:pt x="60854" y="133879"/>
                      <a:pt x="53975" y="135202"/>
                      <a:pt x="46302" y="135202"/>
                    </a:cubicBezTo>
                    <a:close/>
                    <a:moveTo>
                      <a:pt x="48154" y="122502"/>
                    </a:moveTo>
                    <a:cubicBezTo>
                      <a:pt x="55298" y="122502"/>
                      <a:pt x="61383" y="120915"/>
                      <a:pt x="66146" y="117475"/>
                    </a:cubicBezTo>
                    <a:cubicBezTo>
                      <a:pt x="70908" y="114300"/>
                      <a:pt x="74612" y="109802"/>
                      <a:pt x="77258" y="104246"/>
                    </a:cubicBezTo>
                    <a:cubicBezTo>
                      <a:pt x="79904" y="98690"/>
                      <a:pt x="80963" y="92604"/>
                      <a:pt x="80963" y="86254"/>
                    </a:cubicBezTo>
                    <a:cubicBezTo>
                      <a:pt x="80963" y="79640"/>
                      <a:pt x="79640" y="73554"/>
                      <a:pt x="77258" y="68263"/>
                    </a:cubicBezTo>
                    <a:cubicBezTo>
                      <a:pt x="74612" y="62706"/>
                      <a:pt x="70908" y="58473"/>
                      <a:pt x="66146" y="55033"/>
                    </a:cubicBezTo>
                    <a:cubicBezTo>
                      <a:pt x="61383" y="51858"/>
                      <a:pt x="55298" y="50006"/>
                      <a:pt x="48154" y="50006"/>
                    </a:cubicBezTo>
                    <a:cubicBezTo>
                      <a:pt x="41275" y="50006"/>
                      <a:pt x="35190" y="51594"/>
                      <a:pt x="30163" y="55033"/>
                    </a:cubicBezTo>
                    <a:cubicBezTo>
                      <a:pt x="25135" y="58208"/>
                      <a:pt x="21167" y="62706"/>
                      <a:pt x="18521" y="68263"/>
                    </a:cubicBezTo>
                    <a:cubicBezTo>
                      <a:pt x="15875" y="73819"/>
                      <a:pt x="14552" y="79640"/>
                      <a:pt x="14552" y="86254"/>
                    </a:cubicBezTo>
                    <a:cubicBezTo>
                      <a:pt x="14552" y="92604"/>
                      <a:pt x="15875" y="98690"/>
                      <a:pt x="18521" y="104246"/>
                    </a:cubicBezTo>
                    <a:cubicBezTo>
                      <a:pt x="21167" y="109802"/>
                      <a:pt x="25135" y="114300"/>
                      <a:pt x="30163" y="117475"/>
                    </a:cubicBezTo>
                    <a:cubicBezTo>
                      <a:pt x="35190" y="120650"/>
                      <a:pt x="41010" y="122502"/>
                      <a:pt x="48154" y="122502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9F253AC-AE2D-5000-419D-10D3D75EA4B9}"/>
                  </a:ext>
                </a:extLst>
              </p:cNvPr>
              <p:cNvSpPr/>
              <p:nvPr/>
            </p:nvSpPr>
            <p:spPr>
              <a:xfrm>
                <a:off x="11063022" y="1049751"/>
                <a:ext cx="94985" cy="98425"/>
              </a:xfrm>
              <a:custGeom>
                <a:avLst/>
                <a:gdLst>
                  <a:gd name="connsiteX0" fmla="*/ 46302 w 94985"/>
                  <a:gd name="connsiteY0" fmla="*/ 98425 h 98425"/>
                  <a:gd name="connsiteX1" fmla="*/ 21960 w 94985"/>
                  <a:gd name="connsiteY1" fmla="*/ 91810 h 98425"/>
                  <a:gd name="connsiteX2" fmla="*/ 5821 w 94985"/>
                  <a:gd name="connsiteY2" fmla="*/ 74083 h 98425"/>
                  <a:gd name="connsiteX3" fmla="*/ 0 w 94985"/>
                  <a:gd name="connsiteY3" fmla="*/ 49213 h 98425"/>
                  <a:gd name="connsiteX4" fmla="*/ 5821 w 94985"/>
                  <a:gd name="connsiteY4" fmla="*/ 24342 h 98425"/>
                  <a:gd name="connsiteX5" fmla="*/ 21960 w 94985"/>
                  <a:gd name="connsiteY5" fmla="*/ 6615 h 98425"/>
                  <a:gd name="connsiteX6" fmla="*/ 46302 w 94985"/>
                  <a:gd name="connsiteY6" fmla="*/ 0 h 98425"/>
                  <a:gd name="connsiteX7" fmla="*/ 66675 w 94985"/>
                  <a:gd name="connsiteY7" fmla="*/ 4498 h 98425"/>
                  <a:gd name="connsiteX8" fmla="*/ 77788 w 94985"/>
                  <a:gd name="connsiteY8" fmla="*/ 13494 h 98425"/>
                  <a:gd name="connsiteX9" fmla="*/ 80433 w 94985"/>
                  <a:gd name="connsiteY9" fmla="*/ 12435 h 98425"/>
                  <a:gd name="connsiteX10" fmla="*/ 80433 w 94985"/>
                  <a:gd name="connsiteY10" fmla="*/ 2910 h 98425"/>
                  <a:gd name="connsiteX11" fmla="*/ 82021 w 94985"/>
                  <a:gd name="connsiteY11" fmla="*/ 1323 h 98425"/>
                  <a:gd name="connsiteX12" fmla="*/ 93398 w 94985"/>
                  <a:gd name="connsiteY12" fmla="*/ 1323 h 98425"/>
                  <a:gd name="connsiteX13" fmla="*/ 94985 w 94985"/>
                  <a:gd name="connsiteY13" fmla="*/ 2910 h 98425"/>
                  <a:gd name="connsiteX14" fmla="*/ 94985 w 94985"/>
                  <a:gd name="connsiteY14" fmla="*/ 94985 h 98425"/>
                  <a:gd name="connsiteX15" fmla="*/ 93398 w 94985"/>
                  <a:gd name="connsiteY15" fmla="*/ 96573 h 98425"/>
                  <a:gd name="connsiteX16" fmla="*/ 82021 w 94985"/>
                  <a:gd name="connsiteY16" fmla="*/ 96573 h 98425"/>
                  <a:gd name="connsiteX17" fmla="*/ 80433 w 94985"/>
                  <a:gd name="connsiteY17" fmla="*/ 94985 h 98425"/>
                  <a:gd name="connsiteX18" fmla="*/ 80433 w 94985"/>
                  <a:gd name="connsiteY18" fmla="*/ 85460 h 98425"/>
                  <a:gd name="connsiteX19" fmla="*/ 77788 w 94985"/>
                  <a:gd name="connsiteY19" fmla="*/ 84402 h 98425"/>
                  <a:gd name="connsiteX20" fmla="*/ 66675 w 94985"/>
                  <a:gd name="connsiteY20" fmla="*/ 93398 h 98425"/>
                  <a:gd name="connsiteX21" fmla="*/ 46302 w 94985"/>
                  <a:gd name="connsiteY21" fmla="*/ 98425 h 98425"/>
                  <a:gd name="connsiteX22" fmla="*/ 48154 w 94985"/>
                  <a:gd name="connsiteY22" fmla="*/ 85725 h 98425"/>
                  <a:gd name="connsiteX23" fmla="*/ 66146 w 94985"/>
                  <a:gd name="connsiteY23" fmla="*/ 80698 h 98425"/>
                  <a:gd name="connsiteX24" fmla="*/ 77258 w 94985"/>
                  <a:gd name="connsiteY24" fmla="*/ 67469 h 98425"/>
                  <a:gd name="connsiteX25" fmla="*/ 80962 w 94985"/>
                  <a:gd name="connsiteY25" fmla="*/ 49477 h 98425"/>
                  <a:gd name="connsiteX26" fmla="*/ 77258 w 94985"/>
                  <a:gd name="connsiteY26" fmla="*/ 31485 h 98425"/>
                  <a:gd name="connsiteX27" fmla="*/ 66146 w 94985"/>
                  <a:gd name="connsiteY27" fmla="*/ 18256 h 98425"/>
                  <a:gd name="connsiteX28" fmla="*/ 48154 w 94985"/>
                  <a:gd name="connsiteY28" fmla="*/ 13229 h 98425"/>
                  <a:gd name="connsiteX29" fmla="*/ 30163 w 94985"/>
                  <a:gd name="connsiteY29" fmla="*/ 18256 h 98425"/>
                  <a:gd name="connsiteX30" fmla="*/ 18521 w 94985"/>
                  <a:gd name="connsiteY30" fmla="*/ 31485 h 98425"/>
                  <a:gd name="connsiteX31" fmla="*/ 14552 w 94985"/>
                  <a:gd name="connsiteY31" fmla="*/ 49477 h 98425"/>
                  <a:gd name="connsiteX32" fmla="*/ 18521 w 94985"/>
                  <a:gd name="connsiteY32" fmla="*/ 67469 h 98425"/>
                  <a:gd name="connsiteX33" fmla="*/ 30163 w 94985"/>
                  <a:gd name="connsiteY33" fmla="*/ 80698 h 98425"/>
                  <a:gd name="connsiteX34" fmla="*/ 48154 w 94985"/>
                  <a:gd name="connsiteY34" fmla="*/ 857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98425">
                    <a:moveTo>
                      <a:pt x="46302" y="98425"/>
                    </a:moveTo>
                    <a:cubicBezTo>
                      <a:pt x="37042" y="98425"/>
                      <a:pt x="28840" y="96308"/>
                      <a:pt x="21960" y="91810"/>
                    </a:cubicBezTo>
                    <a:cubicBezTo>
                      <a:pt x="15081" y="87313"/>
                      <a:pt x="9790" y="81492"/>
                      <a:pt x="5821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1960" y="6615"/>
                    </a:cubicBezTo>
                    <a:cubicBezTo>
                      <a:pt x="28840" y="2117"/>
                      <a:pt x="37042" y="0"/>
                      <a:pt x="46302" y="0"/>
                    </a:cubicBezTo>
                    <a:cubicBezTo>
                      <a:pt x="54240" y="0"/>
                      <a:pt x="60854" y="1588"/>
                      <a:pt x="66675" y="4498"/>
                    </a:cubicBezTo>
                    <a:cubicBezTo>
                      <a:pt x="70908" y="6879"/>
                      <a:pt x="74877" y="9790"/>
                      <a:pt x="77788" y="13494"/>
                    </a:cubicBezTo>
                    <a:cubicBezTo>
                      <a:pt x="78581" y="14552"/>
                      <a:pt x="80433" y="14023"/>
                      <a:pt x="80433" y="12435"/>
                    </a:cubicBezTo>
                    <a:lnTo>
                      <a:pt x="80433" y="2910"/>
                    </a:lnTo>
                    <a:cubicBezTo>
                      <a:pt x="80433" y="2117"/>
                      <a:pt x="80962" y="1323"/>
                      <a:pt x="82021" y="1323"/>
                    </a:cubicBezTo>
                    <a:lnTo>
                      <a:pt x="93398" y="1323"/>
                    </a:lnTo>
                    <a:cubicBezTo>
                      <a:pt x="94192" y="1323"/>
                      <a:pt x="94985" y="1852"/>
                      <a:pt x="94985" y="2910"/>
                    </a:cubicBezTo>
                    <a:lnTo>
                      <a:pt x="94985" y="94985"/>
                    </a:lnTo>
                    <a:cubicBezTo>
                      <a:pt x="94985" y="95779"/>
                      <a:pt x="94456" y="96573"/>
                      <a:pt x="93398" y="96573"/>
                    </a:cubicBezTo>
                    <a:lnTo>
                      <a:pt x="82021" y="96573"/>
                    </a:lnTo>
                    <a:cubicBezTo>
                      <a:pt x="81227" y="96573"/>
                      <a:pt x="80433" y="96044"/>
                      <a:pt x="80433" y="94985"/>
                    </a:cubicBezTo>
                    <a:lnTo>
                      <a:pt x="80433" y="85460"/>
                    </a:lnTo>
                    <a:cubicBezTo>
                      <a:pt x="80433" y="84138"/>
                      <a:pt x="78846" y="83608"/>
                      <a:pt x="77788" y="84402"/>
                    </a:cubicBezTo>
                    <a:cubicBezTo>
                      <a:pt x="74612" y="88106"/>
                      <a:pt x="70908" y="91017"/>
                      <a:pt x="66675" y="93398"/>
                    </a:cubicBezTo>
                    <a:cubicBezTo>
                      <a:pt x="60854" y="97102"/>
                      <a:pt x="53975" y="98425"/>
                      <a:pt x="46302" y="98425"/>
                    </a:cubicBezTo>
                    <a:close/>
                    <a:moveTo>
                      <a:pt x="48154" y="85725"/>
                    </a:moveTo>
                    <a:cubicBezTo>
                      <a:pt x="55298" y="85725"/>
                      <a:pt x="61383" y="84138"/>
                      <a:pt x="66146" y="80698"/>
                    </a:cubicBezTo>
                    <a:cubicBezTo>
                      <a:pt x="70908" y="77523"/>
                      <a:pt x="74612" y="73025"/>
                      <a:pt x="77258" y="67469"/>
                    </a:cubicBezTo>
                    <a:cubicBezTo>
                      <a:pt x="79904" y="61913"/>
                      <a:pt x="80962" y="55827"/>
                      <a:pt x="80962" y="49477"/>
                    </a:cubicBezTo>
                    <a:cubicBezTo>
                      <a:pt x="80962" y="42863"/>
                      <a:pt x="79640" y="36777"/>
                      <a:pt x="77258" y="31485"/>
                    </a:cubicBezTo>
                    <a:cubicBezTo>
                      <a:pt x="74612" y="25929"/>
                      <a:pt x="70908" y="21696"/>
                      <a:pt x="66146" y="18256"/>
                    </a:cubicBezTo>
                    <a:cubicBezTo>
                      <a:pt x="61383" y="15081"/>
                      <a:pt x="55298" y="13229"/>
                      <a:pt x="48154" y="13229"/>
                    </a:cubicBezTo>
                    <a:cubicBezTo>
                      <a:pt x="41275" y="13229"/>
                      <a:pt x="35190" y="14817"/>
                      <a:pt x="30163" y="18256"/>
                    </a:cubicBezTo>
                    <a:cubicBezTo>
                      <a:pt x="25135" y="21431"/>
                      <a:pt x="21167" y="25929"/>
                      <a:pt x="18521" y="31485"/>
                    </a:cubicBezTo>
                    <a:cubicBezTo>
                      <a:pt x="15875" y="37042"/>
                      <a:pt x="14552" y="42863"/>
                      <a:pt x="14552" y="49477"/>
                    </a:cubicBezTo>
                    <a:cubicBezTo>
                      <a:pt x="14552" y="55827"/>
                      <a:pt x="15875" y="61913"/>
                      <a:pt x="18521" y="67469"/>
                    </a:cubicBezTo>
                    <a:cubicBezTo>
                      <a:pt x="21167" y="73025"/>
                      <a:pt x="25135" y="77523"/>
                      <a:pt x="30163" y="80698"/>
                    </a:cubicBezTo>
                    <a:cubicBezTo>
                      <a:pt x="35190" y="83873"/>
                      <a:pt x="41010" y="85725"/>
                      <a:pt x="48154" y="8572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0F87EABB-7153-8518-C4CD-CBCCACCAD413}"/>
                  </a:ext>
                </a:extLst>
              </p:cNvPr>
              <p:cNvSpPr/>
              <p:nvPr/>
            </p:nvSpPr>
            <p:spPr>
              <a:xfrm>
                <a:off x="11174677" y="1050280"/>
                <a:ext cx="84137" cy="97102"/>
              </a:xfrm>
              <a:custGeom>
                <a:avLst/>
                <a:gdLst>
                  <a:gd name="connsiteX0" fmla="*/ 0 w 84137"/>
                  <a:gd name="connsiteY0" fmla="*/ 94985 h 97102"/>
                  <a:gd name="connsiteX1" fmla="*/ 0 w 84137"/>
                  <a:gd name="connsiteY1" fmla="*/ 2910 h 97102"/>
                  <a:gd name="connsiteX2" fmla="*/ 1588 w 84137"/>
                  <a:gd name="connsiteY2" fmla="*/ 1323 h 97102"/>
                  <a:gd name="connsiteX3" fmla="*/ 12965 w 84137"/>
                  <a:gd name="connsiteY3" fmla="*/ 1323 h 97102"/>
                  <a:gd name="connsiteX4" fmla="*/ 14552 w 84137"/>
                  <a:gd name="connsiteY4" fmla="*/ 2910 h 97102"/>
                  <a:gd name="connsiteX5" fmla="*/ 14552 w 84137"/>
                  <a:gd name="connsiteY5" fmla="*/ 12171 h 97102"/>
                  <a:gd name="connsiteX6" fmla="*/ 17198 w 84137"/>
                  <a:gd name="connsiteY6" fmla="*/ 13229 h 97102"/>
                  <a:gd name="connsiteX7" fmla="*/ 27252 w 84137"/>
                  <a:gd name="connsiteY7" fmla="*/ 4762 h 97102"/>
                  <a:gd name="connsiteX8" fmla="*/ 46302 w 84137"/>
                  <a:gd name="connsiteY8" fmla="*/ 0 h 97102"/>
                  <a:gd name="connsiteX9" fmla="*/ 64823 w 84137"/>
                  <a:gd name="connsiteY9" fmla="*/ 4762 h 97102"/>
                  <a:gd name="connsiteX10" fmla="*/ 78846 w 84137"/>
                  <a:gd name="connsiteY10" fmla="*/ 18785 h 97102"/>
                  <a:gd name="connsiteX11" fmla="*/ 84138 w 84137"/>
                  <a:gd name="connsiteY11" fmla="*/ 41540 h 97102"/>
                  <a:gd name="connsiteX12" fmla="*/ 84138 w 84137"/>
                  <a:gd name="connsiteY12" fmla="*/ 95515 h 97102"/>
                  <a:gd name="connsiteX13" fmla="*/ 82550 w 84137"/>
                  <a:gd name="connsiteY13" fmla="*/ 97102 h 97102"/>
                  <a:gd name="connsiteX14" fmla="*/ 71173 w 84137"/>
                  <a:gd name="connsiteY14" fmla="*/ 97102 h 97102"/>
                  <a:gd name="connsiteX15" fmla="*/ 69585 w 84137"/>
                  <a:gd name="connsiteY15" fmla="*/ 95515 h 97102"/>
                  <a:gd name="connsiteX16" fmla="*/ 69585 w 84137"/>
                  <a:gd name="connsiteY16" fmla="*/ 42069 h 97102"/>
                  <a:gd name="connsiteX17" fmla="*/ 62177 w 84137"/>
                  <a:gd name="connsiteY17" fmla="*/ 21167 h 97102"/>
                  <a:gd name="connsiteX18" fmla="*/ 42863 w 84137"/>
                  <a:gd name="connsiteY18" fmla="*/ 13229 h 97102"/>
                  <a:gd name="connsiteX19" fmla="*/ 28310 w 84137"/>
                  <a:gd name="connsiteY19" fmla="*/ 16933 h 97102"/>
                  <a:gd name="connsiteX20" fmla="*/ 17992 w 84137"/>
                  <a:gd name="connsiteY20" fmla="*/ 26988 h 97102"/>
                  <a:gd name="connsiteX21" fmla="*/ 14023 w 84137"/>
                  <a:gd name="connsiteY21" fmla="*/ 42069 h 97102"/>
                  <a:gd name="connsiteX22" fmla="*/ 14023 w 84137"/>
                  <a:gd name="connsiteY22" fmla="*/ 95515 h 97102"/>
                  <a:gd name="connsiteX23" fmla="*/ 12435 w 84137"/>
                  <a:gd name="connsiteY23" fmla="*/ 97102 h 97102"/>
                  <a:gd name="connsiteX24" fmla="*/ 1058 w 84137"/>
                  <a:gd name="connsiteY24" fmla="*/ 97102 h 97102"/>
                  <a:gd name="connsiteX25" fmla="*/ 0 w 84137"/>
                  <a:gd name="connsiteY25" fmla="*/ 94985 h 97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84137" h="97102">
                    <a:moveTo>
                      <a:pt x="0" y="94985"/>
                    </a:moveTo>
                    <a:lnTo>
                      <a:pt x="0" y="2910"/>
                    </a:lnTo>
                    <a:cubicBezTo>
                      <a:pt x="0" y="2117"/>
                      <a:pt x="529" y="1323"/>
                      <a:pt x="1588" y="1323"/>
                    </a:cubicBezTo>
                    <a:lnTo>
                      <a:pt x="12965" y="1323"/>
                    </a:lnTo>
                    <a:cubicBezTo>
                      <a:pt x="13758" y="1323"/>
                      <a:pt x="14552" y="1852"/>
                      <a:pt x="14552" y="2910"/>
                    </a:cubicBezTo>
                    <a:lnTo>
                      <a:pt x="14552" y="12171"/>
                    </a:lnTo>
                    <a:cubicBezTo>
                      <a:pt x="14552" y="13494"/>
                      <a:pt x="16140" y="14023"/>
                      <a:pt x="17198" y="13229"/>
                    </a:cubicBezTo>
                    <a:cubicBezTo>
                      <a:pt x="20108" y="10054"/>
                      <a:pt x="23548" y="7144"/>
                      <a:pt x="27252" y="4762"/>
                    </a:cubicBezTo>
                    <a:cubicBezTo>
                      <a:pt x="32279" y="1588"/>
                      <a:pt x="38629" y="0"/>
                      <a:pt x="46302" y="0"/>
                    </a:cubicBezTo>
                    <a:cubicBezTo>
                      <a:pt x="52917" y="0"/>
                      <a:pt x="59002" y="1588"/>
                      <a:pt x="64823" y="4762"/>
                    </a:cubicBezTo>
                    <a:cubicBezTo>
                      <a:pt x="70644" y="7938"/>
                      <a:pt x="75406" y="12435"/>
                      <a:pt x="78846" y="18785"/>
                    </a:cubicBezTo>
                    <a:cubicBezTo>
                      <a:pt x="82550" y="24871"/>
                      <a:pt x="84138" y="32544"/>
                      <a:pt x="84138" y="41540"/>
                    </a:cubicBezTo>
                    <a:lnTo>
                      <a:pt x="84138" y="95515"/>
                    </a:lnTo>
                    <a:cubicBezTo>
                      <a:pt x="84138" y="96308"/>
                      <a:pt x="83608" y="97102"/>
                      <a:pt x="82550" y="97102"/>
                    </a:cubicBezTo>
                    <a:lnTo>
                      <a:pt x="71173" y="97102"/>
                    </a:lnTo>
                    <a:cubicBezTo>
                      <a:pt x="70379" y="97102"/>
                      <a:pt x="69585" y="96573"/>
                      <a:pt x="69585" y="95515"/>
                    </a:cubicBezTo>
                    <a:lnTo>
                      <a:pt x="69585" y="42069"/>
                    </a:lnTo>
                    <a:cubicBezTo>
                      <a:pt x="69585" y="33338"/>
                      <a:pt x="67204" y="26458"/>
                      <a:pt x="62177" y="21167"/>
                    </a:cubicBezTo>
                    <a:cubicBezTo>
                      <a:pt x="57150" y="15875"/>
                      <a:pt x="50800" y="13229"/>
                      <a:pt x="42863" y="13229"/>
                    </a:cubicBezTo>
                    <a:cubicBezTo>
                      <a:pt x="37571" y="13229"/>
                      <a:pt x="32808" y="14552"/>
                      <a:pt x="28310" y="16933"/>
                    </a:cubicBezTo>
                    <a:cubicBezTo>
                      <a:pt x="24077" y="19315"/>
                      <a:pt x="20638" y="22754"/>
                      <a:pt x="17992" y="26988"/>
                    </a:cubicBezTo>
                    <a:cubicBezTo>
                      <a:pt x="15346" y="31485"/>
                      <a:pt x="14023" y="36512"/>
                      <a:pt x="14023" y="42069"/>
                    </a:cubicBezTo>
                    <a:lnTo>
                      <a:pt x="14023" y="95515"/>
                    </a:lnTo>
                    <a:cubicBezTo>
                      <a:pt x="14023" y="96308"/>
                      <a:pt x="13494" y="97102"/>
                      <a:pt x="12435" y="97102"/>
                    </a:cubicBezTo>
                    <a:lnTo>
                      <a:pt x="1058" y="97102"/>
                    </a:lnTo>
                    <a:cubicBezTo>
                      <a:pt x="529" y="96573"/>
                      <a:pt x="0" y="95779"/>
                      <a:pt x="0" y="9498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672BFB8-76FC-0E32-FB1B-B213AC779694}"/>
                  </a:ext>
                </a:extLst>
              </p:cNvPr>
              <p:cNvSpPr/>
              <p:nvPr/>
            </p:nvSpPr>
            <p:spPr>
              <a:xfrm>
                <a:off x="1127072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7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7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7" y="42598"/>
                      <a:pt x="14287" y="49213"/>
                    </a:cubicBezTo>
                    <a:cubicBezTo>
                      <a:pt x="14287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8208" y="98425"/>
                      <a:pt x="46831" y="9842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328E87F-2158-D869-11A9-7D96F83C5EB6}"/>
                  </a:ext>
                </a:extLst>
              </p:cNvPr>
              <p:cNvSpPr/>
              <p:nvPr/>
            </p:nvSpPr>
            <p:spPr>
              <a:xfrm>
                <a:off x="11371262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531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081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676A5CDE-1595-4E98-0FDA-F574450BDAF3}"/>
                </a:ext>
              </a:extLst>
            </p:cNvPr>
            <p:cNvGrpSpPr/>
            <p:nvPr/>
          </p:nvGrpSpPr>
          <p:grpSpPr>
            <a:xfrm>
              <a:off x="10781224" y="586995"/>
              <a:ext cx="459100" cy="369358"/>
              <a:chOff x="10781224" y="586995"/>
              <a:chExt cx="459100" cy="369358"/>
            </a:xfrm>
            <a:solidFill>
              <a:schemeClr val="bg1"/>
            </a:solidFill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E327A6B1-0F1E-94EA-1E7F-AAD5B1A8AE47}"/>
                  </a:ext>
                </a:extLst>
              </p:cNvPr>
              <p:cNvSpPr/>
              <p:nvPr/>
            </p:nvSpPr>
            <p:spPr>
              <a:xfrm>
                <a:off x="10781224" y="586995"/>
                <a:ext cx="459100" cy="369358"/>
              </a:xfrm>
              <a:custGeom>
                <a:avLst/>
                <a:gdLst>
                  <a:gd name="connsiteX0" fmla="*/ 440283 w 459100"/>
                  <a:gd name="connsiteY0" fmla="*/ 296069 h 369358"/>
                  <a:gd name="connsiteX1" fmla="*/ 428377 w 459100"/>
                  <a:gd name="connsiteY1" fmla="*/ 293687 h 369358"/>
                  <a:gd name="connsiteX2" fmla="*/ 354558 w 459100"/>
                  <a:gd name="connsiteY2" fmla="*/ 319617 h 369358"/>
                  <a:gd name="connsiteX3" fmla="*/ 354294 w 459100"/>
                  <a:gd name="connsiteY3" fmla="*/ 319617 h 369358"/>
                  <a:gd name="connsiteX4" fmla="*/ 350854 w 459100"/>
                  <a:gd name="connsiteY4" fmla="*/ 319617 h 369358"/>
                  <a:gd name="connsiteX5" fmla="*/ 348738 w 459100"/>
                  <a:gd name="connsiteY5" fmla="*/ 319617 h 369358"/>
                  <a:gd name="connsiteX6" fmla="*/ 213800 w 459100"/>
                  <a:gd name="connsiteY6" fmla="*/ 184679 h 369358"/>
                  <a:gd name="connsiteX7" fmla="*/ 348738 w 459100"/>
                  <a:gd name="connsiteY7" fmla="*/ 49742 h 369358"/>
                  <a:gd name="connsiteX8" fmla="*/ 350854 w 459100"/>
                  <a:gd name="connsiteY8" fmla="*/ 49742 h 369358"/>
                  <a:gd name="connsiteX9" fmla="*/ 354294 w 459100"/>
                  <a:gd name="connsiteY9" fmla="*/ 49742 h 369358"/>
                  <a:gd name="connsiteX10" fmla="*/ 354558 w 459100"/>
                  <a:gd name="connsiteY10" fmla="*/ 49742 h 369358"/>
                  <a:gd name="connsiteX11" fmla="*/ 428377 w 459100"/>
                  <a:gd name="connsiteY11" fmla="*/ 75671 h 369358"/>
                  <a:gd name="connsiteX12" fmla="*/ 440283 w 459100"/>
                  <a:gd name="connsiteY12" fmla="*/ 73290 h 369358"/>
                  <a:gd name="connsiteX13" fmla="*/ 458010 w 459100"/>
                  <a:gd name="connsiteY13" fmla="*/ 43392 h 369358"/>
                  <a:gd name="connsiteX14" fmla="*/ 455629 w 459100"/>
                  <a:gd name="connsiteY14" fmla="*/ 32808 h 369358"/>
                  <a:gd name="connsiteX15" fmla="*/ 350590 w 459100"/>
                  <a:gd name="connsiteY15" fmla="*/ 0 h 369358"/>
                  <a:gd name="connsiteX16" fmla="*/ 350590 w 459100"/>
                  <a:gd name="connsiteY16" fmla="*/ 0 h 369358"/>
                  <a:gd name="connsiteX17" fmla="*/ 350590 w 459100"/>
                  <a:gd name="connsiteY17" fmla="*/ 0 h 369358"/>
                  <a:gd name="connsiteX18" fmla="*/ 240258 w 459100"/>
                  <a:gd name="connsiteY18" fmla="*/ 36777 h 369358"/>
                  <a:gd name="connsiteX19" fmla="*/ 238406 w 459100"/>
                  <a:gd name="connsiteY19" fmla="*/ 38100 h 369358"/>
                  <a:gd name="connsiteX20" fmla="*/ 156385 w 459100"/>
                  <a:gd name="connsiteY20" fmla="*/ 144463 h 369358"/>
                  <a:gd name="connsiteX21" fmla="*/ 148183 w 459100"/>
                  <a:gd name="connsiteY21" fmla="*/ 144727 h 369358"/>
                  <a:gd name="connsiteX22" fmla="*/ 63517 w 459100"/>
                  <a:gd name="connsiteY22" fmla="*/ 10848 h 369358"/>
                  <a:gd name="connsiteX23" fmla="*/ 57960 w 459100"/>
                  <a:gd name="connsiteY23" fmla="*/ 7673 h 369358"/>
                  <a:gd name="connsiteX24" fmla="*/ 6631 w 459100"/>
                  <a:gd name="connsiteY24" fmla="*/ 7673 h 369358"/>
                  <a:gd name="connsiteX25" fmla="*/ 17 w 459100"/>
                  <a:gd name="connsiteY25" fmla="*/ 14817 h 369358"/>
                  <a:gd name="connsiteX26" fmla="*/ 1075 w 459100"/>
                  <a:gd name="connsiteY26" fmla="*/ 18256 h 369358"/>
                  <a:gd name="connsiteX27" fmla="*/ 112200 w 459100"/>
                  <a:gd name="connsiteY27" fmla="*/ 182033 h 369358"/>
                  <a:gd name="connsiteX28" fmla="*/ 112994 w 459100"/>
                  <a:gd name="connsiteY28" fmla="*/ 184679 h 369358"/>
                  <a:gd name="connsiteX29" fmla="*/ 112200 w 459100"/>
                  <a:gd name="connsiteY29" fmla="*/ 187325 h 369358"/>
                  <a:gd name="connsiteX30" fmla="*/ 1075 w 459100"/>
                  <a:gd name="connsiteY30" fmla="*/ 351102 h 369358"/>
                  <a:gd name="connsiteX31" fmla="*/ 17 w 459100"/>
                  <a:gd name="connsiteY31" fmla="*/ 354542 h 369358"/>
                  <a:gd name="connsiteX32" fmla="*/ 6631 w 459100"/>
                  <a:gd name="connsiteY32" fmla="*/ 361685 h 369358"/>
                  <a:gd name="connsiteX33" fmla="*/ 57960 w 459100"/>
                  <a:gd name="connsiteY33" fmla="*/ 361685 h 369358"/>
                  <a:gd name="connsiteX34" fmla="*/ 63517 w 459100"/>
                  <a:gd name="connsiteY34" fmla="*/ 358510 h 369358"/>
                  <a:gd name="connsiteX35" fmla="*/ 148183 w 459100"/>
                  <a:gd name="connsiteY35" fmla="*/ 224631 h 369358"/>
                  <a:gd name="connsiteX36" fmla="*/ 156385 w 459100"/>
                  <a:gd name="connsiteY36" fmla="*/ 224896 h 369358"/>
                  <a:gd name="connsiteX37" fmla="*/ 238406 w 459100"/>
                  <a:gd name="connsiteY37" fmla="*/ 331258 h 369358"/>
                  <a:gd name="connsiteX38" fmla="*/ 240258 w 459100"/>
                  <a:gd name="connsiteY38" fmla="*/ 332581 h 369358"/>
                  <a:gd name="connsiteX39" fmla="*/ 350590 w 459100"/>
                  <a:gd name="connsiteY39" fmla="*/ 369358 h 369358"/>
                  <a:gd name="connsiteX40" fmla="*/ 350590 w 459100"/>
                  <a:gd name="connsiteY40" fmla="*/ 369358 h 369358"/>
                  <a:gd name="connsiteX41" fmla="*/ 350590 w 459100"/>
                  <a:gd name="connsiteY41" fmla="*/ 369358 h 369358"/>
                  <a:gd name="connsiteX42" fmla="*/ 455629 w 459100"/>
                  <a:gd name="connsiteY42" fmla="*/ 336550 h 369358"/>
                  <a:gd name="connsiteX43" fmla="*/ 458010 w 459100"/>
                  <a:gd name="connsiteY43" fmla="*/ 325967 h 369358"/>
                  <a:gd name="connsiteX44" fmla="*/ 440283 w 459100"/>
                  <a:gd name="connsiteY44" fmla="*/ 296069 h 369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59100" h="369358">
                    <a:moveTo>
                      <a:pt x="440283" y="296069"/>
                    </a:moveTo>
                    <a:cubicBezTo>
                      <a:pt x="437902" y="291835"/>
                      <a:pt x="432346" y="290777"/>
                      <a:pt x="428377" y="293687"/>
                    </a:cubicBezTo>
                    <a:cubicBezTo>
                      <a:pt x="407475" y="308769"/>
                      <a:pt x="382075" y="318294"/>
                      <a:pt x="354558" y="319617"/>
                    </a:cubicBezTo>
                    <a:cubicBezTo>
                      <a:pt x="354558" y="319617"/>
                      <a:pt x="354558" y="319617"/>
                      <a:pt x="354294" y="319617"/>
                    </a:cubicBezTo>
                    <a:cubicBezTo>
                      <a:pt x="353235" y="319617"/>
                      <a:pt x="351913" y="319617"/>
                      <a:pt x="350854" y="319617"/>
                    </a:cubicBezTo>
                    <a:cubicBezTo>
                      <a:pt x="350060" y="319617"/>
                      <a:pt x="349531" y="319617"/>
                      <a:pt x="348738" y="319617"/>
                    </a:cubicBezTo>
                    <a:cubicBezTo>
                      <a:pt x="274125" y="319617"/>
                      <a:pt x="213800" y="259292"/>
                      <a:pt x="213800" y="184679"/>
                    </a:cubicBezTo>
                    <a:cubicBezTo>
                      <a:pt x="213800" y="110067"/>
                      <a:pt x="274390" y="49742"/>
                      <a:pt x="348738" y="49742"/>
                    </a:cubicBezTo>
                    <a:cubicBezTo>
                      <a:pt x="349531" y="49742"/>
                      <a:pt x="350060" y="49742"/>
                      <a:pt x="350854" y="49742"/>
                    </a:cubicBezTo>
                    <a:cubicBezTo>
                      <a:pt x="351913" y="49742"/>
                      <a:pt x="353235" y="49742"/>
                      <a:pt x="354294" y="49742"/>
                    </a:cubicBezTo>
                    <a:cubicBezTo>
                      <a:pt x="354294" y="49742"/>
                      <a:pt x="354558" y="49742"/>
                      <a:pt x="354558" y="49742"/>
                    </a:cubicBezTo>
                    <a:cubicBezTo>
                      <a:pt x="382075" y="50800"/>
                      <a:pt x="407475" y="60325"/>
                      <a:pt x="428377" y="75671"/>
                    </a:cubicBezTo>
                    <a:cubicBezTo>
                      <a:pt x="432346" y="78581"/>
                      <a:pt x="437902" y="77523"/>
                      <a:pt x="440283" y="73290"/>
                    </a:cubicBezTo>
                    <a:lnTo>
                      <a:pt x="458010" y="43392"/>
                    </a:lnTo>
                    <a:cubicBezTo>
                      <a:pt x="460127" y="39688"/>
                      <a:pt x="459069" y="35190"/>
                      <a:pt x="455629" y="32808"/>
                    </a:cubicBezTo>
                    <a:cubicBezTo>
                      <a:pt x="441606" y="23019"/>
                      <a:pt x="402977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283650" y="0"/>
                      <a:pt x="240258" y="36777"/>
                      <a:pt x="240258" y="36777"/>
                    </a:cubicBezTo>
                    <a:cubicBezTo>
                      <a:pt x="240258" y="36777"/>
                      <a:pt x="239729" y="37306"/>
                      <a:pt x="238406" y="38100"/>
                    </a:cubicBezTo>
                    <a:cubicBezTo>
                      <a:pt x="229940" y="44450"/>
                      <a:pt x="193692" y="74083"/>
                      <a:pt x="156385" y="144463"/>
                    </a:cubicBezTo>
                    <a:cubicBezTo>
                      <a:pt x="154533" y="147637"/>
                      <a:pt x="150035" y="147637"/>
                      <a:pt x="148183" y="144727"/>
                    </a:cubicBezTo>
                    <a:lnTo>
                      <a:pt x="63517" y="10848"/>
                    </a:lnTo>
                    <a:cubicBezTo>
                      <a:pt x="62194" y="8996"/>
                      <a:pt x="60342" y="7673"/>
                      <a:pt x="57960" y="7673"/>
                    </a:cubicBezTo>
                    <a:lnTo>
                      <a:pt x="6631" y="7673"/>
                    </a:lnTo>
                    <a:cubicBezTo>
                      <a:pt x="2663" y="7673"/>
                      <a:pt x="-248" y="11112"/>
                      <a:pt x="17" y="14817"/>
                    </a:cubicBezTo>
                    <a:cubicBezTo>
                      <a:pt x="17" y="15875"/>
                      <a:pt x="281" y="17198"/>
                      <a:pt x="1075" y="18256"/>
                    </a:cubicBezTo>
                    <a:lnTo>
                      <a:pt x="112200" y="182033"/>
                    </a:lnTo>
                    <a:cubicBezTo>
                      <a:pt x="112729" y="182827"/>
                      <a:pt x="112994" y="183621"/>
                      <a:pt x="112994" y="184679"/>
                    </a:cubicBezTo>
                    <a:cubicBezTo>
                      <a:pt x="112994" y="185473"/>
                      <a:pt x="112729" y="186531"/>
                      <a:pt x="112200" y="187325"/>
                    </a:cubicBezTo>
                    <a:lnTo>
                      <a:pt x="1075" y="351102"/>
                    </a:lnTo>
                    <a:cubicBezTo>
                      <a:pt x="281" y="352160"/>
                      <a:pt x="17" y="353483"/>
                      <a:pt x="17" y="354542"/>
                    </a:cubicBezTo>
                    <a:cubicBezTo>
                      <a:pt x="-248" y="358246"/>
                      <a:pt x="2663" y="361685"/>
                      <a:pt x="6631" y="361685"/>
                    </a:cubicBezTo>
                    <a:lnTo>
                      <a:pt x="57960" y="361685"/>
                    </a:lnTo>
                    <a:cubicBezTo>
                      <a:pt x="60342" y="361685"/>
                      <a:pt x="62194" y="360627"/>
                      <a:pt x="63517" y="358510"/>
                    </a:cubicBezTo>
                    <a:lnTo>
                      <a:pt x="148183" y="224631"/>
                    </a:lnTo>
                    <a:cubicBezTo>
                      <a:pt x="150300" y="221721"/>
                      <a:pt x="154533" y="221985"/>
                      <a:pt x="156385" y="224896"/>
                    </a:cubicBezTo>
                    <a:cubicBezTo>
                      <a:pt x="193692" y="295540"/>
                      <a:pt x="229940" y="324908"/>
                      <a:pt x="238406" y="331258"/>
                    </a:cubicBezTo>
                    <a:cubicBezTo>
                      <a:pt x="239729" y="332052"/>
                      <a:pt x="240258" y="332581"/>
                      <a:pt x="240258" y="332581"/>
                    </a:cubicBezTo>
                    <a:cubicBezTo>
                      <a:pt x="240258" y="332581"/>
                      <a:pt x="28365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402977" y="369358"/>
                      <a:pt x="441342" y="346340"/>
                      <a:pt x="455629" y="336550"/>
                    </a:cubicBezTo>
                    <a:cubicBezTo>
                      <a:pt x="459069" y="334169"/>
                      <a:pt x="460127" y="329406"/>
                      <a:pt x="458010" y="325967"/>
                    </a:cubicBezTo>
                    <a:lnTo>
                      <a:pt x="440283" y="296069"/>
                    </a:ln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C70D8342-8898-10B9-B32E-EDF6071AB217}"/>
                  </a:ext>
                </a:extLst>
              </p:cNvPr>
              <p:cNvSpPr/>
              <p:nvPr/>
            </p:nvSpPr>
            <p:spPr>
              <a:xfrm>
                <a:off x="11047677" y="690711"/>
                <a:ext cx="161925" cy="161924"/>
              </a:xfrm>
              <a:custGeom>
                <a:avLst/>
                <a:gdLst>
                  <a:gd name="connsiteX0" fmla="*/ 161925 w 161925"/>
                  <a:gd name="connsiteY0" fmla="*/ 80962 h 161924"/>
                  <a:gd name="connsiteX1" fmla="*/ 80963 w 161925"/>
                  <a:gd name="connsiteY1" fmla="*/ 161925 h 161924"/>
                  <a:gd name="connsiteX2" fmla="*/ 0 w 161925"/>
                  <a:gd name="connsiteY2" fmla="*/ 80962 h 161924"/>
                  <a:gd name="connsiteX3" fmla="*/ 80963 w 161925"/>
                  <a:gd name="connsiteY3" fmla="*/ 0 h 161924"/>
                  <a:gd name="connsiteX4" fmla="*/ 161925 w 161925"/>
                  <a:gd name="connsiteY4" fmla="*/ 80962 h 16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925" h="161924">
                    <a:moveTo>
                      <a:pt x="161925" y="80962"/>
                    </a:moveTo>
                    <a:cubicBezTo>
                      <a:pt x="161925" y="125677"/>
                      <a:pt x="125677" y="161925"/>
                      <a:pt x="80963" y="161925"/>
                    </a:cubicBezTo>
                    <a:cubicBezTo>
                      <a:pt x="36248" y="161925"/>
                      <a:pt x="0" y="125677"/>
                      <a:pt x="0" y="80962"/>
                    </a:cubicBezTo>
                    <a:cubicBezTo>
                      <a:pt x="0" y="36248"/>
                      <a:pt x="36248" y="0"/>
                      <a:pt x="80963" y="0"/>
                    </a:cubicBezTo>
                    <a:cubicBezTo>
                      <a:pt x="125677" y="0"/>
                      <a:pt x="161925" y="36248"/>
                      <a:pt x="161925" y="8096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361526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D642DD60-039E-C257-1E39-ED878DA3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820400" cy="584774"/>
          </a:xfrm>
        </p:spPr>
        <p:txBody>
          <a:bodyPr lIns="0">
            <a:normAutofit/>
          </a:bodyPr>
          <a:lstStyle>
            <a:lvl1pPr algn="l">
              <a:defRPr sz="3200" b="0"/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8C7BD4-7871-5567-A8E6-093232762C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9400" y="298864"/>
            <a:ext cx="1143000" cy="1143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DE603A-F0CC-D6F3-6254-EF0C454AAF03}"/>
              </a:ext>
            </a:extLst>
          </p:cNvPr>
          <p:cNvCxnSpPr/>
          <p:nvPr userDrawn="1"/>
        </p:nvCxnSpPr>
        <p:spPr>
          <a:xfrm>
            <a:off x="762000" y="1143000"/>
            <a:ext cx="9525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90936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D642DD60-039E-C257-1E39-ED878DA3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820400" cy="584774"/>
          </a:xfrm>
        </p:spPr>
        <p:txBody>
          <a:bodyPr lIns="0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DE603A-F0CC-D6F3-6254-EF0C454AAF03}"/>
              </a:ext>
            </a:extLst>
          </p:cNvPr>
          <p:cNvCxnSpPr/>
          <p:nvPr userDrawn="1"/>
        </p:nvCxnSpPr>
        <p:spPr>
          <a:xfrm>
            <a:off x="762000" y="1143000"/>
            <a:ext cx="9525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aphic 2">
            <a:extLst>
              <a:ext uri="{FF2B5EF4-FFF2-40B4-BE49-F238E27FC236}">
                <a16:creationId xmlns:a16="http://schemas.microsoft.com/office/drawing/2014/main" id="{F8208D30-09FE-950B-7C2D-5435ACB4BAFB}"/>
              </a:ext>
            </a:extLst>
          </p:cNvPr>
          <p:cNvGrpSpPr/>
          <p:nvPr/>
        </p:nvGrpSpPr>
        <p:grpSpPr>
          <a:xfrm>
            <a:off x="10555758" y="586995"/>
            <a:ext cx="909959" cy="561181"/>
            <a:chOff x="10555758" y="586995"/>
            <a:chExt cx="909959" cy="561181"/>
          </a:xfrm>
          <a:solidFill>
            <a:schemeClr val="bg1"/>
          </a:solidFill>
        </p:grpSpPr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2A22C16F-946B-7BDA-696F-3432CEE2FC4C}"/>
                </a:ext>
              </a:extLst>
            </p:cNvPr>
            <p:cNvGrpSpPr/>
            <p:nvPr/>
          </p:nvGrpSpPr>
          <p:grpSpPr>
            <a:xfrm>
              <a:off x="10555758" y="1012974"/>
              <a:ext cx="909959" cy="135202"/>
              <a:chOff x="10555758" y="1012974"/>
              <a:chExt cx="909959" cy="135202"/>
            </a:xfrm>
            <a:grpFill/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32656FCE-F896-173D-782E-1CFD98CC9DE3}"/>
                  </a:ext>
                </a:extLst>
              </p:cNvPr>
              <p:cNvSpPr/>
              <p:nvPr/>
            </p:nvSpPr>
            <p:spPr>
              <a:xfrm>
                <a:off x="10555758" y="1051603"/>
                <a:ext cx="87163" cy="95250"/>
              </a:xfrm>
              <a:custGeom>
                <a:avLst/>
                <a:gdLst>
                  <a:gd name="connsiteX0" fmla="*/ 322 w 87163"/>
                  <a:gd name="connsiteY0" fmla="*/ 92869 h 95250"/>
                  <a:gd name="connsiteX1" fmla="*/ 34718 w 87163"/>
                  <a:gd name="connsiteY1" fmla="*/ 47096 h 95250"/>
                  <a:gd name="connsiteX2" fmla="*/ 34718 w 87163"/>
                  <a:gd name="connsiteY2" fmla="*/ 45244 h 95250"/>
                  <a:gd name="connsiteX3" fmla="*/ 2704 w 87163"/>
                  <a:gd name="connsiteY3" fmla="*/ 2381 h 95250"/>
                  <a:gd name="connsiteX4" fmla="*/ 3762 w 87163"/>
                  <a:gd name="connsiteY4" fmla="*/ 0 h 95250"/>
                  <a:gd name="connsiteX5" fmla="*/ 18314 w 87163"/>
                  <a:gd name="connsiteY5" fmla="*/ 0 h 95250"/>
                  <a:gd name="connsiteX6" fmla="*/ 19637 w 87163"/>
                  <a:gd name="connsiteY6" fmla="*/ 529 h 95250"/>
                  <a:gd name="connsiteX7" fmla="*/ 42391 w 87163"/>
                  <a:gd name="connsiteY7" fmla="*/ 34131 h 95250"/>
                  <a:gd name="connsiteX8" fmla="*/ 44772 w 87163"/>
                  <a:gd name="connsiteY8" fmla="*/ 34131 h 95250"/>
                  <a:gd name="connsiteX9" fmla="*/ 67527 w 87163"/>
                  <a:gd name="connsiteY9" fmla="*/ 529 h 95250"/>
                  <a:gd name="connsiteX10" fmla="*/ 68850 w 87163"/>
                  <a:gd name="connsiteY10" fmla="*/ 0 h 95250"/>
                  <a:gd name="connsiteX11" fmla="*/ 83402 w 87163"/>
                  <a:gd name="connsiteY11" fmla="*/ 0 h 95250"/>
                  <a:gd name="connsiteX12" fmla="*/ 84460 w 87163"/>
                  <a:gd name="connsiteY12" fmla="*/ 2381 h 95250"/>
                  <a:gd name="connsiteX13" fmla="*/ 52445 w 87163"/>
                  <a:gd name="connsiteY13" fmla="*/ 45244 h 95250"/>
                  <a:gd name="connsiteX14" fmla="*/ 52445 w 87163"/>
                  <a:gd name="connsiteY14" fmla="*/ 47096 h 95250"/>
                  <a:gd name="connsiteX15" fmla="*/ 86841 w 87163"/>
                  <a:gd name="connsiteY15" fmla="*/ 92869 h 95250"/>
                  <a:gd name="connsiteX16" fmla="*/ 85783 w 87163"/>
                  <a:gd name="connsiteY16" fmla="*/ 95250 h 95250"/>
                  <a:gd name="connsiteX17" fmla="*/ 71231 w 87163"/>
                  <a:gd name="connsiteY17" fmla="*/ 95250 h 95250"/>
                  <a:gd name="connsiteX18" fmla="*/ 69908 w 87163"/>
                  <a:gd name="connsiteY18" fmla="*/ 94721 h 95250"/>
                  <a:gd name="connsiteX19" fmla="*/ 44772 w 87163"/>
                  <a:gd name="connsiteY19" fmla="*/ 58208 h 95250"/>
                  <a:gd name="connsiteX20" fmla="*/ 42391 w 87163"/>
                  <a:gd name="connsiteY20" fmla="*/ 58208 h 95250"/>
                  <a:gd name="connsiteX21" fmla="*/ 16991 w 87163"/>
                  <a:gd name="connsiteY21" fmla="*/ 94721 h 95250"/>
                  <a:gd name="connsiteX22" fmla="*/ 15668 w 87163"/>
                  <a:gd name="connsiteY22" fmla="*/ 95250 h 95250"/>
                  <a:gd name="connsiteX23" fmla="*/ 1381 w 87163"/>
                  <a:gd name="connsiteY23" fmla="*/ 95250 h 95250"/>
                  <a:gd name="connsiteX24" fmla="*/ 322 w 87163"/>
                  <a:gd name="connsiteY24" fmla="*/ 9286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7163" h="95250">
                    <a:moveTo>
                      <a:pt x="322" y="92869"/>
                    </a:moveTo>
                    <a:lnTo>
                      <a:pt x="34718" y="47096"/>
                    </a:lnTo>
                    <a:cubicBezTo>
                      <a:pt x="34983" y="46567"/>
                      <a:pt x="34983" y="45773"/>
                      <a:pt x="34718" y="45244"/>
                    </a:cubicBezTo>
                    <a:lnTo>
                      <a:pt x="2704" y="2381"/>
                    </a:lnTo>
                    <a:cubicBezTo>
                      <a:pt x="1910" y="1323"/>
                      <a:pt x="2704" y="0"/>
                      <a:pt x="3762" y="0"/>
                    </a:cubicBezTo>
                    <a:lnTo>
                      <a:pt x="18314" y="0"/>
                    </a:lnTo>
                    <a:cubicBezTo>
                      <a:pt x="18843" y="0"/>
                      <a:pt x="19372" y="265"/>
                      <a:pt x="19637" y="529"/>
                    </a:cubicBezTo>
                    <a:lnTo>
                      <a:pt x="42391" y="34131"/>
                    </a:lnTo>
                    <a:cubicBezTo>
                      <a:pt x="42920" y="34925"/>
                      <a:pt x="44243" y="34925"/>
                      <a:pt x="44772" y="34131"/>
                    </a:cubicBezTo>
                    <a:lnTo>
                      <a:pt x="67527" y="529"/>
                    </a:lnTo>
                    <a:cubicBezTo>
                      <a:pt x="67791" y="0"/>
                      <a:pt x="68320" y="0"/>
                      <a:pt x="68850" y="0"/>
                    </a:cubicBezTo>
                    <a:lnTo>
                      <a:pt x="83402" y="0"/>
                    </a:lnTo>
                    <a:cubicBezTo>
                      <a:pt x="84725" y="0"/>
                      <a:pt x="85254" y="1323"/>
                      <a:pt x="84460" y="2381"/>
                    </a:cubicBezTo>
                    <a:lnTo>
                      <a:pt x="52445" y="45244"/>
                    </a:lnTo>
                    <a:cubicBezTo>
                      <a:pt x="52181" y="45773"/>
                      <a:pt x="52181" y="46567"/>
                      <a:pt x="52445" y="47096"/>
                    </a:cubicBezTo>
                    <a:lnTo>
                      <a:pt x="86841" y="92869"/>
                    </a:lnTo>
                    <a:cubicBezTo>
                      <a:pt x="87635" y="93927"/>
                      <a:pt x="86841" y="95250"/>
                      <a:pt x="85783" y="95250"/>
                    </a:cubicBezTo>
                    <a:lnTo>
                      <a:pt x="71231" y="95250"/>
                    </a:lnTo>
                    <a:cubicBezTo>
                      <a:pt x="70702" y="95250"/>
                      <a:pt x="70172" y="94985"/>
                      <a:pt x="69908" y="94721"/>
                    </a:cubicBezTo>
                    <a:lnTo>
                      <a:pt x="44772" y="58208"/>
                    </a:lnTo>
                    <a:cubicBezTo>
                      <a:pt x="44243" y="57415"/>
                      <a:pt x="42920" y="57415"/>
                      <a:pt x="42391" y="58208"/>
                    </a:cubicBezTo>
                    <a:lnTo>
                      <a:pt x="16991" y="94721"/>
                    </a:lnTo>
                    <a:cubicBezTo>
                      <a:pt x="16727" y="94985"/>
                      <a:pt x="16197" y="95250"/>
                      <a:pt x="15668" y="95250"/>
                    </a:cubicBezTo>
                    <a:lnTo>
                      <a:pt x="1381" y="95250"/>
                    </a:lnTo>
                    <a:cubicBezTo>
                      <a:pt x="322" y="95250"/>
                      <a:pt x="-471" y="93662"/>
                      <a:pt x="322" y="92869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6AA770FB-50E2-62E3-4031-A856F3C3D14A}"/>
                  </a:ext>
                </a:extLst>
              </p:cNvPr>
              <p:cNvSpPr/>
              <p:nvPr/>
            </p:nvSpPr>
            <p:spPr>
              <a:xfrm>
                <a:off x="1064207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8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8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8" y="42598"/>
                      <a:pt x="14288" y="49213"/>
                    </a:cubicBezTo>
                    <a:cubicBezTo>
                      <a:pt x="14288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7944" y="98425"/>
                      <a:pt x="46831" y="9842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E08F9F14-E6B2-14E0-4E07-7AFCF77EB672}"/>
                  </a:ext>
                </a:extLst>
              </p:cNvPr>
              <p:cNvSpPr/>
              <p:nvPr/>
            </p:nvSpPr>
            <p:spPr>
              <a:xfrm>
                <a:off x="10742347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8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8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9056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8" y="26458"/>
                      <a:pt x="17198" y="32544"/>
                      <a:pt x="15610" y="39952"/>
                    </a:cubicBezTo>
                    <a:cubicBezTo>
                      <a:pt x="15346" y="41010"/>
                      <a:pt x="16140" y="41804"/>
                      <a:pt x="16933" y="41804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1D67462-094A-EA77-55DF-D16DD1C03A1D}"/>
                  </a:ext>
                </a:extLst>
              </p:cNvPr>
              <p:cNvSpPr/>
              <p:nvPr/>
            </p:nvSpPr>
            <p:spPr>
              <a:xfrm>
                <a:off x="10848445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629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346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1CD2E3A-6849-71A2-0DC8-EF6BFB53A554}"/>
                  </a:ext>
                </a:extLst>
              </p:cNvPr>
              <p:cNvSpPr/>
              <p:nvPr/>
            </p:nvSpPr>
            <p:spPr>
              <a:xfrm>
                <a:off x="10954543" y="1012974"/>
                <a:ext cx="94985" cy="135202"/>
              </a:xfrm>
              <a:custGeom>
                <a:avLst/>
                <a:gdLst>
                  <a:gd name="connsiteX0" fmla="*/ 46302 w 94985"/>
                  <a:gd name="connsiteY0" fmla="*/ 135202 h 135202"/>
                  <a:gd name="connsiteX1" fmla="*/ 21960 w 94985"/>
                  <a:gd name="connsiteY1" fmla="*/ 128588 h 135202"/>
                  <a:gd name="connsiteX2" fmla="*/ 5821 w 94985"/>
                  <a:gd name="connsiteY2" fmla="*/ 110860 h 135202"/>
                  <a:gd name="connsiteX3" fmla="*/ 0 w 94985"/>
                  <a:gd name="connsiteY3" fmla="*/ 85990 h 135202"/>
                  <a:gd name="connsiteX4" fmla="*/ 5821 w 94985"/>
                  <a:gd name="connsiteY4" fmla="*/ 61119 h 135202"/>
                  <a:gd name="connsiteX5" fmla="*/ 21960 w 94985"/>
                  <a:gd name="connsiteY5" fmla="*/ 43392 h 135202"/>
                  <a:gd name="connsiteX6" fmla="*/ 46302 w 94985"/>
                  <a:gd name="connsiteY6" fmla="*/ 36777 h 135202"/>
                  <a:gd name="connsiteX7" fmla="*/ 66675 w 94985"/>
                  <a:gd name="connsiteY7" fmla="*/ 41275 h 135202"/>
                  <a:gd name="connsiteX8" fmla="*/ 77788 w 94985"/>
                  <a:gd name="connsiteY8" fmla="*/ 50271 h 135202"/>
                  <a:gd name="connsiteX9" fmla="*/ 80433 w 94985"/>
                  <a:gd name="connsiteY9" fmla="*/ 49213 h 135202"/>
                  <a:gd name="connsiteX10" fmla="*/ 80433 w 94985"/>
                  <a:gd name="connsiteY10" fmla="*/ 1588 h 135202"/>
                  <a:gd name="connsiteX11" fmla="*/ 82021 w 94985"/>
                  <a:gd name="connsiteY11" fmla="*/ 0 h 135202"/>
                  <a:gd name="connsiteX12" fmla="*/ 93398 w 94985"/>
                  <a:gd name="connsiteY12" fmla="*/ 0 h 135202"/>
                  <a:gd name="connsiteX13" fmla="*/ 94985 w 94985"/>
                  <a:gd name="connsiteY13" fmla="*/ 1588 h 135202"/>
                  <a:gd name="connsiteX14" fmla="*/ 94985 w 94985"/>
                  <a:gd name="connsiteY14" fmla="*/ 131763 h 135202"/>
                  <a:gd name="connsiteX15" fmla="*/ 93398 w 94985"/>
                  <a:gd name="connsiteY15" fmla="*/ 133350 h 135202"/>
                  <a:gd name="connsiteX16" fmla="*/ 82021 w 94985"/>
                  <a:gd name="connsiteY16" fmla="*/ 133350 h 135202"/>
                  <a:gd name="connsiteX17" fmla="*/ 80433 w 94985"/>
                  <a:gd name="connsiteY17" fmla="*/ 131763 h 135202"/>
                  <a:gd name="connsiteX18" fmla="*/ 80433 w 94985"/>
                  <a:gd name="connsiteY18" fmla="*/ 122238 h 135202"/>
                  <a:gd name="connsiteX19" fmla="*/ 77788 w 94985"/>
                  <a:gd name="connsiteY19" fmla="*/ 121179 h 135202"/>
                  <a:gd name="connsiteX20" fmla="*/ 66675 w 94985"/>
                  <a:gd name="connsiteY20" fmla="*/ 130175 h 135202"/>
                  <a:gd name="connsiteX21" fmla="*/ 46302 w 94985"/>
                  <a:gd name="connsiteY21" fmla="*/ 135202 h 135202"/>
                  <a:gd name="connsiteX22" fmla="*/ 48154 w 94985"/>
                  <a:gd name="connsiteY22" fmla="*/ 122502 h 135202"/>
                  <a:gd name="connsiteX23" fmla="*/ 66146 w 94985"/>
                  <a:gd name="connsiteY23" fmla="*/ 117475 h 135202"/>
                  <a:gd name="connsiteX24" fmla="*/ 77258 w 94985"/>
                  <a:gd name="connsiteY24" fmla="*/ 104246 h 135202"/>
                  <a:gd name="connsiteX25" fmla="*/ 80963 w 94985"/>
                  <a:gd name="connsiteY25" fmla="*/ 86254 h 135202"/>
                  <a:gd name="connsiteX26" fmla="*/ 77258 w 94985"/>
                  <a:gd name="connsiteY26" fmla="*/ 68263 h 135202"/>
                  <a:gd name="connsiteX27" fmla="*/ 66146 w 94985"/>
                  <a:gd name="connsiteY27" fmla="*/ 55033 h 135202"/>
                  <a:gd name="connsiteX28" fmla="*/ 48154 w 94985"/>
                  <a:gd name="connsiteY28" fmla="*/ 50006 h 135202"/>
                  <a:gd name="connsiteX29" fmla="*/ 30163 w 94985"/>
                  <a:gd name="connsiteY29" fmla="*/ 55033 h 135202"/>
                  <a:gd name="connsiteX30" fmla="*/ 18521 w 94985"/>
                  <a:gd name="connsiteY30" fmla="*/ 68263 h 135202"/>
                  <a:gd name="connsiteX31" fmla="*/ 14552 w 94985"/>
                  <a:gd name="connsiteY31" fmla="*/ 86254 h 135202"/>
                  <a:gd name="connsiteX32" fmla="*/ 18521 w 94985"/>
                  <a:gd name="connsiteY32" fmla="*/ 104246 h 135202"/>
                  <a:gd name="connsiteX33" fmla="*/ 30163 w 94985"/>
                  <a:gd name="connsiteY33" fmla="*/ 117475 h 135202"/>
                  <a:gd name="connsiteX34" fmla="*/ 48154 w 94985"/>
                  <a:gd name="connsiteY34" fmla="*/ 122502 h 135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135202">
                    <a:moveTo>
                      <a:pt x="46302" y="135202"/>
                    </a:moveTo>
                    <a:cubicBezTo>
                      <a:pt x="37042" y="135202"/>
                      <a:pt x="28840" y="133085"/>
                      <a:pt x="21960" y="128588"/>
                    </a:cubicBezTo>
                    <a:cubicBezTo>
                      <a:pt x="15081" y="124090"/>
                      <a:pt x="9790" y="118269"/>
                      <a:pt x="5821" y="110860"/>
                    </a:cubicBezTo>
                    <a:cubicBezTo>
                      <a:pt x="2117" y="103452"/>
                      <a:pt x="0" y="95250"/>
                      <a:pt x="0" y="85990"/>
                    </a:cubicBezTo>
                    <a:cubicBezTo>
                      <a:pt x="0" y="76729"/>
                      <a:pt x="1852" y="68527"/>
                      <a:pt x="5821" y="61119"/>
                    </a:cubicBezTo>
                    <a:cubicBezTo>
                      <a:pt x="9525" y="53710"/>
                      <a:pt x="15081" y="47890"/>
                      <a:pt x="21960" y="43392"/>
                    </a:cubicBezTo>
                    <a:cubicBezTo>
                      <a:pt x="28840" y="38894"/>
                      <a:pt x="37042" y="36777"/>
                      <a:pt x="46302" y="36777"/>
                    </a:cubicBezTo>
                    <a:cubicBezTo>
                      <a:pt x="54240" y="36777"/>
                      <a:pt x="60854" y="38365"/>
                      <a:pt x="66675" y="41275"/>
                    </a:cubicBezTo>
                    <a:cubicBezTo>
                      <a:pt x="70908" y="43656"/>
                      <a:pt x="74877" y="46567"/>
                      <a:pt x="77788" y="50271"/>
                    </a:cubicBezTo>
                    <a:cubicBezTo>
                      <a:pt x="78581" y="51329"/>
                      <a:pt x="80433" y="50800"/>
                      <a:pt x="80433" y="49213"/>
                    </a:cubicBezTo>
                    <a:lnTo>
                      <a:pt x="80433" y="1588"/>
                    </a:lnTo>
                    <a:cubicBezTo>
                      <a:pt x="80433" y="794"/>
                      <a:pt x="80963" y="0"/>
                      <a:pt x="82021" y="0"/>
                    </a:cubicBezTo>
                    <a:lnTo>
                      <a:pt x="93398" y="0"/>
                    </a:lnTo>
                    <a:cubicBezTo>
                      <a:pt x="94192" y="0"/>
                      <a:pt x="94985" y="529"/>
                      <a:pt x="94985" y="1588"/>
                    </a:cubicBezTo>
                    <a:lnTo>
                      <a:pt x="94985" y="131763"/>
                    </a:lnTo>
                    <a:cubicBezTo>
                      <a:pt x="94985" y="132556"/>
                      <a:pt x="94456" y="133350"/>
                      <a:pt x="93398" y="133350"/>
                    </a:cubicBezTo>
                    <a:lnTo>
                      <a:pt x="82021" y="133350"/>
                    </a:lnTo>
                    <a:cubicBezTo>
                      <a:pt x="81227" y="133350"/>
                      <a:pt x="80433" y="132821"/>
                      <a:pt x="80433" y="131763"/>
                    </a:cubicBezTo>
                    <a:lnTo>
                      <a:pt x="80433" y="122238"/>
                    </a:lnTo>
                    <a:cubicBezTo>
                      <a:pt x="80433" y="120915"/>
                      <a:pt x="78846" y="120385"/>
                      <a:pt x="77788" y="121179"/>
                    </a:cubicBezTo>
                    <a:cubicBezTo>
                      <a:pt x="74612" y="124883"/>
                      <a:pt x="70908" y="127794"/>
                      <a:pt x="66675" y="130175"/>
                    </a:cubicBezTo>
                    <a:cubicBezTo>
                      <a:pt x="60854" y="133879"/>
                      <a:pt x="53975" y="135202"/>
                      <a:pt x="46302" y="135202"/>
                    </a:cubicBezTo>
                    <a:close/>
                    <a:moveTo>
                      <a:pt x="48154" y="122502"/>
                    </a:moveTo>
                    <a:cubicBezTo>
                      <a:pt x="55298" y="122502"/>
                      <a:pt x="61383" y="120915"/>
                      <a:pt x="66146" y="117475"/>
                    </a:cubicBezTo>
                    <a:cubicBezTo>
                      <a:pt x="70908" y="114300"/>
                      <a:pt x="74612" y="109802"/>
                      <a:pt x="77258" y="104246"/>
                    </a:cubicBezTo>
                    <a:cubicBezTo>
                      <a:pt x="79904" y="98690"/>
                      <a:pt x="80963" y="92604"/>
                      <a:pt x="80963" y="86254"/>
                    </a:cubicBezTo>
                    <a:cubicBezTo>
                      <a:pt x="80963" y="79640"/>
                      <a:pt x="79640" y="73554"/>
                      <a:pt x="77258" y="68263"/>
                    </a:cubicBezTo>
                    <a:cubicBezTo>
                      <a:pt x="74612" y="62706"/>
                      <a:pt x="70908" y="58473"/>
                      <a:pt x="66146" y="55033"/>
                    </a:cubicBezTo>
                    <a:cubicBezTo>
                      <a:pt x="61383" y="51858"/>
                      <a:pt x="55298" y="50006"/>
                      <a:pt x="48154" y="50006"/>
                    </a:cubicBezTo>
                    <a:cubicBezTo>
                      <a:pt x="41275" y="50006"/>
                      <a:pt x="35190" y="51594"/>
                      <a:pt x="30163" y="55033"/>
                    </a:cubicBezTo>
                    <a:cubicBezTo>
                      <a:pt x="25135" y="58208"/>
                      <a:pt x="21167" y="62706"/>
                      <a:pt x="18521" y="68263"/>
                    </a:cubicBezTo>
                    <a:cubicBezTo>
                      <a:pt x="15875" y="73819"/>
                      <a:pt x="14552" y="79640"/>
                      <a:pt x="14552" y="86254"/>
                    </a:cubicBezTo>
                    <a:cubicBezTo>
                      <a:pt x="14552" y="92604"/>
                      <a:pt x="15875" y="98690"/>
                      <a:pt x="18521" y="104246"/>
                    </a:cubicBezTo>
                    <a:cubicBezTo>
                      <a:pt x="21167" y="109802"/>
                      <a:pt x="25135" y="114300"/>
                      <a:pt x="30163" y="117475"/>
                    </a:cubicBezTo>
                    <a:cubicBezTo>
                      <a:pt x="35190" y="120650"/>
                      <a:pt x="41010" y="122502"/>
                      <a:pt x="48154" y="122502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62E88F0-06E6-1958-D5D2-BD06B50514B1}"/>
                  </a:ext>
                </a:extLst>
              </p:cNvPr>
              <p:cNvSpPr/>
              <p:nvPr/>
            </p:nvSpPr>
            <p:spPr>
              <a:xfrm>
                <a:off x="11063022" y="1049751"/>
                <a:ext cx="94985" cy="98425"/>
              </a:xfrm>
              <a:custGeom>
                <a:avLst/>
                <a:gdLst>
                  <a:gd name="connsiteX0" fmla="*/ 46302 w 94985"/>
                  <a:gd name="connsiteY0" fmla="*/ 98425 h 98425"/>
                  <a:gd name="connsiteX1" fmla="*/ 21960 w 94985"/>
                  <a:gd name="connsiteY1" fmla="*/ 91810 h 98425"/>
                  <a:gd name="connsiteX2" fmla="*/ 5821 w 94985"/>
                  <a:gd name="connsiteY2" fmla="*/ 74083 h 98425"/>
                  <a:gd name="connsiteX3" fmla="*/ 0 w 94985"/>
                  <a:gd name="connsiteY3" fmla="*/ 49213 h 98425"/>
                  <a:gd name="connsiteX4" fmla="*/ 5821 w 94985"/>
                  <a:gd name="connsiteY4" fmla="*/ 24342 h 98425"/>
                  <a:gd name="connsiteX5" fmla="*/ 21960 w 94985"/>
                  <a:gd name="connsiteY5" fmla="*/ 6615 h 98425"/>
                  <a:gd name="connsiteX6" fmla="*/ 46302 w 94985"/>
                  <a:gd name="connsiteY6" fmla="*/ 0 h 98425"/>
                  <a:gd name="connsiteX7" fmla="*/ 66675 w 94985"/>
                  <a:gd name="connsiteY7" fmla="*/ 4498 h 98425"/>
                  <a:gd name="connsiteX8" fmla="*/ 77788 w 94985"/>
                  <a:gd name="connsiteY8" fmla="*/ 13494 h 98425"/>
                  <a:gd name="connsiteX9" fmla="*/ 80433 w 94985"/>
                  <a:gd name="connsiteY9" fmla="*/ 12435 h 98425"/>
                  <a:gd name="connsiteX10" fmla="*/ 80433 w 94985"/>
                  <a:gd name="connsiteY10" fmla="*/ 2910 h 98425"/>
                  <a:gd name="connsiteX11" fmla="*/ 82021 w 94985"/>
                  <a:gd name="connsiteY11" fmla="*/ 1323 h 98425"/>
                  <a:gd name="connsiteX12" fmla="*/ 93398 w 94985"/>
                  <a:gd name="connsiteY12" fmla="*/ 1323 h 98425"/>
                  <a:gd name="connsiteX13" fmla="*/ 94985 w 94985"/>
                  <a:gd name="connsiteY13" fmla="*/ 2910 h 98425"/>
                  <a:gd name="connsiteX14" fmla="*/ 94985 w 94985"/>
                  <a:gd name="connsiteY14" fmla="*/ 94985 h 98425"/>
                  <a:gd name="connsiteX15" fmla="*/ 93398 w 94985"/>
                  <a:gd name="connsiteY15" fmla="*/ 96573 h 98425"/>
                  <a:gd name="connsiteX16" fmla="*/ 82021 w 94985"/>
                  <a:gd name="connsiteY16" fmla="*/ 96573 h 98425"/>
                  <a:gd name="connsiteX17" fmla="*/ 80433 w 94985"/>
                  <a:gd name="connsiteY17" fmla="*/ 94985 h 98425"/>
                  <a:gd name="connsiteX18" fmla="*/ 80433 w 94985"/>
                  <a:gd name="connsiteY18" fmla="*/ 85460 h 98425"/>
                  <a:gd name="connsiteX19" fmla="*/ 77788 w 94985"/>
                  <a:gd name="connsiteY19" fmla="*/ 84402 h 98425"/>
                  <a:gd name="connsiteX20" fmla="*/ 66675 w 94985"/>
                  <a:gd name="connsiteY20" fmla="*/ 93398 h 98425"/>
                  <a:gd name="connsiteX21" fmla="*/ 46302 w 94985"/>
                  <a:gd name="connsiteY21" fmla="*/ 98425 h 98425"/>
                  <a:gd name="connsiteX22" fmla="*/ 48154 w 94985"/>
                  <a:gd name="connsiteY22" fmla="*/ 85725 h 98425"/>
                  <a:gd name="connsiteX23" fmla="*/ 66146 w 94985"/>
                  <a:gd name="connsiteY23" fmla="*/ 80698 h 98425"/>
                  <a:gd name="connsiteX24" fmla="*/ 77258 w 94985"/>
                  <a:gd name="connsiteY24" fmla="*/ 67469 h 98425"/>
                  <a:gd name="connsiteX25" fmla="*/ 80962 w 94985"/>
                  <a:gd name="connsiteY25" fmla="*/ 49477 h 98425"/>
                  <a:gd name="connsiteX26" fmla="*/ 77258 w 94985"/>
                  <a:gd name="connsiteY26" fmla="*/ 31485 h 98425"/>
                  <a:gd name="connsiteX27" fmla="*/ 66146 w 94985"/>
                  <a:gd name="connsiteY27" fmla="*/ 18256 h 98425"/>
                  <a:gd name="connsiteX28" fmla="*/ 48154 w 94985"/>
                  <a:gd name="connsiteY28" fmla="*/ 13229 h 98425"/>
                  <a:gd name="connsiteX29" fmla="*/ 30163 w 94985"/>
                  <a:gd name="connsiteY29" fmla="*/ 18256 h 98425"/>
                  <a:gd name="connsiteX30" fmla="*/ 18521 w 94985"/>
                  <a:gd name="connsiteY30" fmla="*/ 31485 h 98425"/>
                  <a:gd name="connsiteX31" fmla="*/ 14552 w 94985"/>
                  <a:gd name="connsiteY31" fmla="*/ 49477 h 98425"/>
                  <a:gd name="connsiteX32" fmla="*/ 18521 w 94985"/>
                  <a:gd name="connsiteY32" fmla="*/ 67469 h 98425"/>
                  <a:gd name="connsiteX33" fmla="*/ 30163 w 94985"/>
                  <a:gd name="connsiteY33" fmla="*/ 80698 h 98425"/>
                  <a:gd name="connsiteX34" fmla="*/ 48154 w 94985"/>
                  <a:gd name="connsiteY34" fmla="*/ 857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98425">
                    <a:moveTo>
                      <a:pt x="46302" y="98425"/>
                    </a:moveTo>
                    <a:cubicBezTo>
                      <a:pt x="37042" y="98425"/>
                      <a:pt x="28840" y="96308"/>
                      <a:pt x="21960" y="91810"/>
                    </a:cubicBezTo>
                    <a:cubicBezTo>
                      <a:pt x="15081" y="87313"/>
                      <a:pt x="9790" y="81492"/>
                      <a:pt x="5821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1960" y="6615"/>
                    </a:cubicBezTo>
                    <a:cubicBezTo>
                      <a:pt x="28840" y="2117"/>
                      <a:pt x="37042" y="0"/>
                      <a:pt x="46302" y="0"/>
                    </a:cubicBezTo>
                    <a:cubicBezTo>
                      <a:pt x="54240" y="0"/>
                      <a:pt x="60854" y="1588"/>
                      <a:pt x="66675" y="4498"/>
                    </a:cubicBezTo>
                    <a:cubicBezTo>
                      <a:pt x="70908" y="6879"/>
                      <a:pt x="74877" y="9790"/>
                      <a:pt x="77788" y="13494"/>
                    </a:cubicBezTo>
                    <a:cubicBezTo>
                      <a:pt x="78581" y="14552"/>
                      <a:pt x="80433" y="14023"/>
                      <a:pt x="80433" y="12435"/>
                    </a:cubicBezTo>
                    <a:lnTo>
                      <a:pt x="80433" y="2910"/>
                    </a:lnTo>
                    <a:cubicBezTo>
                      <a:pt x="80433" y="2117"/>
                      <a:pt x="80962" y="1323"/>
                      <a:pt x="82021" y="1323"/>
                    </a:cubicBezTo>
                    <a:lnTo>
                      <a:pt x="93398" y="1323"/>
                    </a:lnTo>
                    <a:cubicBezTo>
                      <a:pt x="94192" y="1323"/>
                      <a:pt x="94985" y="1852"/>
                      <a:pt x="94985" y="2910"/>
                    </a:cubicBezTo>
                    <a:lnTo>
                      <a:pt x="94985" y="94985"/>
                    </a:lnTo>
                    <a:cubicBezTo>
                      <a:pt x="94985" y="95779"/>
                      <a:pt x="94456" y="96573"/>
                      <a:pt x="93398" y="96573"/>
                    </a:cubicBezTo>
                    <a:lnTo>
                      <a:pt x="82021" y="96573"/>
                    </a:lnTo>
                    <a:cubicBezTo>
                      <a:pt x="81227" y="96573"/>
                      <a:pt x="80433" y="96044"/>
                      <a:pt x="80433" y="94985"/>
                    </a:cubicBezTo>
                    <a:lnTo>
                      <a:pt x="80433" y="85460"/>
                    </a:lnTo>
                    <a:cubicBezTo>
                      <a:pt x="80433" y="84138"/>
                      <a:pt x="78846" y="83608"/>
                      <a:pt x="77788" y="84402"/>
                    </a:cubicBezTo>
                    <a:cubicBezTo>
                      <a:pt x="74612" y="88106"/>
                      <a:pt x="70908" y="91017"/>
                      <a:pt x="66675" y="93398"/>
                    </a:cubicBezTo>
                    <a:cubicBezTo>
                      <a:pt x="60854" y="97102"/>
                      <a:pt x="53975" y="98425"/>
                      <a:pt x="46302" y="98425"/>
                    </a:cubicBezTo>
                    <a:close/>
                    <a:moveTo>
                      <a:pt x="48154" y="85725"/>
                    </a:moveTo>
                    <a:cubicBezTo>
                      <a:pt x="55298" y="85725"/>
                      <a:pt x="61383" y="84138"/>
                      <a:pt x="66146" y="80698"/>
                    </a:cubicBezTo>
                    <a:cubicBezTo>
                      <a:pt x="70908" y="77523"/>
                      <a:pt x="74612" y="73025"/>
                      <a:pt x="77258" y="67469"/>
                    </a:cubicBezTo>
                    <a:cubicBezTo>
                      <a:pt x="79904" y="61913"/>
                      <a:pt x="80962" y="55827"/>
                      <a:pt x="80962" y="49477"/>
                    </a:cubicBezTo>
                    <a:cubicBezTo>
                      <a:pt x="80962" y="42863"/>
                      <a:pt x="79640" y="36777"/>
                      <a:pt x="77258" y="31485"/>
                    </a:cubicBezTo>
                    <a:cubicBezTo>
                      <a:pt x="74612" y="25929"/>
                      <a:pt x="70908" y="21696"/>
                      <a:pt x="66146" y="18256"/>
                    </a:cubicBezTo>
                    <a:cubicBezTo>
                      <a:pt x="61383" y="15081"/>
                      <a:pt x="55298" y="13229"/>
                      <a:pt x="48154" y="13229"/>
                    </a:cubicBezTo>
                    <a:cubicBezTo>
                      <a:pt x="41275" y="13229"/>
                      <a:pt x="35190" y="14817"/>
                      <a:pt x="30163" y="18256"/>
                    </a:cubicBezTo>
                    <a:cubicBezTo>
                      <a:pt x="25135" y="21431"/>
                      <a:pt x="21167" y="25929"/>
                      <a:pt x="18521" y="31485"/>
                    </a:cubicBezTo>
                    <a:cubicBezTo>
                      <a:pt x="15875" y="37042"/>
                      <a:pt x="14552" y="42863"/>
                      <a:pt x="14552" y="49477"/>
                    </a:cubicBezTo>
                    <a:cubicBezTo>
                      <a:pt x="14552" y="55827"/>
                      <a:pt x="15875" y="61913"/>
                      <a:pt x="18521" y="67469"/>
                    </a:cubicBezTo>
                    <a:cubicBezTo>
                      <a:pt x="21167" y="73025"/>
                      <a:pt x="25135" y="77523"/>
                      <a:pt x="30163" y="80698"/>
                    </a:cubicBezTo>
                    <a:cubicBezTo>
                      <a:pt x="35190" y="83873"/>
                      <a:pt x="41010" y="85725"/>
                      <a:pt x="48154" y="8572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A8D230F-3254-B882-D7E3-E6F376143AE5}"/>
                  </a:ext>
                </a:extLst>
              </p:cNvPr>
              <p:cNvSpPr/>
              <p:nvPr/>
            </p:nvSpPr>
            <p:spPr>
              <a:xfrm>
                <a:off x="11174677" y="1050280"/>
                <a:ext cx="84137" cy="97102"/>
              </a:xfrm>
              <a:custGeom>
                <a:avLst/>
                <a:gdLst>
                  <a:gd name="connsiteX0" fmla="*/ 0 w 84137"/>
                  <a:gd name="connsiteY0" fmla="*/ 94985 h 97102"/>
                  <a:gd name="connsiteX1" fmla="*/ 0 w 84137"/>
                  <a:gd name="connsiteY1" fmla="*/ 2910 h 97102"/>
                  <a:gd name="connsiteX2" fmla="*/ 1588 w 84137"/>
                  <a:gd name="connsiteY2" fmla="*/ 1323 h 97102"/>
                  <a:gd name="connsiteX3" fmla="*/ 12965 w 84137"/>
                  <a:gd name="connsiteY3" fmla="*/ 1323 h 97102"/>
                  <a:gd name="connsiteX4" fmla="*/ 14552 w 84137"/>
                  <a:gd name="connsiteY4" fmla="*/ 2910 h 97102"/>
                  <a:gd name="connsiteX5" fmla="*/ 14552 w 84137"/>
                  <a:gd name="connsiteY5" fmla="*/ 12171 h 97102"/>
                  <a:gd name="connsiteX6" fmla="*/ 17198 w 84137"/>
                  <a:gd name="connsiteY6" fmla="*/ 13229 h 97102"/>
                  <a:gd name="connsiteX7" fmla="*/ 27252 w 84137"/>
                  <a:gd name="connsiteY7" fmla="*/ 4762 h 97102"/>
                  <a:gd name="connsiteX8" fmla="*/ 46302 w 84137"/>
                  <a:gd name="connsiteY8" fmla="*/ 0 h 97102"/>
                  <a:gd name="connsiteX9" fmla="*/ 64823 w 84137"/>
                  <a:gd name="connsiteY9" fmla="*/ 4762 h 97102"/>
                  <a:gd name="connsiteX10" fmla="*/ 78846 w 84137"/>
                  <a:gd name="connsiteY10" fmla="*/ 18785 h 97102"/>
                  <a:gd name="connsiteX11" fmla="*/ 84138 w 84137"/>
                  <a:gd name="connsiteY11" fmla="*/ 41540 h 97102"/>
                  <a:gd name="connsiteX12" fmla="*/ 84138 w 84137"/>
                  <a:gd name="connsiteY12" fmla="*/ 95515 h 97102"/>
                  <a:gd name="connsiteX13" fmla="*/ 82550 w 84137"/>
                  <a:gd name="connsiteY13" fmla="*/ 97102 h 97102"/>
                  <a:gd name="connsiteX14" fmla="*/ 71173 w 84137"/>
                  <a:gd name="connsiteY14" fmla="*/ 97102 h 97102"/>
                  <a:gd name="connsiteX15" fmla="*/ 69585 w 84137"/>
                  <a:gd name="connsiteY15" fmla="*/ 95515 h 97102"/>
                  <a:gd name="connsiteX16" fmla="*/ 69585 w 84137"/>
                  <a:gd name="connsiteY16" fmla="*/ 42069 h 97102"/>
                  <a:gd name="connsiteX17" fmla="*/ 62177 w 84137"/>
                  <a:gd name="connsiteY17" fmla="*/ 21167 h 97102"/>
                  <a:gd name="connsiteX18" fmla="*/ 42863 w 84137"/>
                  <a:gd name="connsiteY18" fmla="*/ 13229 h 97102"/>
                  <a:gd name="connsiteX19" fmla="*/ 28310 w 84137"/>
                  <a:gd name="connsiteY19" fmla="*/ 16933 h 97102"/>
                  <a:gd name="connsiteX20" fmla="*/ 17992 w 84137"/>
                  <a:gd name="connsiteY20" fmla="*/ 26988 h 97102"/>
                  <a:gd name="connsiteX21" fmla="*/ 14023 w 84137"/>
                  <a:gd name="connsiteY21" fmla="*/ 42069 h 97102"/>
                  <a:gd name="connsiteX22" fmla="*/ 14023 w 84137"/>
                  <a:gd name="connsiteY22" fmla="*/ 95515 h 97102"/>
                  <a:gd name="connsiteX23" fmla="*/ 12435 w 84137"/>
                  <a:gd name="connsiteY23" fmla="*/ 97102 h 97102"/>
                  <a:gd name="connsiteX24" fmla="*/ 1058 w 84137"/>
                  <a:gd name="connsiteY24" fmla="*/ 97102 h 97102"/>
                  <a:gd name="connsiteX25" fmla="*/ 0 w 84137"/>
                  <a:gd name="connsiteY25" fmla="*/ 94985 h 97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84137" h="97102">
                    <a:moveTo>
                      <a:pt x="0" y="94985"/>
                    </a:moveTo>
                    <a:lnTo>
                      <a:pt x="0" y="2910"/>
                    </a:lnTo>
                    <a:cubicBezTo>
                      <a:pt x="0" y="2117"/>
                      <a:pt x="529" y="1323"/>
                      <a:pt x="1588" y="1323"/>
                    </a:cubicBezTo>
                    <a:lnTo>
                      <a:pt x="12965" y="1323"/>
                    </a:lnTo>
                    <a:cubicBezTo>
                      <a:pt x="13758" y="1323"/>
                      <a:pt x="14552" y="1852"/>
                      <a:pt x="14552" y="2910"/>
                    </a:cubicBezTo>
                    <a:lnTo>
                      <a:pt x="14552" y="12171"/>
                    </a:lnTo>
                    <a:cubicBezTo>
                      <a:pt x="14552" y="13494"/>
                      <a:pt x="16140" y="14023"/>
                      <a:pt x="17198" y="13229"/>
                    </a:cubicBezTo>
                    <a:cubicBezTo>
                      <a:pt x="20108" y="10054"/>
                      <a:pt x="23548" y="7144"/>
                      <a:pt x="27252" y="4762"/>
                    </a:cubicBezTo>
                    <a:cubicBezTo>
                      <a:pt x="32279" y="1588"/>
                      <a:pt x="38629" y="0"/>
                      <a:pt x="46302" y="0"/>
                    </a:cubicBezTo>
                    <a:cubicBezTo>
                      <a:pt x="52917" y="0"/>
                      <a:pt x="59002" y="1588"/>
                      <a:pt x="64823" y="4762"/>
                    </a:cubicBezTo>
                    <a:cubicBezTo>
                      <a:pt x="70644" y="7938"/>
                      <a:pt x="75406" y="12435"/>
                      <a:pt x="78846" y="18785"/>
                    </a:cubicBezTo>
                    <a:cubicBezTo>
                      <a:pt x="82550" y="24871"/>
                      <a:pt x="84138" y="32544"/>
                      <a:pt x="84138" y="41540"/>
                    </a:cubicBezTo>
                    <a:lnTo>
                      <a:pt x="84138" y="95515"/>
                    </a:lnTo>
                    <a:cubicBezTo>
                      <a:pt x="84138" y="96308"/>
                      <a:pt x="83608" y="97102"/>
                      <a:pt x="82550" y="97102"/>
                    </a:cubicBezTo>
                    <a:lnTo>
                      <a:pt x="71173" y="97102"/>
                    </a:lnTo>
                    <a:cubicBezTo>
                      <a:pt x="70379" y="97102"/>
                      <a:pt x="69585" y="96573"/>
                      <a:pt x="69585" y="95515"/>
                    </a:cubicBezTo>
                    <a:lnTo>
                      <a:pt x="69585" y="42069"/>
                    </a:lnTo>
                    <a:cubicBezTo>
                      <a:pt x="69585" y="33338"/>
                      <a:pt x="67204" y="26458"/>
                      <a:pt x="62177" y="21167"/>
                    </a:cubicBezTo>
                    <a:cubicBezTo>
                      <a:pt x="57150" y="15875"/>
                      <a:pt x="50800" y="13229"/>
                      <a:pt x="42863" y="13229"/>
                    </a:cubicBezTo>
                    <a:cubicBezTo>
                      <a:pt x="37571" y="13229"/>
                      <a:pt x="32808" y="14552"/>
                      <a:pt x="28310" y="16933"/>
                    </a:cubicBezTo>
                    <a:cubicBezTo>
                      <a:pt x="24077" y="19315"/>
                      <a:pt x="20638" y="22754"/>
                      <a:pt x="17992" y="26988"/>
                    </a:cubicBezTo>
                    <a:cubicBezTo>
                      <a:pt x="15346" y="31485"/>
                      <a:pt x="14023" y="36512"/>
                      <a:pt x="14023" y="42069"/>
                    </a:cubicBezTo>
                    <a:lnTo>
                      <a:pt x="14023" y="95515"/>
                    </a:lnTo>
                    <a:cubicBezTo>
                      <a:pt x="14023" y="96308"/>
                      <a:pt x="13494" y="97102"/>
                      <a:pt x="12435" y="97102"/>
                    </a:cubicBezTo>
                    <a:lnTo>
                      <a:pt x="1058" y="97102"/>
                    </a:lnTo>
                    <a:cubicBezTo>
                      <a:pt x="529" y="96573"/>
                      <a:pt x="0" y="95779"/>
                      <a:pt x="0" y="9498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4F89194-83D7-8AD6-7218-DB6DF3BFC207}"/>
                  </a:ext>
                </a:extLst>
              </p:cNvPr>
              <p:cNvSpPr/>
              <p:nvPr/>
            </p:nvSpPr>
            <p:spPr>
              <a:xfrm>
                <a:off x="1127072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7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7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7" y="42598"/>
                      <a:pt x="14287" y="49213"/>
                    </a:cubicBezTo>
                    <a:cubicBezTo>
                      <a:pt x="14287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8208" y="98425"/>
                      <a:pt x="46831" y="9842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C126E01D-C710-03B1-2700-1FFD69BCB69C}"/>
                  </a:ext>
                </a:extLst>
              </p:cNvPr>
              <p:cNvSpPr/>
              <p:nvPr/>
            </p:nvSpPr>
            <p:spPr>
              <a:xfrm>
                <a:off x="11371262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531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081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FB3964FA-C9C6-C0C9-4573-BB946BB901EA}"/>
                </a:ext>
              </a:extLst>
            </p:cNvPr>
            <p:cNvGrpSpPr/>
            <p:nvPr/>
          </p:nvGrpSpPr>
          <p:grpSpPr>
            <a:xfrm>
              <a:off x="10781224" y="586995"/>
              <a:ext cx="459100" cy="369358"/>
              <a:chOff x="10781224" y="586995"/>
              <a:chExt cx="459100" cy="369358"/>
            </a:xfrm>
            <a:grp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CE2C7EE-B39C-3AB0-AAAC-39ADFB09E60D}"/>
                  </a:ext>
                </a:extLst>
              </p:cNvPr>
              <p:cNvSpPr/>
              <p:nvPr/>
            </p:nvSpPr>
            <p:spPr>
              <a:xfrm>
                <a:off x="10781224" y="586995"/>
                <a:ext cx="459100" cy="369358"/>
              </a:xfrm>
              <a:custGeom>
                <a:avLst/>
                <a:gdLst>
                  <a:gd name="connsiteX0" fmla="*/ 440283 w 459100"/>
                  <a:gd name="connsiteY0" fmla="*/ 296069 h 369358"/>
                  <a:gd name="connsiteX1" fmla="*/ 428377 w 459100"/>
                  <a:gd name="connsiteY1" fmla="*/ 293687 h 369358"/>
                  <a:gd name="connsiteX2" fmla="*/ 354558 w 459100"/>
                  <a:gd name="connsiteY2" fmla="*/ 319617 h 369358"/>
                  <a:gd name="connsiteX3" fmla="*/ 354294 w 459100"/>
                  <a:gd name="connsiteY3" fmla="*/ 319617 h 369358"/>
                  <a:gd name="connsiteX4" fmla="*/ 350854 w 459100"/>
                  <a:gd name="connsiteY4" fmla="*/ 319617 h 369358"/>
                  <a:gd name="connsiteX5" fmla="*/ 348738 w 459100"/>
                  <a:gd name="connsiteY5" fmla="*/ 319617 h 369358"/>
                  <a:gd name="connsiteX6" fmla="*/ 213800 w 459100"/>
                  <a:gd name="connsiteY6" fmla="*/ 184679 h 369358"/>
                  <a:gd name="connsiteX7" fmla="*/ 348738 w 459100"/>
                  <a:gd name="connsiteY7" fmla="*/ 49742 h 369358"/>
                  <a:gd name="connsiteX8" fmla="*/ 350854 w 459100"/>
                  <a:gd name="connsiteY8" fmla="*/ 49742 h 369358"/>
                  <a:gd name="connsiteX9" fmla="*/ 354294 w 459100"/>
                  <a:gd name="connsiteY9" fmla="*/ 49742 h 369358"/>
                  <a:gd name="connsiteX10" fmla="*/ 354558 w 459100"/>
                  <a:gd name="connsiteY10" fmla="*/ 49742 h 369358"/>
                  <a:gd name="connsiteX11" fmla="*/ 428377 w 459100"/>
                  <a:gd name="connsiteY11" fmla="*/ 75671 h 369358"/>
                  <a:gd name="connsiteX12" fmla="*/ 440283 w 459100"/>
                  <a:gd name="connsiteY12" fmla="*/ 73290 h 369358"/>
                  <a:gd name="connsiteX13" fmla="*/ 458010 w 459100"/>
                  <a:gd name="connsiteY13" fmla="*/ 43392 h 369358"/>
                  <a:gd name="connsiteX14" fmla="*/ 455629 w 459100"/>
                  <a:gd name="connsiteY14" fmla="*/ 32808 h 369358"/>
                  <a:gd name="connsiteX15" fmla="*/ 350590 w 459100"/>
                  <a:gd name="connsiteY15" fmla="*/ 0 h 369358"/>
                  <a:gd name="connsiteX16" fmla="*/ 350590 w 459100"/>
                  <a:gd name="connsiteY16" fmla="*/ 0 h 369358"/>
                  <a:gd name="connsiteX17" fmla="*/ 350590 w 459100"/>
                  <a:gd name="connsiteY17" fmla="*/ 0 h 369358"/>
                  <a:gd name="connsiteX18" fmla="*/ 240258 w 459100"/>
                  <a:gd name="connsiteY18" fmla="*/ 36777 h 369358"/>
                  <a:gd name="connsiteX19" fmla="*/ 238406 w 459100"/>
                  <a:gd name="connsiteY19" fmla="*/ 38100 h 369358"/>
                  <a:gd name="connsiteX20" fmla="*/ 156385 w 459100"/>
                  <a:gd name="connsiteY20" fmla="*/ 144463 h 369358"/>
                  <a:gd name="connsiteX21" fmla="*/ 148183 w 459100"/>
                  <a:gd name="connsiteY21" fmla="*/ 144727 h 369358"/>
                  <a:gd name="connsiteX22" fmla="*/ 63517 w 459100"/>
                  <a:gd name="connsiteY22" fmla="*/ 10848 h 369358"/>
                  <a:gd name="connsiteX23" fmla="*/ 57960 w 459100"/>
                  <a:gd name="connsiteY23" fmla="*/ 7673 h 369358"/>
                  <a:gd name="connsiteX24" fmla="*/ 6631 w 459100"/>
                  <a:gd name="connsiteY24" fmla="*/ 7673 h 369358"/>
                  <a:gd name="connsiteX25" fmla="*/ 17 w 459100"/>
                  <a:gd name="connsiteY25" fmla="*/ 14817 h 369358"/>
                  <a:gd name="connsiteX26" fmla="*/ 1075 w 459100"/>
                  <a:gd name="connsiteY26" fmla="*/ 18256 h 369358"/>
                  <a:gd name="connsiteX27" fmla="*/ 112200 w 459100"/>
                  <a:gd name="connsiteY27" fmla="*/ 182033 h 369358"/>
                  <a:gd name="connsiteX28" fmla="*/ 112994 w 459100"/>
                  <a:gd name="connsiteY28" fmla="*/ 184679 h 369358"/>
                  <a:gd name="connsiteX29" fmla="*/ 112200 w 459100"/>
                  <a:gd name="connsiteY29" fmla="*/ 187325 h 369358"/>
                  <a:gd name="connsiteX30" fmla="*/ 1075 w 459100"/>
                  <a:gd name="connsiteY30" fmla="*/ 351102 h 369358"/>
                  <a:gd name="connsiteX31" fmla="*/ 17 w 459100"/>
                  <a:gd name="connsiteY31" fmla="*/ 354542 h 369358"/>
                  <a:gd name="connsiteX32" fmla="*/ 6631 w 459100"/>
                  <a:gd name="connsiteY32" fmla="*/ 361685 h 369358"/>
                  <a:gd name="connsiteX33" fmla="*/ 57960 w 459100"/>
                  <a:gd name="connsiteY33" fmla="*/ 361685 h 369358"/>
                  <a:gd name="connsiteX34" fmla="*/ 63517 w 459100"/>
                  <a:gd name="connsiteY34" fmla="*/ 358510 h 369358"/>
                  <a:gd name="connsiteX35" fmla="*/ 148183 w 459100"/>
                  <a:gd name="connsiteY35" fmla="*/ 224631 h 369358"/>
                  <a:gd name="connsiteX36" fmla="*/ 156385 w 459100"/>
                  <a:gd name="connsiteY36" fmla="*/ 224896 h 369358"/>
                  <a:gd name="connsiteX37" fmla="*/ 238406 w 459100"/>
                  <a:gd name="connsiteY37" fmla="*/ 331258 h 369358"/>
                  <a:gd name="connsiteX38" fmla="*/ 240258 w 459100"/>
                  <a:gd name="connsiteY38" fmla="*/ 332581 h 369358"/>
                  <a:gd name="connsiteX39" fmla="*/ 350590 w 459100"/>
                  <a:gd name="connsiteY39" fmla="*/ 369358 h 369358"/>
                  <a:gd name="connsiteX40" fmla="*/ 350590 w 459100"/>
                  <a:gd name="connsiteY40" fmla="*/ 369358 h 369358"/>
                  <a:gd name="connsiteX41" fmla="*/ 350590 w 459100"/>
                  <a:gd name="connsiteY41" fmla="*/ 369358 h 369358"/>
                  <a:gd name="connsiteX42" fmla="*/ 455629 w 459100"/>
                  <a:gd name="connsiteY42" fmla="*/ 336550 h 369358"/>
                  <a:gd name="connsiteX43" fmla="*/ 458010 w 459100"/>
                  <a:gd name="connsiteY43" fmla="*/ 325967 h 369358"/>
                  <a:gd name="connsiteX44" fmla="*/ 440283 w 459100"/>
                  <a:gd name="connsiteY44" fmla="*/ 296069 h 369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59100" h="369358">
                    <a:moveTo>
                      <a:pt x="440283" y="296069"/>
                    </a:moveTo>
                    <a:cubicBezTo>
                      <a:pt x="437902" y="291835"/>
                      <a:pt x="432346" y="290777"/>
                      <a:pt x="428377" y="293687"/>
                    </a:cubicBezTo>
                    <a:cubicBezTo>
                      <a:pt x="407475" y="308769"/>
                      <a:pt x="382075" y="318294"/>
                      <a:pt x="354558" y="319617"/>
                    </a:cubicBezTo>
                    <a:cubicBezTo>
                      <a:pt x="354558" y="319617"/>
                      <a:pt x="354558" y="319617"/>
                      <a:pt x="354294" y="319617"/>
                    </a:cubicBezTo>
                    <a:cubicBezTo>
                      <a:pt x="353235" y="319617"/>
                      <a:pt x="351913" y="319617"/>
                      <a:pt x="350854" y="319617"/>
                    </a:cubicBezTo>
                    <a:cubicBezTo>
                      <a:pt x="350060" y="319617"/>
                      <a:pt x="349531" y="319617"/>
                      <a:pt x="348738" y="319617"/>
                    </a:cubicBezTo>
                    <a:cubicBezTo>
                      <a:pt x="274125" y="319617"/>
                      <a:pt x="213800" y="259292"/>
                      <a:pt x="213800" y="184679"/>
                    </a:cubicBezTo>
                    <a:cubicBezTo>
                      <a:pt x="213800" y="110067"/>
                      <a:pt x="274390" y="49742"/>
                      <a:pt x="348738" y="49742"/>
                    </a:cubicBezTo>
                    <a:cubicBezTo>
                      <a:pt x="349531" y="49742"/>
                      <a:pt x="350060" y="49742"/>
                      <a:pt x="350854" y="49742"/>
                    </a:cubicBezTo>
                    <a:cubicBezTo>
                      <a:pt x="351913" y="49742"/>
                      <a:pt x="353235" y="49742"/>
                      <a:pt x="354294" y="49742"/>
                    </a:cubicBezTo>
                    <a:cubicBezTo>
                      <a:pt x="354294" y="49742"/>
                      <a:pt x="354558" y="49742"/>
                      <a:pt x="354558" y="49742"/>
                    </a:cubicBezTo>
                    <a:cubicBezTo>
                      <a:pt x="382075" y="50800"/>
                      <a:pt x="407475" y="60325"/>
                      <a:pt x="428377" y="75671"/>
                    </a:cubicBezTo>
                    <a:cubicBezTo>
                      <a:pt x="432346" y="78581"/>
                      <a:pt x="437902" y="77523"/>
                      <a:pt x="440283" y="73290"/>
                    </a:cubicBezTo>
                    <a:lnTo>
                      <a:pt x="458010" y="43392"/>
                    </a:lnTo>
                    <a:cubicBezTo>
                      <a:pt x="460127" y="39688"/>
                      <a:pt x="459069" y="35190"/>
                      <a:pt x="455629" y="32808"/>
                    </a:cubicBezTo>
                    <a:cubicBezTo>
                      <a:pt x="441606" y="23019"/>
                      <a:pt x="402977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283650" y="0"/>
                      <a:pt x="240258" y="36777"/>
                      <a:pt x="240258" y="36777"/>
                    </a:cubicBezTo>
                    <a:cubicBezTo>
                      <a:pt x="240258" y="36777"/>
                      <a:pt x="239729" y="37306"/>
                      <a:pt x="238406" y="38100"/>
                    </a:cubicBezTo>
                    <a:cubicBezTo>
                      <a:pt x="229940" y="44450"/>
                      <a:pt x="193692" y="74083"/>
                      <a:pt x="156385" y="144463"/>
                    </a:cubicBezTo>
                    <a:cubicBezTo>
                      <a:pt x="154533" y="147637"/>
                      <a:pt x="150035" y="147637"/>
                      <a:pt x="148183" y="144727"/>
                    </a:cubicBezTo>
                    <a:lnTo>
                      <a:pt x="63517" y="10848"/>
                    </a:lnTo>
                    <a:cubicBezTo>
                      <a:pt x="62194" y="8996"/>
                      <a:pt x="60342" y="7673"/>
                      <a:pt x="57960" y="7673"/>
                    </a:cubicBezTo>
                    <a:lnTo>
                      <a:pt x="6631" y="7673"/>
                    </a:lnTo>
                    <a:cubicBezTo>
                      <a:pt x="2663" y="7673"/>
                      <a:pt x="-248" y="11112"/>
                      <a:pt x="17" y="14817"/>
                    </a:cubicBezTo>
                    <a:cubicBezTo>
                      <a:pt x="17" y="15875"/>
                      <a:pt x="281" y="17198"/>
                      <a:pt x="1075" y="18256"/>
                    </a:cubicBezTo>
                    <a:lnTo>
                      <a:pt x="112200" y="182033"/>
                    </a:lnTo>
                    <a:cubicBezTo>
                      <a:pt x="112729" y="182827"/>
                      <a:pt x="112994" y="183621"/>
                      <a:pt x="112994" y="184679"/>
                    </a:cubicBezTo>
                    <a:cubicBezTo>
                      <a:pt x="112994" y="185473"/>
                      <a:pt x="112729" y="186531"/>
                      <a:pt x="112200" y="187325"/>
                    </a:cubicBezTo>
                    <a:lnTo>
                      <a:pt x="1075" y="351102"/>
                    </a:lnTo>
                    <a:cubicBezTo>
                      <a:pt x="281" y="352160"/>
                      <a:pt x="17" y="353483"/>
                      <a:pt x="17" y="354542"/>
                    </a:cubicBezTo>
                    <a:cubicBezTo>
                      <a:pt x="-248" y="358246"/>
                      <a:pt x="2663" y="361685"/>
                      <a:pt x="6631" y="361685"/>
                    </a:cubicBezTo>
                    <a:lnTo>
                      <a:pt x="57960" y="361685"/>
                    </a:lnTo>
                    <a:cubicBezTo>
                      <a:pt x="60342" y="361685"/>
                      <a:pt x="62194" y="360627"/>
                      <a:pt x="63517" y="358510"/>
                    </a:cubicBezTo>
                    <a:lnTo>
                      <a:pt x="148183" y="224631"/>
                    </a:lnTo>
                    <a:cubicBezTo>
                      <a:pt x="150300" y="221721"/>
                      <a:pt x="154533" y="221985"/>
                      <a:pt x="156385" y="224896"/>
                    </a:cubicBezTo>
                    <a:cubicBezTo>
                      <a:pt x="193692" y="295540"/>
                      <a:pt x="229940" y="324908"/>
                      <a:pt x="238406" y="331258"/>
                    </a:cubicBezTo>
                    <a:cubicBezTo>
                      <a:pt x="239729" y="332052"/>
                      <a:pt x="240258" y="332581"/>
                      <a:pt x="240258" y="332581"/>
                    </a:cubicBezTo>
                    <a:cubicBezTo>
                      <a:pt x="240258" y="332581"/>
                      <a:pt x="28365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402977" y="369358"/>
                      <a:pt x="441342" y="346340"/>
                      <a:pt x="455629" y="336550"/>
                    </a:cubicBezTo>
                    <a:cubicBezTo>
                      <a:pt x="459069" y="334169"/>
                      <a:pt x="460127" y="329406"/>
                      <a:pt x="458010" y="325967"/>
                    </a:cubicBezTo>
                    <a:lnTo>
                      <a:pt x="440283" y="296069"/>
                    </a:ln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3A9CC58-8749-1400-14DC-765CD9CFD7C8}"/>
                  </a:ext>
                </a:extLst>
              </p:cNvPr>
              <p:cNvSpPr/>
              <p:nvPr/>
            </p:nvSpPr>
            <p:spPr>
              <a:xfrm>
                <a:off x="11047677" y="690711"/>
                <a:ext cx="161925" cy="161924"/>
              </a:xfrm>
              <a:custGeom>
                <a:avLst/>
                <a:gdLst>
                  <a:gd name="connsiteX0" fmla="*/ 161925 w 161925"/>
                  <a:gd name="connsiteY0" fmla="*/ 80962 h 161924"/>
                  <a:gd name="connsiteX1" fmla="*/ 80963 w 161925"/>
                  <a:gd name="connsiteY1" fmla="*/ 161925 h 161924"/>
                  <a:gd name="connsiteX2" fmla="*/ 0 w 161925"/>
                  <a:gd name="connsiteY2" fmla="*/ 80962 h 161924"/>
                  <a:gd name="connsiteX3" fmla="*/ 80963 w 161925"/>
                  <a:gd name="connsiteY3" fmla="*/ 0 h 161924"/>
                  <a:gd name="connsiteX4" fmla="*/ 161925 w 161925"/>
                  <a:gd name="connsiteY4" fmla="*/ 80962 h 16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925" h="161924">
                    <a:moveTo>
                      <a:pt x="161925" y="80962"/>
                    </a:moveTo>
                    <a:cubicBezTo>
                      <a:pt x="161925" y="125677"/>
                      <a:pt x="125677" y="161925"/>
                      <a:pt x="80963" y="161925"/>
                    </a:cubicBezTo>
                    <a:cubicBezTo>
                      <a:pt x="36248" y="161925"/>
                      <a:pt x="0" y="125677"/>
                      <a:pt x="0" y="80962"/>
                    </a:cubicBezTo>
                    <a:cubicBezTo>
                      <a:pt x="0" y="36248"/>
                      <a:pt x="36248" y="0"/>
                      <a:pt x="80963" y="0"/>
                    </a:cubicBezTo>
                    <a:cubicBezTo>
                      <a:pt x="125677" y="0"/>
                      <a:pt x="161925" y="36248"/>
                      <a:pt x="161925" y="8096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421507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D642DD60-039E-C257-1E39-ED878DA3A1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457200"/>
            <a:ext cx="10820400" cy="1371599"/>
          </a:xfrm>
        </p:spPr>
        <p:txBody>
          <a:bodyPr lIns="0" anchor="t">
            <a:normAutofit/>
          </a:bodyPr>
          <a:lstStyle>
            <a:lvl1pPr algn="l">
              <a:defRPr sz="3200" b="0"/>
            </a:lvl1pPr>
          </a:lstStyle>
          <a:p>
            <a:pPr>
              <a:defRPr lang="en-US"/>
            </a:pPr>
            <a:r>
              <a:rPr lang="en-US"/>
              <a:t>Click to </a:t>
            </a:r>
            <a:br>
              <a:rPr lang="en-US"/>
            </a:br>
            <a:r>
              <a:rPr lang="en-US"/>
              <a:t>edit </a:t>
            </a:r>
            <a:br>
              <a:rPr lang="en-US"/>
            </a:br>
            <a:r>
              <a:rPr lang="en-US"/>
              <a:t>Master title style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8C7BD4-7871-5567-A8E6-093232762C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9400" y="298864"/>
            <a:ext cx="1143000" cy="1143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DE603A-F0CC-D6F3-6254-EF0C454AAF03}"/>
              </a:ext>
            </a:extLst>
          </p:cNvPr>
          <p:cNvCxnSpPr/>
          <p:nvPr userDrawn="1"/>
        </p:nvCxnSpPr>
        <p:spPr>
          <a:xfrm>
            <a:off x="762000" y="1866899"/>
            <a:ext cx="108204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C8CC184-92DA-7807-712D-4B188141BC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00" y="1974435"/>
            <a:ext cx="10820400" cy="365125"/>
          </a:xfrm>
          <a:solidFill>
            <a:schemeClr val="bg1">
              <a:lumMod val="95000"/>
            </a:schemeClr>
          </a:solidFill>
          <a:ln w="6350"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182880" indent="0">
              <a:buNone/>
              <a:defRPr sz="1200">
                <a:latin typeface="+mj-lt"/>
              </a:defRPr>
            </a:lvl2pPr>
            <a:lvl3pPr marL="365760" indent="0">
              <a:buNone/>
              <a:defRPr sz="1200">
                <a:latin typeface="+mj-lt"/>
              </a:defRPr>
            </a:lvl3pPr>
            <a:lvl4pPr marL="548640" indent="0">
              <a:buNone/>
              <a:defRPr sz="1200">
                <a:latin typeface="+mj-lt"/>
              </a:defRPr>
            </a:lvl4pPr>
            <a:lvl5pPr marL="731520" indent="0">
              <a:buNone/>
              <a:defRPr sz="1200">
                <a:latin typeface="+mj-lt"/>
              </a:defRPr>
            </a:lvl5pPr>
          </a:lstStyle>
          <a:p>
            <a:pPr lvl="0">
              <a:defRPr lang="en-US"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2023181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78B562-B3CE-1AA8-4499-3F27E61AE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lang="en-US"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415CB-FA51-DB7A-6A20-E530CDC4C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 lang="en-US"/>
            </a:pPr>
            <a:r>
              <a:rPr lang="en-US"/>
              <a:t>Click to edit Master text styles</a:t>
            </a:r>
          </a:p>
          <a:p>
            <a:pPr lvl="1">
              <a:defRPr lang="en-US"/>
            </a:pPr>
            <a:r>
              <a:rPr lang="en-US"/>
              <a:t>Second level</a:t>
            </a:r>
          </a:p>
          <a:p>
            <a:pPr lvl="2">
              <a:defRPr lang="en-US"/>
            </a:pPr>
            <a:r>
              <a:rPr lang="en-US"/>
              <a:t>Third level</a:t>
            </a:r>
          </a:p>
          <a:p>
            <a:pPr lvl="3">
              <a:defRPr lang="en-US"/>
            </a:pPr>
            <a:r>
              <a:rPr lang="en-US"/>
              <a:t>Fourth level</a:t>
            </a:r>
          </a:p>
          <a:p>
            <a:pPr lvl="4">
              <a:defRPr lang="en-US"/>
            </a:pPr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4252D-135F-BCAF-FB1A-8D01DE47E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</a:defRPr>
            </a:lvl1pPr>
          </a:lstStyle>
          <a:p>
            <a:pPr>
              <a:defRPr lang="en-US"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9F677-1A59-9D1F-A64E-A57F7847C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</a:defRPr>
            </a:lvl1pPr>
          </a:lstStyle>
          <a:p>
            <a:pPr>
              <a:defRPr lang="en-US"/>
            </a:pPr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9EC4-14DB-202C-59BB-D74491059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</a:defRPr>
            </a:lvl1pPr>
          </a:lstStyle>
          <a:p>
            <a:pPr>
              <a:defRPr lang="en-US"/>
            </a:pPr>
            <a:fld id="{92BFB872-B24E-FB4B-BEE6-73C9D0DA3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2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84" r:id="rId2"/>
    <p:sldLayoutId id="2147483786" r:id="rId3"/>
    <p:sldLayoutId id="2147483794" r:id="rId4"/>
    <p:sldLayoutId id="2147483782" r:id="rId5"/>
    <p:sldLayoutId id="2147483790" r:id="rId6"/>
    <p:sldLayoutId id="2147483788" r:id="rId7"/>
  </p:sldLayoutIdLst>
  <p:transition/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venir Next LT Pro" panose="020B0504020202020204" pitchFamily="34" charset="77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100000"/>
        </a:lnSpc>
        <a:spcBef>
          <a:spcPct val="0"/>
        </a:spcBef>
        <a:buFont typeface="Avenir Next LT Pro" panose="020B0504020202020204" pitchFamily="34" charset="77"/>
        <a:buChar char="–"/>
        <a:defRPr sz="24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100000"/>
        </a:lnSpc>
        <a:spcBef>
          <a:spcPct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100000"/>
        </a:lnSpc>
        <a:spcBef>
          <a:spcPct val="0"/>
        </a:spcBef>
        <a:buFont typeface="Avenir Next LT Pro" panose="020B0504020202020204" pitchFamily="34" charset="77"/>
        <a:buChar char="–"/>
        <a:defRPr sz="18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10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49DA63-42A7-6E38-ADAA-DE7B797D4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99144"/>
            <a:ext cx="4337304" cy="1041971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FFFF"/>
                </a:solidFill>
                <a:latin typeface="Segoe UI"/>
              </a:rPr>
              <a:t>Observability Strategy Rollout</a:t>
            </a:r>
          </a:p>
        </p:txBody>
      </p:sp>
      <p:pic>
        <p:nvPicPr>
          <p:cNvPr id="8" name="Picture Placeholder 7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6F09E032-EE4F-BE05-2181-D4CCF61439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17" r="3717"/>
          <a:stretch>
            <a:fillRect/>
          </a:stretch>
        </p:blipFill>
        <p:spPr>
          <a:xfrm>
            <a:off x="4261417" y="1172090"/>
            <a:ext cx="8650274" cy="5685911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7871B0-7CF6-0123-F159-30BAE1EA87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4647069"/>
            <a:ext cx="4492752" cy="56832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FFFF"/>
                </a:solidFill>
                <a:latin typeface="Segoe UI"/>
              </a:rPr>
              <a:t>From Reactive Firefighting to Proactive Intelligence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113736D-0C65-876F-A05C-D099466680E0}"/>
              </a:ext>
            </a:extLst>
          </p:cNvPr>
          <p:cNvSpPr txBox="1">
            <a:spLocks/>
          </p:cNvSpPr>
          <p:nvPr/>
        </p:nvSpPr>
        <p:spPr>
          <a:xfrm>
            <a:off x="609600" y="5631573"/>
            <a:ext cx="4492752" cy="36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24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36576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73152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FFFF"/>
                </a:solidFill>
                <a:latin typeface="Segoe UI"/>
              </a:rPr>
              <a:t>Status: Informational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53334D1-9624-42B5-8567-8E495D66CD8D}"/>
              </a:ext>
            </a:extLst>
          </p:cNvPr>
          <p:cNvSpPr txBox="1">
            <a:spLocks/>
          </p:cNvSpPr>
          <p:nvPr/>
        </p:nvSpPr>
        <p:spPr>
          <a:xfrm>
            <a:off x="609600" y="5244477"/>
            <a:ext cx="4492752" cy="36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24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36576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73152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FFFF"/>
                </a:solidFill>
                <a:latin typeface="Segoe UI"/>
              </a:rPr>
              <a:t>Prepared by: Office of the CoE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Segoe UI"/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44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11111111-1111-1111-1111-111111111101}" type="slidenum">
              <a:rPr lang="en-US" sz="900">
                <a:solidFill>
                  <a:srgbClr val="666666"/>
                </a:solidFill>
                <a:latin typeface="Segoe UI"/>
              </a:rPr>
              <a:t>#</a:t>
            </a:fld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27787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9461D42F-9392-BDF7-588A-89DC6694E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Executive Summary 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EB19D89A-675B-5B43-5190-582E4131A6FA}"/>
              </a:ext>
            </a:extLst>
          </p:cNvPr>
          <p:cNvSpPr txBox="1"/>
          <p:nvPr/>
        </p:nvSpPr>
        <p:spPr>
          <a:xfrm>
            <a:off x="748100" y="1871686"/>
            <a:ext cx="10820400" cy="4437674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Up to now our current operating posture is broadly reactive: incidents are discovered through outages and issues rather than internal signals.</a:t>
            </a:r>
          </a:p>
          <a:p>
            <a:pPr marL="144000" indent="-144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Ways of working has created blind spots, duplicated spend, and inconsistent service quality across business lines.</a:t>
            </a:r>
          </a:p>
          <a:p>
            <a:pPr marL="144000" indent="-144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A unified observability capability moves us from detecting failure to anticipating it.</a:t>
            </a:r>
          </a:p>
          <a:p>
            <a:pPr marL="144000" indent="-144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The result is faster recovery, fewer customer-visible incidents, and engineering capacity redirected from firefighting to growth.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CF58D9AF-E8C6-7247-AC05-2C9921A29D01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Why Now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Segoe UI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44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11111111-1111-1111-1111-111111111102}" type="slidenum">
              <a:rPr lang="en-US" sz="900">
                <a:solidFill>
                  <a:srgbClr val="666666"/>
                </a:solidFill>
                <a:latin typeface="Segoe UI"/>
              </a:rPr>
              <a:t>#</a:t>
            </a:fld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945820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E974-CCE1-0939-7871-075B5A71F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EF486554-3647-DFEE-1BA5-80DD59FC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Current State vs. Future Vision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1EFEF3-355E-EA82-7D5E-4619340908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6573062"/>
              </p:ext>
            </p:extLst>
          </p:nvPr>
        </p:nvGraphicFramePr>
        <p:xfrm>
          <a:off x="761997" y="1477246"/>
          <a:ext cx="10591803" cy="418529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834899">
                  <a:extLst>
                    <a:ext uri="{9D8B030D-6E8A-4147-A177-3AD203B41FA5}">
                      <a16:colId xmlns:a16="http://schemas.microsoft.com/office/drawing/2014/main" val="3465240938"/>
                    </a:ext>
                  </a:extLst>
                </a:gridCol>
                <a:gridCol w="4626864">
                  <a:extLst>
                    <a:ext uri="{9D8B030D-6E8A-4147-A177-3AD203B41FA5}">
                      <a16:colId xmlns:a16="http://schemas.microsoft.com/office/drawing/2014/main" val="1193996572"/>
                    </a:ext>
                  </a:extLst>
                </a:gridCol>
                <a:gridCol w="4130040">
                  <a:extLst>
                    <a:ext uri="{9D8B030D-6E8A-4147-A177-3AD203B41FA5}">
                      <a16:colId xmlns:a16="http://schemas.microsoft.com/office/drawing/2014/main" val="1148529852"/>
                    </a:ext>
                  </a:extLst>
                </a:gridCol>
              </a:tblGrid>
              <a:tr h="4924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Dimension</a:t>
                      </a:r>
                    </a:p>
                  </a:txBody>
                  <a:tcPr marT="54864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Today</a:t>
                      </a:r>
                    </a:p>
                  </a:txBody>
                  <a:tcPr marT="54864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Future State</a:t>
                      </a:r>
                    </a:p>
                  </a:txBody>
                  <a:tcPr marT="54864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866573"/>
                  </a:ext>
                </a:extLst>
              </a:tr>
              <a:tr h="4924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Visibility</a:t>
                      </a:r>
                    </a:p>
                  </a:txBody>
                  <a:tcPr marT="54864" marB="54864" anchor="ctr">
                    <a:lnT w="254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Foundations exist </a:t>
                      </a:r>
                      <a:r>
                        <a:rPr lang="en-GB"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broadly within</a:t>
                      </a:r>
                      <a:r>
                        <a:rPr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 Ian</a:t>
                      </a:r>
                      <a:r>
                        <a:rPr lang="en-GB"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 but</a:t>
                      </a:r>
                      <a:r>
                        <a:rPr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 not yet unified across services</a:t>
                      </a:r>
                    </a:p>
                  </a:txBody>
                  <a:tcPr marT="54864" marB="54864" anchor="ctr">
                    <a:lnT w="254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Single pane of glass across all services</a:t>
                      </a:r>
                    </a:p>
                  </a:txBody>
                  <a:tcPr marT="54864" marB="54864" anchor="ctr">
                    <a:lnT w="254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08462373"/>
                  </a:ext>
                </a:extLst>
              </a:tr>
              <a:tr h="4924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Detection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Some teams detect early; incidents still surfaced by customers</a:t>
                      </a:r>
                      <a:r>
                        <a:rPr lang="en-GB"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 internal and external</a:t>
                      </a:r>
                      <a:endParaRPr sz="1600" b="0" dirty="0">
                        <a:solidFill>
                          <a:srgbClr val="1F1F1F"/>
                        </a:solidFill>
                        <a:latin typeface="Avenir Next LT Pro (Body)"/>
                      </a:endParaRP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Internal systems detect before customer impact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741418043"/>
                  </a:ext>
                </a:extLst>
              </a:tr>
              <a:tr h="57897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Diagnosis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Investigation depends on tribal knowledge and manual correlation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Evidence-Backed </a:t>
                      </a:r>
                      <a:r>
                        <a:rPr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diagnosis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853467608"/>
                  </a:ext>
                </a:extLst>
              </a:tr>
              <a:tr h="4924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Coverage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Coverage uneven across services and layers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Uniform standard for every critical service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470796169"/>
                  </a:ext>
                </a:extLst>
              </a:tr>
              <a:tr h="4924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Cost Posture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Spend visible in parts; not yet governed or attributable end-to-end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rgbClr val="1F1F1F"/>
                          </a:solidFill>
                          <a:latin typeface="Avenir Next LT Pro (Body)"/>
                        </a:rPr>
                        <a:t>Governed, transparent, attributable to lines of business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48071281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Segoe UI"/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744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11111111-1111-1111-1111-111111111103}" type="slidenum">
              <a:rPr lang="en-US" sz="900">
                <a:solidFill>
                  <a:srgbClr val="666666"/>
                </a:solidFill>
                <a:latin typeface="Segoe UI"/>
              </a:rPr>
              <a:t>#</a:t>
            </a:fld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503040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26F27-D124-EB49-BFE4-AA7418AED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B5FB35CA-A18C-E0B7-EB1D-5708A17C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Expected Business Benefit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F78600FE-72CE-9C92-895B-756D8CA82DC2}"/>
              </a:ext>
            </a:extLst>
          </p:cNvPr>
          <p:cNvSpPr txBox="1"/>
          <p:nvPr/>
        </p:nvSpPr>
        <p:spPr>
          <a:xfrm>
            <a:off x="748100" y="1871686"/>
            <a:ext cx="10820400" cy="4437674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600" b="1" dirty="0">
                <a:latin typeface="Avenir Next LT Pro (Body)"/>
              </a:rPr>
              <a:t>Reliability</a:t>
            </a:r>
            <a:r>
              <a:rPr lang="en-US" sz="1600" dirty="0">
                <a:latin typeface="Avenir Next LT Pro (Body)"/>
              </a:rPr>
              <a:t> — formal service-level commitments for customer-facing systems, backed by error budgets that govern the trade-off between speed and stability.</a:t>
            </a:r>
          </a:p>
          <a:p>
            <a:pPr marL="144000" indent="-144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600" b="1" dirty="0">
                <a:latin typeface="Avenir Next LT Pro (Body)"/>
              </a:rPr>
              <a:t>Speed of Recovery </a:t>
            </a:r>
            <a:r>
              <a:rPr lang="en-US" sz="1600" dirty="0">
                <a:latin typeface="Avenir Next LT Pro (Body)"/>
              </a:rPr>
              <a:t>— incidents detected, diagnosed, and resolved materially faster than today, with fewer escalations to senior engineers.</a:t>
            </a:r>
          </a:p>
          <a:p>
            <a:pPr marL="144000" indent="-144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600" b="1" dirty="0">
                <a:latin typeface="Avenir Next LT Pro (Body)"/>
              </a:rPr>
              <a:t>Customer Experience </a:t>
            </a:r>
            <a:r>
              <a:rPr lang="en-US" sz="1600" dirty="0">
                <a:latin typeface="Avenir Next LT Pro (Body)"/>
              </a:rPr>
              <a:t>— issues caught and remediated before they reach the customer; broker and policyholder confidence preserved.</a:t>
            </a:r>
          </a:p>
          <a:p>
            <a:pPr marL="144000" indent="-144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600" b="1" dirty="0">
                <a:latin typeface="Avenir Next LT Pro (Body)"/>
              </a:rPr>
              <a:t>Operational Resilience </a:t>
            </a:r>
            <a:r>
              <a:rPr lang="en-US" sz="1600" dirty="0">
                <a:latin typeface="Avenir Next LT Pro (Body)"/>
              </a:rPr>
              <a:t>— clear, tested recovery commitments for every tier of service, defensible to regulators and rating agencies.</a:t>
            </a:r>
          </a:p>
          <a:p>
            <a:pPr marL="144000" indent="-144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600" b="1" dirty="0">
                <a:latin typeface="Avenir Next LT Pro (Body)"/>
              </a:rPr>
              <a:t>Growth Enablement </a:t>
            </a:r>
            <a:r>
              <a:rPr lang="en-US" sz="1600" dirty="0">
                <a:latin typeface="Avenir Next LT Pro (Body)"/>
              </a:rPr>
              <a:t>— engineering capacity reclaimed from incident response is redirected to product delivery and innovation.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411A6709-A689-E8BD-FB40-655E12FF0850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Segoe UI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44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11111111-1111-1111-1111-111111111104}" type="slidenum">
              <a:rPr lang="en-US" sz="900">
                <a:solidFill>
                  <a:srgbClr val="666666"/>
                </a:solidFill>
                <a:latin typeface="Segoe UI"/>
              </a:rPr>
              <a:t>#</a:t>
            </a:fld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80073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3962-D959-D879-B9E3-C538F6E7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5B834C62-2069-F8CB-438A-EF4F62926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Resource Requirements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2E715615-E774-0395-1644-2F3780E8D213}"/>
              </a:ext>
            </a:extLst>
          </p:cNvPr>
          <p:cNvSpPr txBox="1"/>
          <p:nvPr/>
        </p:nvSpPr>
        <p:spPr>
          <a:xfrm>
            <a:off x="748100" y="1871686"/>
            <a:ext cx="10820400" cy="4437674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5000"/>
              </a:lnSpc>
              <a:spcAft>
                <a:spcPts val="1000"/>
              </a:spcAft>
            </a:pPr>
            <a:r>
              <a:rPr lang="en-US" sz="1600" b="1" dirty="0">
                <a:solidFill>
                  <a:srgbClr val="1F1F1F"/>
                </a:solidFill>
                <a:latin typeface="+mn-lt"/>
              </a:rPr>
              <a:t>Talent</a:t>
            </a:r>
            <a:r>
              <a:rPr lang="en-US" sz="1600" dirty="0">
                <a:solidFill>
                  <a:srgbClr val="1F1F1F"/>
                </a:solidFill>
                <a:latin typeface="+mn-lt"/>
              </a:rPr>
              <a:t> — we already have engineers building application logging and a separate team beginning infrastructure observability; the strategy brings these efforts together into one holistic, cross-domain practice rather than adding net-new headcount.</a:t>
            </a:r>
          </a:p>
          <a:p>
            <a:pPr marL="285750" indent="-285750">
              <a:lnSpc>
                <a:spcPct val="125000"/>
              </a:lnSpc>
              <a:spcAft>
                <a:spcPts val="1000"/>
              </a:spcAft>
            </a:pPr>
            <a:r>
              <a:rPr lang="en-US" sz="1600" b="1" dirty="0">
                <a:solidFill>
                  <a:srgbClr val="1F1F1F"/>
                </a:solidFill>
                <a:latin typeface="+mn-lt"/>
              </a:rPr>
              <a:t>Tooling Posture </a:t>
            </a:r>
            <a:r>
              <a:rPr lang="en-US" sz="1600" dirty="0">
                <a:solidFill>
                  <a:srgbClr val="1F1F1F"/>
                </a:solidFill>
                <a:latin typeface="+mn-lt"/>
              </a:rPr>
              <a:t>— open-source core technologies, eliminating per-seat and per-host vendor licensing for the foundation layer.</a:t>
            </a:r>
          </a:p>
          <a:p>
            <a:pPr marL="285750" indent="-285750">
              <a:lnSpc>
                <a:spcPct val="125000"/>
              </a:lnSpc>
              <a:spcAft>
                <a:spcPts val="1000"/>
              </a:spcAft>
            </a:pPr>
            <a:r>
              <a:rPr lang="en-US" sz="1600" b="1" dirty="0">
                <a:solidFill>
                  <a:srgbClr val="1F1F1F"/>
                </a:solidFill>
                <a:latin typeface="+mn-lt"/>
              </a:rPr>
              <a:t>Funding Model </a:t>
            </a:r>
            <a:r>
              <a:rPr lang="en-US" sz="1600" dirty="0">
                <a:solidFill>
                  <a:srgbClr val="1F1F1F"/>
                </a:solidFill>
                <a:latin typeface="+mn-lt"/>
              </a:rPr>
              <a:t>— Phase 1 absorbed within the existing platform budget envelope; cost savings from tool consolidation self-fund subsequent phases.</a:t>
            </a:r>
          </a:p>
          <a:p>
            <a:pPr marL="285750" indent="-285750">
              <a:lnSpc>
                <a:spcPct val="125000"/>
              </a:lnSpc>
              <a:spcAft>
                <a:spcPts val="1000"/>
              </a:spcAft>
            </a:pPr>
            <a:r>
              <a:rPr lang="en-US" sz="1600" b="1" dirty="0">
                <a:solidFill>
                  <a:srgbClr val="1F1F1F"/>
                </a:solidFill>
                <a:latin typeface="+mn-lt"/>
              </a:rPr>
              <a:t>Cost Discipline </a:t>
            </a:r>
            <a:r>
              <a:rPr lang="en-US" sz="1600" dirty="0">
                <a:solidFill>
                  <a:srgbClr val="1F1F1F"/>
                </a:solidFill>
                <a:latin typeface="+mn-lt"/>
              </a:rPr>
              <a:t>— no FinOps capability exists today; we must define and standardise one as a priority, establishing budget envelopes per service tier and automated variance alerts to control observability and cloud spend.</a:t>
            </a:r>
          </a:p>
          <a:p>
            <a:pPr marL="285750" indent="-285750">
              <a:lnSpc>
                <a:spcPct val="125000"/>
              </a:lnSpc>
              <a:spcAft>
                <a:spcPts val="1000"/>
              </a:spcAft>
            </a:pPr>
            <a:r>
              <a:rPr lang="en-US" sz="1600" b="1" dirty="0">
                <a:solidFill>
                  <a:srgbClr val="1F1F1F"/>
                </a:solidFill>
                <a:latin typeface="+mn-lt"/>
              </a:rPr>
              <a:t>Talent Development </a:t>
            </a:r>
            <a:r>
              <a:rPr lang="en-US" sz="1600" dirty="0">
                <a:solidFill>
                  <a:srgbClr val="1F1F1F"/>
                </a:solidFill>
                <a:latin typeface="+mn-lt"/>
              </a:rPr>
              <a:t>— engineers across the organisation up-skilled through a Community of Practice and champions network, accelerating the unified observability practice without a parallel team.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A57FF885-7B4E-0780-E9E4-E85A69AC4558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Investment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Segoe UI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44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11111111-1111-1111-1111-111111111105}" type="slidenum">
              <a:rPr lang="en-US" sz="900">
                <a:solidFill>
                  <a:srgbClr val="666666"/>
                </a:solidFill>
                <a:latin typeface="Segoe UI"/>
              </a:rPr>
              <a:t>#</a:t>
            </a:fld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030079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5584-7F69-7C31-C72D-306B16F99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2AFA66F2-6749-C77F-1BF8-D47D29084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Governance &amp; Accountability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62D300E3-B425-51BA-C36A-5F0C7CA4EF70}"/>
              </a:ext>
            </a:extLst>
          </p:cNvPr>
          <p:cNvSpPr txBox="1"/>
          <p:nvPr/>
        </p:nvSpPr>
        <p:spPr>
          <a:xfrm>
            <a:off x="748100" y="1871686"/>
            <a:ext cx="10820400" cy="4437674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5000"/>
              </a:lnSpc>
              <a:spcAft>
                <a:spcPts val="1000"/>
              </a:spcAft>
            </a:pPr>
            <a:r>
              <a:rPr lang="en-US" sz="1800" dirty="0">
                <a:solidFill>
                  <a:srgbClr val="1F1F1F"/>
                </a:solidFill>
                <a:latin typeface="Avenir Next LT Pro (Body)"/>
              </a:rPr>
              <a:t>Architecture Centre of Excellence (CoE) defines the standard — defines observability standards &amp; principles, golden signals, telemetry contracts, and platform choices.</a:t>
            </a:r>
          </a:p>
          <a:p>
            <a:pPr marL="285750" indent="-285750">
              <a:lnSpc>
                <a:spcPct val="125000"/>
              </a:lnSpc>
              <a:spcAft>
                <a:spcPts val="1000"/>
              </a:spcAft>
            </a:pPr>
            <a:r>
              <a:rPr lang="en-US" sz="1800" dirty="0">
                <a:solidFill>
                  <a:srgbClr val="1F1F1F"/>
                </a:solidFill>
                <a:latin typeface="Avenir Next LT Pro (Body)"/>
              </a:rPr>
              <a:t>Product groups own the implementation — instrument their services, meet availability and latency targets, and stay within the standard.</a:t>
            </a:r>
          </a:p>
          <a:p>
            <a:pPr marL="285750" indent="-285750">
              <a:lnSpc>
                <a:spcPct val="125000"/>
              </a:lnSpc>
              <a:spcAft>
                <a:spcPts val="1000"/>
              </a:spcAft>
            </a:pPr>
            <a:r>
              <a:rPr lang="en-US" sz="1800" dirty="0">
                <a:solidFill>
                  <a:srgbClr val="1F1F1F"/>
                </a:solidFill>
                <a:latin typeface="Avenir Next LT Pro (Body)"/>
              </a:rPr>
              <a:t>CoE</a:t>
            </a:r>
          </a:p>
          <a:p>
            <a:pPr marL="462870" lvl="1" indent="-285750">
              <a:lnSpc>
                <a:spcPct val="125000"/>
              </a:lnSpc>
              <a:spcAft>
                <a:spcPts val="1000"/>
              </a:spcAft>
            </a:pPr>
            <a:r>
              <a:rPr lang="en-US" sz="1600" dirty="0">
                <a:solidFill>
                  <a:srgbClr val="1F1F1F"/>
                </a:solidFill>
                <a:latin typeface="Avenir Next LT Pro (Body)"/>
              </a:rPr>
              <a:t>Measures conformance and publishes scorecards</a:t>
            </a:r>
          </a:p>
          <a:p>
            <a:pPr marL="462870" lvl="1" indent="-285750">
              <a:lnSpc>
                <a:spcPct val="125000"/>
              </a:lnSpc>
              <a:spcAft>
                <a:spcPts val="1000"/>
              </a:spcAft>
            </a:pPr>
            <a:r>
              <a:rPr lang="en-US" sz="1600" dirty="0">
                <a:solidFill>
                  <a:srgbClr val="1F1F1F"/>
                </a:solidFill>
                <a:latin typeface="Avenir Next LT Pro (Body)"/>
              </a:rPr>
              <a:t>Deviations from the standard require explicit, time-boxed approval from the CoE (no quiet exceptions)</a:t>
            </a:r>
          </a:p>
          <a:p>
            <a:pPr marL="285750" indent="-285750">
              <a:lnSpc>
                <a:spcPct val="125000"/>
              </a:lnSpc>
              <a:spcAft>
                <a:spcPts val="1000"/>
              </a:spcAft>
            </a:pPr>
            <a:r>
              <a:rPr lang="en-US" sz="1800" dirty="0">
                <a:solidFill>
                  <a:srgbClr val="1F1F1F"/>
                </a:solidFill>
                <a:latin typeface="Avenir Next LT Pro (Body)"/>
              </a:rPr>
              <a:t>Product Groups — remediate gaps as part of normal engineering work.</a:t>
            </a:r>
          </a:p>
          <a:p>
            <a:pPr marL="285750" indent="-285750">
              <a:lnSpc>
                <a:spcPct val="125000"/>
              </a:lnSpc>
              <a:spcAft>
                <a:spcPts val="1000"/>
              </a:spcAft>
            </a:pPr>
            <a:r>
              <a:rPr lang="en-US" sz="1800" dirty="0">
                <a:solidFill>
                  <a:srgbClr val="1F1F1F"/>
                </a:solidFill>
                <a:latin typeface="Avenir Next LT Pro (Body)"/>
              </a:rPr>
              <a:t>Product Engineering — Operational outcomes (availability, performance, cost, incident quality) sit with product engineering leadership.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3141CB97-1F47-38A7-CE04-3A826CAA903D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Segoe UI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44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11111111-1111-1111-1111-111111111106}" type="slidenum">
              <a:rPr lang="en-US" sz="900">
                <a:solidFill>
                  <a:srgbClr val="666666"/>
                </a:solidFill>
                <a:latin typeface="Segoe UI"/>
              </a:rPr>
              <a:t>#</a:t>
            </a:fld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792893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EA309C0D-AC2B-C59F-E260-2FE8CD5C54A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66" y="-11575"/>
            <a:ext cx="11721534" cy="3866277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9B5D01D-28E8-3860-61F6-38EF4CC07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rPr lang="en-US"/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Segoe UI"/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44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11111111-1111-1111-1111-111111111107}" type="slidenum">
              <a:rPr lang="en-US" sz="900">
                <a:solidFill>
                  <a:srgbClr val="666666"/>
                </a:solidFill>
                <a:latin typeface="Segoe UI"/>
              </a:rPr>
              <a:t>#</a:t>
            </a:fld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766941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6E008-5091-56E3-5051-F870743B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3914926D-CB7E-E71A-28B2-E07A02656B4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66" y="-11575"/>
            <a:ext cx="11721534" cy="3866277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2E653E0-7327-1C8F-550C-1CC3EFE4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rPr lang="en-US" dirty="0"/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Segoe UI"/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44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11111111-1111-1111-1111-111111111108}" type="slidenum">
              <a:rPr lang="en-US" sz="900">
                <a:solidFill>
                  <a:srgbClr val="666666"/>
                </a:solidFill>
                <a:latin typeface="Segoe UI"/>
              </a:rPr>
              <a:t>#</a:t>
            </a:fld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137031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CF241-9948-1ABC-DD38-FE6C7FD3F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6352EC9C-9E22-13F1-49B4-9BB79329B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Current State vs. Future Vision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C04D27-AAD0-5ECE-B606-741978AC47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1236583"/>
              </p:ext>
            </p:extLst>
          </p:nvPr>
        </p:nvGraphicFramePr>
        <p:xfrm>
          <a:off x="761997" y="1477246"/>
          <a:ext cx="10631427" cy="417351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018928">
                  <a:extLst>
                    <a:ext uri="{9D8B030D-6E8A-4147-A177-3AD203B41FA5}">
                      <a16:colId xmlns:a16="http://schemas.microsoft.com/office/drawing/2014/main" val="3465240938"/>
                    </a:ext>
                  </a:extLst>
                </a:gridCol>
                <a:gridCol w="7612499">
                  <a:extLst>
                    <a:ext uri="{9D8B030D-6E8A-4147-A177-3AD203B41FA5}">
                      <a16:colId xmlns:a16="http://schemas.microsoft.com/office/drawing/2014/main" val="1193996572"/>
                    </a:ext>
                  </a:extLst>
                </a:gridCol>
              </a:tblGrid>
              <a:tr h="507002"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Service Line</a:t>
                      </a:r>
                    </a:p>
                  </a:txBody>
                  <a:tcPr marT="54864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Observability Value to Client Delivery</a:t>
                      </a:r>
                    </a:p>
                  </a:txBody>
                  <a:tcPr marT="54864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866573"/>
                  </a:ext>
                </a:extLst>
              </a:tr>
              <a:tr h="70840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rgbClr val="1F2A44"/>
                          </a:solidFill>
                          <a:latin typeface="Avenir Next LT Pro (Body)"/>
                        </a:rPr>
                        <a:t>Lifecycle &amp; Operations</a:t>
                      </a:r>
                    </a:p>
                  </a:txBody>
                  <a:tcPr marT="54864" marB="54864" anchor="ctr">
                    <a:lnT w="254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dirty="0">
                          <a:solidFill>
                            <a:srgbClr val="1F2A44"/>
                          </a:solidFill>
                          <a:latin typeface="Avenir Next LT Pro (Body)"/>
                        </a:rPr>
                        <a:t>Real-time visibility into policy, billing, and servicing workflows; faster SLA breach detection; reduced manual triage.</a:t>
                      </a:r>
                    </a:p>
                  </a:txBody>
                  <a:tcPr marT="54864" marB="54864" anchor="ctr">
                    <a:lnT w="254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08462373"/>
                  </a:ext>
                </a:extLst>
              </a:tr>
              <a:tr h="70840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rgbClr val="1F2A44"/>
                          </a:solidFill>
                          <a:latin typeface="Avenir Next LT Pro (Body)"/>
                        </a:rPr>
                        <a:t>Claims TPA &amp; Solutions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dirty="0">
                          <a:solidFill>
                            <a:srgbClr val="1F2A44"/>
                          </a:solidFill>
                          <a:latin typeface="Avenir Next LT Pro (Body)"/>
                        </a:rPr>
                        <a:t>End-to-end claims-journey traceability; earlier fraud and leakage signals; measurable cycle-time reduction.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741418043"/>
                  </a:ext>
                </a:extLst>
              </a:tr>
              <a:tr h="832884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rgbClr val="1F2A44"/>
                          </a:solidFill>
                          <a:latin typeface="Avenir Next LT Pro (Body)"/>
                        </a:rPr>
                        <a:t>Technology &amp; Digital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dirty="0">
                          <a:solidFill>
                            <a:srgbClr val="1F2A44"/>
                          </a:solidFill>
                          <a:latin typeface="Avenir Next LT Pro (Body)"/>
                        </a:rPr>
                        <a:t>Faster MTTR on client platforms; proactive release health; shared telemetry standard across product groups.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853467608"/>
                  </a:ext>
                </a:extLst>
              </a:tr>
              <a:tr h="70840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rgbClr val="1F2A44"/>
                          </a:solidFill>
                          <a:latin typeface="Avenir Next LT Pro (Body)"/>
                        </a:rPr>
                        <a:t>Data &amp; Analytics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dirty="0">
                          <a:solidFill>
                            <a:srgbClr val="1F2A44"/>
                          </a:solidFill>
                          <a:latin typeface="Avenir Next LT Pro (Body)"/>
                        </a:rPr>
                        <a:t>Trusted data pipelines with lineage and freshness SLOs; auditable inputs for actuarial and BI workloads.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470796169"/>
                  </a:ext>
                </a:extLst>
              </a:tr>
              <a:tr h="70840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b="0" dirty="0">
                          <a:solidFill>
                            <a:srgbClr val="1F2A44"/>
                          </a:solidFill>
                          <a:latin typeface="Avenir Next LT Pro (Body)"/>
                        </a:rPr>
                        <a:t>Consultancy &amp; Advisory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dirty="0">
                          <a:solidFill>
                            <a:srgbClr val="1F2A44"/>
                          </a:solidFill>
                          <a:latin typeface="Avenir Next LT Pro (Body)"/>
                        </a:rPr>
                        <a:t>Evidence-backed maturity assessments; benchmarkable KPIs underpinning client transformation roadmaps.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48071281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Segoe UI"/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744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11111111-1111-1111-1111-111111111109}" type="slidenum">
              <a:rPr lang="en-US" sz="900">
                <a:solidFill>
                  <a:srgbClr val="666666"/>
                </a:solidFill>
                <a:latin typeface="Segoe UI"/>
              </a:rPr>
              <a:t>#</a:t>
            </a:fld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502795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85488-B9DE-A392-17EE-4E4CA3C60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828B2728-DCDE-61E1-1C05-4E7C701FF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Compliance &amp; Risk Mitigation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7430FB3D-852C-A80C-5437-A18D9015DC65}"/>
              </a:ext>
            </a:extLst>
          </p:cNvPr>
          <p:cNvSpPr txBox="1"/>
          <p:nvPr/>
        </p:nvSpPr>
        <p:spPr>
          <a:xfrm>
            <a:off x="748100" y="1871686"/>
            <a:ext cx="10820400" cy="116412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5000"/>
              </a:lnSpc>
              <a:spcAft>
                <a:spcPts val="1000"/>
              </a:spcAft>
            </a:pPr>
            <a:r>
              <a:rPr lang="en-US" sz="1600" dirty="0">
                <a:solidFill>
                  <a:srgbClr val="1F1F1F"/>
                </a:solidFill>
                <a:latin typeface="Avenir Next LT Pro (Body)"/>
              </a:rPr>
              <a:t>In-scope frameworks  —  SOC 2 Type II  ·  ISO 27001  ·  GDPR</a:t>
            </a:r>
          </a:p>
          <a:p>
            <a:pPr marL="285750" indent="-285750">
              <a:lnSpc>
                <a:spcPct val="125000"/>
              </a:lnSpc>
              <a:spcAft>
                <a:spcPts val="1000"/>
              </a:spcAft>
            </a:pPr>
            <a:r>
              <a:rPr lang="en-US" sz="1600" dirty="0">
                <a:solidFill>
                  <a:srgbClr val="1F1F1F"/>
                </a:solidFill>
                <a:latin typeface="Avenir Next LT Pro (Body)"/>
              </a:rPr>
              <a:t>On the watch-list  —  PCI DSS  ·  DORA  ·  NIS2 (anticipated obligations as our European footprint grows)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DC0DC57B-A144-34E6-EF8B-A3A5A0EA6E14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Compliance</a:t>
            </a:r>
          </a:p>
        </p:txBody>
      </p:sp>
      <p:sp>
        <p:nvSpPr>
          <p:cNvPr id="3" name="Rectangle 2" descr="decorative: Rectangle 6">
            <a:extLst>
              <a:ext uri="{FF2B5EF4-FFF2-40B4-BE49-F238E27FC236}">
                <a16:creationId xmlns:a16="http://schemas.microsoft.com/office/drawing/2014/main" id="{2B689D0B-1EFB-F06D-D1D5-C261F84BFDFC}"/>
              </a:ext>
            </a:extLst>
          </p:cNvPr>
          <p:cNvSpPr/>
          <p:nvPr/>
        </p:nvSpPr>
        <p:spPr>
          <a:xfrm>
            <a:off x="762000" y="3245179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Risk Mitigation</a:t>
            </a:r>
          </a:p>
        </p:txBody>
      </p:sp>
      <p:sp>
        <p:nvSpPr>
          <p:cNvPr id="6" name="Content Placeholder 1" descr="decorative: Content Placeholder 1">
            <a:extLst>
              <a:ext uri="{FF2B5EF4-FFF2-40B4-BE49-F238E27FC236}">
                <a16:creationId xmlns:a16="http://schemas.microsoft.com/office/drawing/2014/main" id="{F3DBF1B0-25C2-8FEE-A710-AFCA3B3F9AE4}"/>
              </a:ext>
            </a:extLst>
          </p:cNvPr>
          <p:cNvSpPr txBox="1"/>
          <p:nvPr/>
        </p:nvSpPr>
        <p:spPr>
          <a:xfrm>
            <a:off x="762000" y="3688294"/>
            <a:ext cx="10820400" cy="247476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F1F1F"/>
                </a:solidFill>
                <a:latin typeface="Avenir Next LT Pro (Body)"/>
              </a:rPr>
              <a:t>Personally identifiable information redacted at the source, never landing in our backends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F1F1F"/>
                </a:solidFill>
                <a:latin typeface="Avenir Next LT Pro (Body)"/>
              </a:rPr>
              <a:t>Tiered data retention aligned to regulatory and business needs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F1F1F"/>
                </a:solidFill>
                <a:latin typeface="Avenir Next LT Pro (Body)"/>
              </a:rPr>
              <a:t>Role-based access enforced uniformly across the platform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F1F1F"/>
                </a:solidFill>
                <a:latin typeface="Avenir Next LT Pro (Body)"/>
              </a:rPr>
              <a:t>Continuous evidence collection — audit-ready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Segoe UI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44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11111111-1111-1111-1111-111111111110}" type="slidenum">
              <a:rPr lang="en-US" sz="900">
                <a:solidFill>
                  <a:srgbClr val="666666"/>
                </a:solidFill>
                <a:latin typeface="Segoe UI"/>
              </a:rPr>
              <a:t>#</a:t>
            </a:fld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247483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CB746-4DC1-A924-A057-A4049BE5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0EACFFCA-5D32-5773-57A1-D823AA284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Current State vs. Future Vision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C54516-8F02-AA0B-8A5C-3CA35BFB52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1401801"/>
              </p:ext>
            </p:extLst>
          </p:nvPr>
        </p:nvGraphicFramePr>
        <p:xfrm>
          <a:off x="542541" y="1477245"/>
          <a:ext cx="2081787" cy="187129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1787">
                  <a:extLst>
                    <a:ext uri="{9D8B030D-6E8A-4147-A177-3AD203B41FA5}">
                      <a16:colId xmlns:a16="http://schemas.microsoft.com/office/drawing/2014/main" val="3465240938"/>
                    </a:ext>
                  </a:extLst>
                </a:gridCol>
              </a:tblGrid>
              <a:tr h="605054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Metrics</a:t>
                      </a:r>
                      <a:endParaRPr sz="1800" b="1" dirty="0">
                        <a:solidFill>
                          <a:schemeClr val="tx1"/>
                        </a:solidFill>
                        <a:latin typeface="Avenir Next LT Pro (Body)"/>
                      </a:endParaRPr>
                    </a:p>
                  </a:txBody>
                  <a:tcPr marT="54864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866573"/>
                  </a:ext>
                </a:extLst>
              </a:tr>
              <a:tr h="1266245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What is happening across the estate in real time.</a:t>
                      </a:r>
                    </a:p>
                  </a:txBody>
                  <a:tcPr marT="54864" marB="54864">
                    <a:lnT w="254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0846237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18B9E7B-C881-476B-0100-FFA2B0E369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7029255"/>
              </p:ext>
            </p:extLst>
          </p:nvPr>
        </p:nvGraphicFramePr>
        <p:xfrm>
          <a:off x="2715765" y="1477245"/>
          <a:ext cx="2081787" cy="187129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1787">
                  <a:extLst>
                    <a:ext uri="{9D8B030D-6E8A-4147-A177-3AD203B41FA5}">
                      <a16:colId xmlns:a16="http://schemas.microsoft.com/office/drawing/2014/main" val="3465240938"/>
                    </a:ext>
                  </a:extLst>
                </a:gridCol>
              </a:tblGrid>
              <a:tr h="605054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Logs</a:t>
                      </a:r>
                      <a:endParaRPr sz="1800" b="1" dirty="0">
                        <a:solidFill>
                          <a:schemeClr val="tx1"/>
                        </a:solidFill>
                        <a:latin typeface="Avenir Next LT Pro (Body)"/>
                      </a:endParaRPr>
                    </a:p>
                  </a:txBody>
                  <a:tcPr marT="54864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866573"/>
                  </a:ext>
                </a:extLst>
              </a:tr>
              <a:tr h="126624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1A1A1A"/>
                          </a:solidFill>
                          <a:latin typeface="Segoe UI"/>
                        </a:rPr>
                        <a:t>What was said — full forensic and audit value.</a:t>
                      </a:r>
                    </a:p>
                  </a:txBody>
                  <a:tcPr marT="54864" marB="54864">
                    <a:lnT w="254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0846237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BA88DBB-B79E-6FA1-851E-8BE95E4ACF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246308"/>
              </p:ext>
            </p:extLst>
          </p:nvPr>
        </p:nvGraphicFramePr>
        <p:xfrm>
          <a:off x="4888989" y="1477245"/>
          <a:ext cx="2081787" cy="187129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1787">
                  <a:extLst>
                    <a:ext uri="{9D8B030D-6E8A-4147-A177-3AD203B41FA5}">
                      <a16:colId xmlns:a16="http://schemas.microsoft.com/office/drawing/2014/main" val="3465240938"/>
                    </a:ext>
                  </a:extLst>
                </a:gridCol>
              </a:tblGrid>
              <a:tr h="605054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Traces</a:t>
                      </a:r>
                      <a:endParaRPr sz="1800" b="1" dirty="0">
                        <a:solidFill>
                          <a:schemeClr val="tx1"/>
                        </a:solidFill>
                        <a:latin typeface="Avenir Next LT Pro (Body)"/>
                      </a:endParaRPr>
                    </a:p>
                  </a:txBody>
                  <a:tcPr marT="54864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866573"/>
                  </a:ext>
                </a:extLst>
              </a:tr>
              <a:tr h="126624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1A1A1A"/>
                          </a:solidFill>
                          <a:latin typeface="Segoe UI"/>
                        </a:rPr>
                        <a:t>Where it happened, end-to-end across the customer journey.</a:t>
                      </a:r>
                    </a:p>
                  </a:txBody>
                  <a:tcPr marT="54864" marB="54864">
                    <a:lnT w="254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0846237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C2F6013-8424-292F-324B-44CFC580D0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9747873"/>
              </p:ext>
            </p:extLst>
          </p:nvPr>
        </p:nvGraphicFramePr>
        <p:xfrm>
          <a:off x="7062213" y="1477246"/>
          <a:ext cx="2081787" cy="187129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1787">
                  <a:extLst>
                    <a:ext uri="{9D8B030D-6E8A-4147-A177-3AD203B41FA5}">
                      <a16:colId xmlns:a16="http://schemas.microsoft.com/office/drawing/2014/main" val="3465240938"/>
                    </a:ext>
                  </a:extLst>
                </a:gridCol>
              </a:tblGrid>
              <a:tr h="542371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Changes</a:t>
                      </a:r>
                      <a:endParaRPr sz="1800" b="1" dirty="0">
                        <a:solidFill>
                          <a:schemeClr val="tx1"/>
                        </a:solidFill>
                        <a:latin typeface="Avenir Next LT Pro (Body)"/>
                      </a:endParaRPr>
                    </a:p>
                  </a:txBody>
                  <a:tcPr marT="54864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866573"/>
                  </a:ext>
                </a:extLst>
              </a:tr>
              <a:tr h="113506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1A1A1A"/>
                          </a:solidFill>
                          <a:latin typeface="Segoe UI"/>
                        </a:rPr>
                        <a:t>What changed — config, deploys, and infra events correlated with behavior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Segoe UI"/>
                        </a:rPr>
                        <a:t>.</a:t>
                      </a:r>
                    </a:p>
                  </a:txBody>
                  <a:tcPr marT="54864" marB="54864">
                    <a:lnT w="254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0846237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4AA9DF6-B6F0-8050-3ED2-589843E94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1442193"/>
              </p:ext>
            </p:extLst>
          </p:nvPr>
        </p:nvGraphicFramePr>
        <p:xfrm>
          <a:off x="9235437" y="1477246"/>
          <a:ext cx="2081787" cy="187129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1787">
                  <a:extLst>
                    <a:ext uri="{9D8B030D-6E8A-4147-A177-3AD203B41FA5}">
                      <a16:colId xmlns:a16="http://schemas.microsoft.com/office/drawing/2014/main" val="3465240938"/>
                    </a:ext>
                  </a:extLst>
                </a:gridCol>
              </a:tblGrid>
              <a:tr h="605054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Profiles</a:t>
                      </a:r>
                      <a:endParaRPr sz="1800" b="1" dirty="0">
                        <a:solidFill>
                          <a:schemeClr val="tx1"/>
                        </a:solidFill>
                        <a:latin typeface="Avenir Next LT Pro (Body)"/>
                      </a:endParaRPr>
                    </a:p>
                  </a:txBody>
                  <a:tcPr marT="54864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866573"/>
                  </a:ext>
                </a:extLst>
              </a:tr>
              <a:tr h="126624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1A1A1A"/>
                          </a:solidFill>
                          <a:latin typeface="Segoe UI"/>
                        </a:rPr>
                        <a:t>Why it is slow or costly — code-level CPU and memory hot paths.</a:t>
                      </a:r>
                    </a:p>
                  </a:txBody>
                  <a:tcPr marT="54864" marB="54864">
                    <a:lnT w="254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08462373"/>
                  </a:ext>
                </a:extLst>
              </a:tr>
            </a:tbl>
          </a:graphicData>
        </a:graphic>
      </p:graphicFrame>
      <p:sp>
        <p:nvSpPr>
          <p:cNvPr id="14" name="Rectangle 13" descr="decorative: Rectangle 6">
            <a:extLst>
              <a:ext uri="{FF2B5EF4-FFF2-40B4-BE49-F238E27FC236}">
                <a16:creationId xmlns:a16="http://schemas.microsoft.com/office/drawing/2014/main" id="{E0EC9FC3-CABF-68EB-79A7-843584906490}"/>
              </a:ext>
            </a:extLst>
          </p:cNvPr>
          <p:cNvSpPr/>
          <p:nvPr/>
        </p:nvSpPr>
        <p:spPr>
          <a:xfrm>
            <a:off x="762000" y="3610939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Foundation</a:t>
            </a:r>
          </a:p>
        </p:txBody>
      </p:sp>
      <p:sp>
        <p:nvSpPr>
          <p:cNvPr id="15" name="Content Placeholder 1" descr="decorative: Content Placeholder 1">
            <a:extLst>
              <a:ext uri="{FF2B5EF4-FFF2-40B4-BE49-F238E27FC236}">
                <a16:creationId xmlns:a16="http://schemas.microsoft.com/office/drawing/2014/main" id="{A0BA5B06-034A-4069-C4F4-1FAE7B10D9A2}"/>
              </a:ext>
            </a:extLst>
          </p:cNvPr>
          <p:cNvSpPr txBox="1"/>
          <p:nvPr/>
        </p:nvSpPr>
        <p:spPr>
          <a:xfrm>
            <a:off x="762000" y="4054054"/>
            <a:ext cx="10820400" cy="132670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F1F1F"/>
                </a:solidFill>
                <a:latin typeface="Avenir Next LT Pro (Body)"/>
              </a:rPr>
              <a:t>An open, vendor-neutral data standard — eliminates lock-in, future-proofs the investment, and lets us change tools without re-instrumenting every service.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Segoe UI"/>
              </a:rPr>
              <a:t>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9744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11111111-1111-1111-1111-111111111111}" type="slidenum">
              <a:rPr lang="en-US" sz="900">
                <a:solidFill>
                  <a:srgbClr val="666666"/>
                </a:solidFill>
                <a:latin typeface="Segoe UI"/>
              </a:rPr>
              <a:t>#</a:t>
            </a:fld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240591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B3273-5F48-9CC9-FB6C-EC324BADC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31FE3315-0BC8-018D-1079-3D3F3649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Risks &amp; Mitigations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0D8346-6B9C-52BE-43B1-8078D8F9FFF0}"/>
              </a:ext>
            </a:extLst>
          </p:cNvPr>
          <p:cNvGraphicFramePr/>
          <p:nvPr/>
        </p:nvGraphicFramePr>
        <p:xfrm>
          <a:off x="761997" y="1477246"/>
          <a:ext cx="10631427" cy="417351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157475">
                  <a:extLst>
                    <a:ext uri="{9D8B030D-6E8A-4147-A177-3AD203B41FA5}">
                      <a16:colId xmlns:a16="http://schemas.microsoft.com/office/drawing/2014/main" val="3465240938"/>
                    </a:ext>
                  </a:extLst>
                </a:gridCol>
                <a:gridCol w="6473952">
                  <a:extLst>
                    <a:ext uri="{9D8B030D-6E8A-4147-A177-3AD203B41FA5}">
                      <a16:colId xmlns:a16="http://schemas.microsoft.com/office/drawing/2014/main" val="1193996572"/>
                    </a:ext>
                  </a:extLst>
                </a:gridCol>
              </a:tblGrid>
              <a:tr h="507002"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Risk</a:t>
                      </a:r>
                    </a:p>
                  </a:txBody>
                  <a:tcPr marT="54864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Mitigation</a:t>
                      </a:r>
                    </a:p>
                  </a:txBody>
                  <a:tcPr marT="54864" marB="5486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866573"/>
                  </a:ext>
                </a:extLst>
              </a:tr>
              <a:tr h="708406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Tool consolidation surfaces migration debt</a:t>
                      </a:r>
                    </a:p>
                  </a:txBody>
                  <a:tcPr marT="54864" marB="54864" anchor="ctr">
                    <a:lnT w="254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Phased decommissioning with parallel running; no big-bang cut-overs</a:t>
                      </a:r>
                    </a:p>
                  </a:txBody>
                  <a:tcPr marT="54864" marB="54864" anchor="ctr">
                    <a:lnT w="254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08462373"/>
                  </a:ext>
                </a:extLst>
              </a:tr>
              <a:tr h="708406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AI-driven detection produces false positives during ramp-up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Human-in-the-loop guardrails before full automation in later phases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741418043"/>
                  </a:ext>
                </a:extLst>
              </a:tr>
              <a:tr h="832884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Telemetry cost overruns as adoption scales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FinOps budgets per service tier with automated variance alerts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853467608"/>
                  </a:ext>
                </a:extLst>
              </a:tr>
              <a:tr h="708406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Standards drift as the platform matures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Architecture Review Board enforcement and decision-record audit trail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470796169"/>
                  </a:ext>
                </a:extLst>
              </a:tr>
              <a:tr h="708406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chemeClr val="tx1"/>
                          </a:solidFill>
                          <a:latin typeface="Avenir Next LT Pro (Body)"/>
                        </a:rPr>
                        <a:t>Adoption fatigue across engineering teams</a:t>
                      </a:r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Pull-based Community of Practice model; champions per service</a:t>
                      </a:r>
                    </a:p>
                  </a:txBody>
                  <a:tcPr marT="54864" marB="54864" anchor="ctr"/>
                </a:tc>
                <a:extLst>
                  <a:ext uri="{0D108BD9-81ED-4DB2-BD59-A6C34878D82A}">
                    <a16:rowId xmlns:a16="http://schemas.microsoft.com/office/drawing/2014/main" val="148071281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Segoe UI"/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7440" y="65379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11111111-1111-1111-1111-111111111112}" type="slidenum">
              <a:rPr lang="en-US" sz="900">
                <a:solidFill>
                  <a:srgbClr val="666666"/>
                </a:solidFill>
                <a:latin typeface="Segoe UI"/>
              </a:rPr>
              <a:t>#</a:t>
            </a:fld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02216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ID" val="7572723435017592209163d2f9b32b4d94f0ee638489df95cb41a8c711fae41448811957"/>
  <p:tag name="SLIDEHUBID_NEW" val="updated"/>
  <p:tag name="SLIDEHUBUPDATETIME" val="2025-09-02 07:28:50.9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mtrUmFtUytZbEVmc0lKSUwvakNzVQ%3D%3D"/>
  <p:tag name="SLIDEHUBID" val="29717679498137205506296d8c3bb136e3caa095c743c4ea83aa50aa7eb6b6440925765"/>
  <p:tag name="SLIDEHUBID_NEW" val="updated"/>
  <p:tag name="SLIDEHUBUPDATETIME" val="2026-01-29 09:29:14.61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ID" val="7572723435017592209163d2f9b32b4d94f0ee638489df95cb41a8c711fae41448811957"/>
  <p:tag name="SLIDEHUBID_NEW" val="updated"/>
  <p:tag name="SLIDEHUBUPDATETIME" val="2025-09-02 07:28:54.00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ID" val="7572723435017592209163d2f9b32b4d94f0ee638489df95cb41a8c711fae41448811957"/>
  <p:tag name="SLIDEHUBID_NEW" val="updated"/>
  <p:tag name="SLIDEHUBUPDATETIME" val="2025-09-02 07:28:54.00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mtrUmFtUytZbEVmc0lKSUwvakNzVQ%3D%3D"/>
  <p:tag name="SLIDEHUBID" val="29717679498137205506296d8c3bb136e3caa095c743c4ea83aa50aa7eb6b6440925765"/>
  <p:tag name="SLIDEHUBID_NEW" val="updated"/>
  <p:tag name="SLIDEHUBUPDATETIME" val="2026-01-29 09:29:14.61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mtrUmFtUytZbEVmc0lKSUwvakNzVQ%3D%3D"/>
  <p:tag name="SLIDEHUBID" val="29717679498137205506296d8c3bb136e3caa095c743c4ea83aa50aa7eb6b6440925765"/>
  <p:tag name="SLIDEHUBID_NEW" val="updated"/>
  <p:tag name="SLIDEHUBUPDATETIME" val="2026-01-29 09:29:14.61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mtrUmFtUytZbEVmc0lKSUwvakNzVQ%3D%3D"/>
  <p:tag name="SLIDEHUBID" val="29717679498137205506296d8c3bb136e3caa095c743c4ea83aa50aa7eb6b6440925765"/>
  <p:tag name="SLIDEHUBID_NEW" val="updated"/>
  <p:tag name="SLIDEHUBUPDATETIME" val="2026-01-29 09:29:14.619"/>
</p:tagLst>
</file>

<file path=ppt/theme/theme1.xml><?xml version="1.0" encoding="utf-8"?>
<a:theme xmlns:a="http://schemas.openxmlformats.org/drawingml/2006/main" name="Office Theme">
  <a:themeElements>
    <a:clrScheme name="XC_MAIN">
      <a:dk1>
        <a:srgbClr val="000000"/>
      </a:dk1>
      <a:lt1>
        <a:srgbClr val="FFFFFF"/>
      </a:lt1>
      <a:dk2>
        <a:srgbClr val="121314"/>
      </a:dk2>
      <a:lt2>
        <a:srgbClr val="FFF8E6"/>
      </a:lt2>
      <a:accent1>
        <a:srgbClr val="FFB500"/>
      </a:accent1>
      <a:accent2>
        <a:srgbClr val="121314"/>
      </a:accent2>
      <a:accent3>
        <a:srgbClr val="F2F2F2"/>
      </a:accent3>
      <a:accent4>
        <a:srgbClr val="CC9100"/>
      </a:accent4>
      <a:accent5>
        <a:srgbClr val="00A9EB"/>
      </a:accent5>
      <a:accent6>
        <a:srgbClr val="EBF9FF"/>
      </a:accent6>
      <a:hlink>
        <a:srgbClr val="00A9EB"/>
      </a:hlink>
      <a:folHlink>
        <a:srgbClr val="B8870A"/>
      </a:folHlink>
    </a:clrScheme>
    <a:fontScheme name="Xceedance_2023_Avenir">
      <a:majorFont>
        <a:latin typeface="Avenir Next LT Pro Demi"/>
        <a:ea typeface="Avenir Next LT Pro Demi"/>
        <a:cs typeface="Arial"/>
      </a:majorFont>
      <a:minorFont>
        <a:latin typeface="Avenir Next LT Pro"/>
        <a:ea typeface="Avenir Next LT Pro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Zshuti_2" id="{67F13E3B-F23C-462B-9799-0D9E2FC2148F}" vid="{39BA6812-1C55-45A6-877C-941FF00F80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505FE9D-C144-403C-BC1D-44E283C41876}">
  <we:reference id="512bb70a-1733-11ee-be56-0242ac120002" version="1.0.0.1" store="EXCatalog" storeType="EXCatalog"/>
  <we:alternateReferences>
    <we:reference id="WA200005701" version="1.0.0.1" store="en-US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E49FC91522C54CA16AF9B1CBC3E848" ma:contentTypeVersion="11" ma:contentTypeDescription="Create a new document." ma:contentTypeScope="" ma:versionID="b964fb9d5a1105820f46755c513c3bf4">
  <xsd:schema xmlns:xsd="http://www.w3.org/2001/XMLSchema" xmlns:xs="http://www.w3.org/2001/XMLSchema" xmlns:p="http://schemas.microsoft.com/office/2006/metadata/properties" xmlns:ns2="47a4f59c-87f6-4cba-a964-cc796e029bc1" xmlns:ns3="2301aecd-65f5-4732-b2f6-446dcef82f66" targetNamespace="http://schemas.microsoft.com/office/2006/metadata/properties" ma:root="true" ma:fieldsID="e94d4f541af6e131f5fa92b5dea6a73f" ns2:_="" ns3:_="">
    <xsd:import namespace="47a4f59c-87f6-4cba-a964-cc796e029bc1"/>
    <xsd:import namespace="2301aecd-65f5-4732-b2f6-446dcef82f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a4f59c-87f6-4cba-a964-cc796e029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9bc5e91-0f40-490a-8bf4-7a094a4b00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1aecd-65f5-4732-b2f6-446dcef82f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4926928-5175-48db-b79f-d0d746c6272f}" ma:internalName="TaxCatchAll" ma:showField="CatchAllData" ma:web="2301aecd-65f5-4732-b2f6-446dcef82f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a4f59c-87f6-4cba-a964-cc796e029bc1">
      <Terms xmlns="http://schemas.microsoft.com/office/infopath/2007/PartnerControls"/>
    </lcf76f155ced4ddcb4097134ff3c332f>
    <TaxCatchAll xmlns="2301aecd-65f5-4732-b2f6-446dcef82f6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088D33-6CC7-40B2-88F0-5CC0B615D7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a4f59c-87f6-4cba-a964-cc796e029bc1"/>
    <ds:schemaRef ds:uri="2301aecd-65f5-4732-b2f6-446dcef82f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0C9FE9-5E2B-4B23-9E7A-D85D00A87A35}">
  <ds:schemaRefs>
    <ds:schemaRef ds:uri="http://schemas.microsoft.com/office/2006/metadata/properties"/>
    <ds:schemaRef ds:uri="http://schemas.microsoft.com/office/infopath/2007/PartnerControls"/>
    <ds:schemaRef ds:uri="47a4f59c-87f6-4cba-a964-cc796e029bc1"/>
    <ds:schemaRef ds:uri="2301aecd-65f5-4732-b2f6-446dcef82f66"/>
  </ds:schemaRefs>
</ds:datastoreItem>
</file>

<file path=customXml/itemProps3.xml><?xml version="1.0" encoding="utf-8"?>
<ds:datastoreItem xmlns:ds="http://schemas.openxmlformats.org/officeDocument/2006/customXml" ds:itemID="{022B3828-4FF0-44B1-94DD-9C67DDB184B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0ea2e9a-ed1c-457b-8cb8-a3ba3a87d0ba}" enabled="1" method="Privileged" siteId="{7597b9d4-4dbf-4a04-888f-21d6563b181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911</Words>
  <Application>Microsoft Office PowerPoint</Application>
  <PresentationFormat>Widescreen</PresentationFormat>
  <Paragraphs>105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Avenir Next LT Pro</vt:lpstr>
      <vt:lpstr>Avenir Next LT Pro (Body)</vt:lpstr>
      <vt:lpstr>Segoe UI</vt:lpstr>
      <vt:lpstr>Office Theme</vt:lpstr>
      <vt:lpstr>Observability Strategy Rollout</vt:lpstr>
      <vt:lpstr>Executive Summary </vt:lpstr>
      <vt:lpstr>Current State vs. Future Vision</vt:lpstr>
      <vt:lpstr>Expected Business Benefit</vt:lpstr>
      <vt:lpstr>Resource Requirements</vt:lpstr>
      <vt:lpstr>Governance &amp; Accountability</vt:lpstr>
      <vt:lpstr>THANK YOU</vt:lpstr>
      <vt:lpstr>Appendix</vt:lpstr>
      <vt:lpstr>Current State vs. Future Vision</vt:lpstr>
      <vt:lpstr>Compliance &amp; Risk Mitigation</vt:lpstr>
      <vt:lpstr>Current State vs. Future Vision</vt:lpstr>
      <vt:lpstr>Key Risks &amp; Mitigations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Thakur</dc:creator>
  <cp:lastModifiedBy>Anurag Thakur</cp:lastModifiedBy>
  <cp:revision>1</cp:revision>
  <dcterms:created xsi:type="dcterms:W3CDTF">2026-04-10T04:28:27Z</dcterms:created>
  <dcterms:modified xsi:type="dcterms:W3CDTF">2026-05-15T10:58:53Z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0x010100BCE49FC91522C54CA16AF9B1CBC3E848</vt:lpwstr>
  </property>
  <property fmtid="{D5CDD505-2E9C-101B-9397-08002B2CF9AE}" pid="3" name="MediaServiceImageTags">
    <vt:lpwstr/>
  </property>
</Properties>
</file>