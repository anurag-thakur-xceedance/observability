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2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6"/>
  </p:notesMasterIdLst>
  <p:sldIdLst>
    <p:sldId id="2147471570" r:id="rId5"/>
    <p:sldId id="257" r:id="rId6"/>
    <p:sldId id="2147471613" r:id="rId7"/>
    <p:sldId id="2147471630" r:id="rId8"/>
    <p:sldId id="270" r:id="rId9"/>
    <p:sldId id="2147471631" r:id="rId10"/>
    <p:sldId id="2147471632" r:id="rId11"/>
    <p:sldId id="2147471633" r:id="rId12"/>
    <p:sldId id="2147471634" r:id="rId13"/>
    <p:sldId id="2147471616" r:id="rId14"/>
    <p:sldId id="2147471573" r:id="rId15"/>
  </p:sldIdLst>
  <p:sldSz cx="12192000" cy="6858000"/>
  <p:notesSz cx="6858000" cy="9144000"/>
  <p:embeddedFontLst>
    <p:embeddedFont>
      <p:font typeface="Avenir Next LT Pro" panose="020B0504020202020204" pitchFamily="34" charset="0"/>
      <p:regular r:id="rId17"/>
      <p:bold r:id="rId18"/>
      <p:italic r:id="rId19"/>
      <p:boldItalic r:id="rId20"/>
    </p:embeddedFont>
    <p:embeddedFont>
      <p:font typeface="Avenir Next LT Pro Demi" panose="020B0704020202020204" pitchFamily="34" charset="0"/>
      <p:bold r:id="rId21"/>
      <p:boldItalic r:id="rId22"/>
    </p:embeddedFont>
    <p:embeddedFont>
      <p:font typeface="Segoe UI" panose="020B0502040204020203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69F4DD-49F4-4157-A31B-B22C44A5BD20}" v="73" dt="2026-05-15T10:56:42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4A7A5-02AC-4F9D-89DE-E5CE16720F29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41B234-158D-4A9B-8F82-61EA0E614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72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slide" Target="../slides/slide5.xml"/><Relationship Id="rId4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E767A-C06A-4DC5-8756-C3554C6D496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019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t>Submission Process 1 2 3 4 5 6 7 Identify Raise Draft Submit Review Record Implement Architect/engineer identifies a decision with enterprise-wide scope. Raises a Jira ticket in the MET project using the ADR template. Drafts ADR document → SharePoint: …/ADRs/Proposed/ Submits to ARB backlog at least 5 business days before the session. ARB reviews, discusses, decides: Accepted / Rejected / Deferred. Decision recorded; ADR moved to Accepted/ and teams notified. Teams implement according to the ratified decision. Outcomes: ✓ Accepted — becomes binding standard | ✗ Rejected — documented with rationale | ⏸ Deferred — returned for further work ⚑ All submissions pre-circulated 5 business days before the session — no cold reads permitted. Xceedance Enterprise Architecture | Architecture Review Board | June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E767A-C06A-4DC5-8756-C3554C6D496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158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990221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4">
            <a:extLst>
              <a:ext uri="{FF2B5EF4-FFF2-40B4-BE49-F238E27FC236}">
                <a16:creationId xmlns:a16="http://schemas.microsoft.com/office/drawing/2014/main" id="{36B990D2-E4EE-BB9B-2DEF-6A59D7D04AA6}"/>
              </a:ext>
            </a:extLst>
          </p:cNvPr>
          <p:cNvSpPr/>
          <p:nvPr userDrawn="1"/>
        </p:nvSpPr>
        <p:spPr>
          <a:xfrm flipH="1">
            <a:off x="3124200" y="152400"/>
            <a:ext cx="8237496" cy="6705599"/>
          </a:xfrm>
          <a:prstGeom prst="triangle">
            <a:avLst>
              <a:gd name="adj" fmla="val 5063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en-US"/>
            </a:pPr>
            <a:endParaRPr lang="en-US" sz="16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7B627E-EFC1-C2EB-FE7C-B21FE721E11C}"/>
              </a:ext>
            </a:extLst>
          </p:cNvPr>
          <p:cNvCxnSpPr/>
          <p:nvPr userDrawn="1"/>
        </p:nvCxnSpPr>
        <p:spPr>
          <a:xfrm>
            <a:off x="694764" y="4380526"/>
            <a:ext cx="1052052" cy="0"/>
          </a:xfrm>
          <a:prstGeom prst="line">
            <a:avLst/>
          </a:prstGeom>
          <a:ln w="38100">
            <a:solidFill>
              <a:srgbClr val="FFB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4">
            <a:extLst>
              <a:ext uri="{FF2B5EF4-FFF2-40B4-BE49-F238E27FC236}">
                <a16:creationId xmlns:a16="http://schemas.microsoft.com/office/drawing/2014/main" id="{9D4F93FC-94CA-2406-3DA9-3863B772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99144"/>
            <a:ext cx="4026508" cy="1041971"/>
          </a:xfrm>
        </p:spPr>
        <p:txBody>
          <a:bodyPr>
            <a:normAutofit/>
          </a:bodyPr>
          <a:lstStyle>
            <a:lvl1pPr algn="l">
              <a:defRPr sz="3200" b="0">
                <a:latin typeface="+mj-lt"/>
              </a:defRPr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C3E69FE-C933-70FA-E6A3-B770EB45D6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61417" y="1172090"/>
            <a:ext cx="8650274" cy="5685911"/>
          </a:xfrm>
          <a:custGeom>
            <a:avLst/>
            <a:gdLst>
              <a:gd name="connsiteX0" fmla="*/ 0 w 7894581"/>
              <a:gd name="connsiteY0" fmla="*/ 0 h 5184807"/>
              <a:gd name="connsiteX1" fmla="*/ 7894581 w 7894581"/>
              <a:gd name="connsiteY1" fmla="*/ 795291 h 5184807"/>
              <a:gd name="connsiteX2" fmla="*/ 7580169 w 7894581"/>
              <a:gd name="connsiteY2" fmla="*/ 5184807 h 5184807"/>
              <a:gd name="connsiteX3" fmla="*/ 1401698 w 7894581"/>
              <a:gd name="connsiteY3" fmla="*/ 5184807 h 5184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94580" h="5184807">
                <a:moveTo>
                  <a:pt x="0" y="0"/>
                </a:moveTo>
                <a:lnTo>
                  <a:pt x="7894581" y="795291"/>
                </a:lnTo>
                <a:lnTo>
                  <a:pt x="7580169" y="5184807"/>
                </a:lnTo>
                <a:lnTo>
                  <a:pt x="1401698" y="518480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>
              <a:defRPr lang="en-US"/>
            </a:pPr>
            <a:r>
              <a:rPr lang="en-US"/>
              <a:t>Click icon to add picture</a:t>
            </a:r>
            <a:endParaRPr lang="en-IN"/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5EE6007D-A334-CC52-B590-8C1163D14F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4647069"/>
            <a:ext cx="3733800" cy="56832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>
              <a:defRPr lang="en-US"/>
            </a:pPr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D77CF2-EBEB-6615-6579-CB16B310D4AC}"/>
              </a:ext>
            </a:extLst>
          </p:cNvPr>
          <p:cNvGrpSpPr/>
          <p:nvPr userDrawn="1"/>
        </p:nvGrpSpPr>
        <p:grpSpPr>
          <a:xfrm>
            <a:off x="694764" y="698727"/>
            <a:ext cx="1621524" cy="1000004"/>
            <a:chOff x="609599" y="698727"/>
            <a:chExt cx="1621524" cy="1000004"/>
          </a:xfrm>
        </p:grpSpPr>
        <p:grpSp>
          <p:nvGrpSpPr>
            <p:cNvPr id="44" name="Graphic 2">
              <a:extLst>
                <a:ext uri="{FF2B5EF4-FFF2-40B4-BE49-F238E27FC236}">
                  <a16:creationId xmlns:a16="http://schemas.microsoft.com/office/drawing/2014/main" id="{198F1E10-670E-9AA2-B017-A1FBD6F05AC7}"/>
                </a:ext>
              </a:extLst>
            </p:cNvPr>
            <p:cNvGrpSpPr/>
            <p:nvPr/>
          </p:nvGrpSpPr>
          <p:grpSpPr>
            <a:xfrm>
              <a:off x="609599" y="1457807"/>
              <a:ext cx="1621524" cy="240924"/>
              <a:chOff x="643099" y="1383073"/>
              <a:chExt cx="1515530" cy="225177"/>
            </a:xfrm>
            <a:solidFill>
              <a:srgbClr val="FFFFFF"/>
            </a:solidFill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6511227-B55E-1598-3845-065579101896}"/>
                  </a:ext>
                </a:extLst>
              </p:cNvPr>
              <p:cNvSpPr/>
              <p:nvPr/>
            </p:nvSpPr>
            <p:spPr>
              <a:xfrm>
                <a:off x="643099" y="1447410"/>
                <a:ext cx="145170" cy="158638"/>
              </a:xfrm>
              <a:custGeom>
                <a:avLst/>
                <a:gdLst>
                  <a:gd name="connsiteX0" fmla="*/ 537 w 145170"/>
                  <a:gd name="connsiteY0" fmla="*/ 154672 h 158638"/>
                  <a:gd name="connsiteX1" fmla="*/ 57823 w 145170"/>
                  <a:gd name="connsiteY1" fmla="*/ 78438 h 158638"/>
                  <a:gd name="connsiteX2" fmla="*/ 57823 w 145170"/>
                  <a:gd name="connsiteY2" fmla="*/ 75353 h 158638"/>
                  <a:gd name="connsiteX3" fmla="*/ 4503 w 145170"/>
                  <a:gd name="connsiteY3" fmla="*/ 3966 h 158638"/>
                  <a:gd name="connsiteX4" fmla="*/ 6266 w 145170"/>
                  <a:gd name="connsiteY4" fmla="*/ 0 h 158638"/>
                  <a:gd name="connsiteX5" fmla="*/ 30502 w 145170"/>
                  <a:gd name="connsiteY5" fmla="*/ 0 h 158638"/>
                  <a:gd name="connsiteX6" fmla="*/ 32705 w 145170"/>
                  <a:gd name="connsiteY6" fmla="*/ 881 h 158638"/>
                  <a:gd name="connsiteX7" fmla="*/ 70602 w 145170"/>
                  <a:gd name="connsiteY7" fmla="*/ 56845 h 158638"/>
                  <a:gd name="connsiteX8" fmla="*/ 74568 w 145170"/>
                  <a:gd name="connsiteY8" fmla="*/ 56845 h 158638"/>
                  <a:gd name="connsiteX9" fmla="*/ 112465 w 145170"/>
                  <a:gd name="connsiteY9" fmla="*/ 881 h 158638"/>
                  <a:gd name="connsiteX10" fmla="*/ 114668 w 145170"/>
                  <a:gd name="connsiteY10" fmla="*/ 0 h 158638"/>
                  <a:gd name="connsiteX11" fmla="*/ 138905 w 145170"/>
                  <a:gd name="connsiteY11" fmla="*/ 0 h 158638"/>
                  <a:gd name="connsiteX12" fmla="*/ 140667 w 145170"/>
                  <a:gd name="connsiteY12" fmla="*/ 3966 h 158638"/>
                  <a:gd name="connsiteX13" fmla="*/ 87347 w 145170"/>
                  <a:gd name="connsiteY13" fmla="*/ 75353 h 158638"/>
                  <a:gd name="connsiteX14" fmla="*/ 87347 w 145170"/>
                  <a:gd name="connsiteY14" fmla="*/ 78438 h 158638"/>
                  <a:gd name="connsiteX15" fmla="*/ 144633 w 145170"/>
                  <a:gd name="connsiteY15" fmla="*/ 154672 h 158638"/>
                  <a:gd name="connsiteX16" fmla="*/ 142871 w 145170"/>
                  <a:gd name="connsiteY16" fmla="*/ 158638 h 158638"/>
                  <a:gd name="connsiteX17" fmla="*/ 118634 w 145170"/>
                  <a:gd name="connsiteY17" fmla="*/ 158638 h 158638"/>
                  <a:gd name="connsiteX18" fmla="*/ 116431 w 145170"/>
                  <a:gd name="connsiteY18" fmla="*/ 157757 h 158638"/>
                  <a:gd name="connsiteX19" fmla="*/ 74568 w 145170"/>
                  <a:gd name="connsiteY19" fmla="*/ 96945 h 158638"/>
                  <a:gd name="connsiteX20" fmla="*/ 70602 w 145170"/>
                  <a:gd name="connsiteY20" fmla="*/ 96945 h 158638"/>
                  <a:gd name="connsiteX21" fmla="*/ 28299 w 145170"/>
                  <a:gd name="connsiteY21" fmla="*/ 157757 h 158638"/>
                  <a:gd name="connsiteX22" fmla="*/ 26095 w 145170"/>
                  <a:gd name="connsiteY22" fmla="*/ 158638 h 158638"/>
                  <a:gd name="connsiteX23" fmla="*/ 2300 w 145170"/>
                  <a:gd name="connsiteY23" fmla="*/ 158638 h 158638"/>
                  <a:gd name="connsiteX24" fmla="*/ 537 w 145170"/>
                  <a:gd name="connsiteY24" fmla="*/ 154672 h 158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5170" h="158638">
                    <a:moveTo>
                      <a:pt x="537" y="154672"/>
                    </a:moveTo>
                    <a:lnTo>
                      <a:pt x="57823" y="78438"/>
                    </a:lnTo>
                    <a:cubicBezTo>
                      <a:pt x="58264" y="77556"/>
                      <a:pt x="58264" y="76234"/>
                      <a:pt x="57823" y="75353"/>
                    </a:cubicBezTo>
                    <a:lnTo>
                      <a:pt x="4503" y="3966"/>
                    </a:lnTo>
                    <a:cubicBezTo>
                      <a:pt x="3181" y="2203"/>
                      <a:pt x="4503" y="0"/>
                      <a:pt x="6266" y="0"/>
                    </a:cubicBezTo>
                    <a:lnTo>
                      <a:pt x="30502" y="0"/>
                    </a:lnTo>
                    <a:cubicBezTo>
                      <a:pt x="31383" y="0"/>
                      <a:pt x="32265" y="441"/>
                      <a:pt x="32705" y="881"/>
                    </a:cubicBezTo>
                    <a:lnTo>
                      <a:pt x="70602" y="56845"/>
                    </a:lnTo>
                    <a:cubicBezTo>
                      <a:pt x="71484" y="58167"/>
                      <a:pt x="73687" y="58167"/>
                      <a:pt x="74568" y="56845"/>
                    </a:cubicBezTo>
                    <a:lnTo>
                      <a:pt x="112465" y="881"/>
                    </a:lnTo>
                    <a:cubicBezTo>
                      <a:pt x="112906" y="0"/>
                      <a:pt x="113787" y="0"/>
                      <a:pt x="114668" y="0"/>
                    </a:cubicBezTo>
                    <a:lnTo>
                      <a:pt x="138905" y="0"/>
                    </a:lnTo>
                    <a:cubicBezTo>
                      <a:pt x="141108" y="0"/>
                      <a:pt x="141989" y="2203"/>
                      <a:pt x="140667" y="3966"/>
                    </a:cubicBezTo>
                    <a:lnTo>
                      <a:pt x="87347" y="75353"/>
                    </a:lnTo>
                    <a:cubicBezTo>
                      <a:pt x="86907" y="76234"/>
                      <a:pt x="86907" y="77556"/>
                      <a:pt x="87347" y="78438"/>
                    </a:cubicBezTo>
                    <a:lnTo>
                      <a:pt x="144633" y="154672"/>
                    </a:lnTo>
                    <a:cubicBezTo>
                      <a:pt x="145955" y="156435"/>
                      <a:pt x="144633" y="158638"/>
                      <a:pt x="142871" y="158638"/>
                    </a:cubicBezTo>
                    <a:lnTo>
                      <a:pt x="118634" y="158638"/>
                    </a:lnTo>
                    <a:cubicBezTo>
                      <a:pt x="117753" y="158638"/>
                      <a:pt x="116872" y="158197"/>
                      <a:pt x="116431" y="157757"/>
                    </a:cubicBezTo>
                    <a:lnTo>
                      <a:pt x="74568" y="96945"/>
                    </a:lnTo>
                    <a:cubicBezTo>
                      <a:pt x="73687" y="95624"/>
                      <a:pt x="71484" y="95624"/>
                      <a:pt x="70602" y="96945"/>
                    </a:cubicBezTo>
                    <a:lnTo>
                      <a:pt x="28299" y="157757"/>
                    </a:lnTo>
                    <a:cubicBezTo>
                      <a:pt x="27858" y="158197"/>
                      <a:pt x="26977" y="158638"/>
                      <a:pt x="26095" y="158638"/>
                    </a:cubicBezTo>
                    <a:lnTo>
                      <a:pt x="2300" y="158638"/>
                    </a:lnTo>
                    <a:cubicBezTo>
                      <a:pt x="537" y="158638"/>
                      <a:pt x="-785" y="155994"/>
                      <a:pt x="537" y="154672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A83DC3E-40E5-94DB-4A73-B129EA4550E7}"/>
                  </a:ext>
                </a:extLst>
              </p:cNvPr>
              <p:cNvSpPr/>
              <p:nvPr/>
            </p:nvSpPr>
            <p:spPr>
              <a:xfrm>
                <a:off x="786851" y="1444325"/>
                <a:ext cx="151868" cy="163926"/>
              </a:xfrm>
              <a:custGeom>
                <a:avLst/>
                <a:gdLst>
                  <a:gd name="connsiteX0" fmla="*/ 77997 w 151868"/>
                  <a:gd name="connsiteY0" fmla="*/ 163926 h 163926"/>
                  <a:gd name="connsiteX1" fmla="*/ 36575 w 151868"/>
                  <a:gd name="connsiteY1" fmla="*/ 152910 h 163926"/>
                  <a:gd name="connsiteX2" fmla="*/ 9695 w 151868"/>
                  <a:gd name="connsiteY2" fmla="*/ 123385 h 163926"/>
                  <a:gd name="connsiteX3" fmla="*/ 0 w 151868"/>
                  <a:gd name="connsiteY3" fmla="*/ 81963 h 163926"/>
                  <a:gd name="connsiteX4" fmla="*/ 9695 w 151868"/>
                  <a:gd name="connsiteY4" fmla="*/ 40541 h 163926"/>
                  <a:gd name="connsiteX5" fmla="*/ 36575 w 151868"/>
                  <a:gd name="connsiteY5" fmla="*/ 11017 h 163926"/>
                  <a:gd name="connsiteX6" fmla="*/ 77997 w 151868"/>
                  <a:gd name="connsiteY6" fmla="*/ 0 h 163926"/>
                  <a:gd name="connsiteX7" fmla="*/ 126029 w 151868"/>
                  <a:gd name="connsiteY7" fmla="*/ 14542 h 163926"/>
                  <a:gd name="connsiteX8" fmla="*/ 151588 w 151868"/>
                  <a:gd name="connsiteY8" fmla="*/ 48913 h 163926"/>
                  <a:gd name="connsiteX9" fmla="*/ 149384 w 151868"/>
                  <a:gd name="connsiteY9" fmla="*/ 51998 h 163926"/>
                  <a:gd name="connsiteX10" fmla="*/ 128673 w 151868"/>
                  <a:gd name="connsiteY10" fmla="*/ 51998 h 163926"/>
                  <a:gd name="connsiteX11" fmla="*/ 126470 w 151868"/>
                  <a:gd name="connsiteY11" fmla="*/ 50676 h 163926"/>
                  <a:gd name="connsiteX12" fmla="*/ 109725 w 151868"/>
                  <a:gd name="connsiteY12" fmla="*/ 29965 h 163926"/>
                  <a:gd name="connsiteX13" fmla="*/ 81082 w 151868"/>
                  <a:gd name="connsiteY13" fmla="*/ 21593 h 163926"/>
                  <a:gd name="connsiteX14" fmla="*/ 50676 w 151868"/>
                  <a:gd name="connsiteY14" fmla="*/ 29965 h 163926"/>
                  <a:gd name="connsiteX15" fmla="*/ 30846 w 151868"/>
                  <a:gd name="connsiteY15" fmla="*/ 51998 h 163926"/>
                  <a:gd name="connsiteX16" fmla="*/ 23796 w 151868"/>
                  <a:gd name="connsiteY16" fmla="*/ 81963 h 163926"/>
                  <a:gd name="connsiteX17" fmla="*/ 30846 w 151868"/>
                  <a:gd name="connsiteY17" fmla="*/ 111928 h 163926"/>
                  <a:gd name="connsiteX18" fmla="*/ 50676 w 151868"/>
                  <a:gd name="connsiteY18" fmla="*/ 133961 h 163926"/>
                  <a:gd name="connsiteX19" fmla="*/ 81082 w 151868"/>
                  <a:gd name="connsiteY19" fmla="*/ 142334 h 163926"/>
                  <a:gd name="connsiteX20" fmla="*/ 109725 w 151868"/>
                  <a:gd name="connsiteY20" fmla="*/ 133961 h 163926"/>
                  <a:gd name="connsiteX21" fmla="*/ 126470 w 151868"/>
                  <a:gd name="connsiteY21" fmla="*/ 113250 h 163926"/>
                  <a:gd name="connsiteX22" fmla="*/ 128673 w 151868"/>
                  <a:gd name="connsiteY22" fmla="*/ 111928 h 163926"/>
                  <a:gd name="connsiteX23" fmla="*/ 149384 w 151868"/>
                  <a:gd name="connsiteY23" fmla="*/ 111928 h 163926"/>
                  <a:gd name="connsiteX24" fmla="*/ 151588 w 151868"/>
                  <a:gd name="connsiteY24" fmla="*/ 115013 h 163926"/>
                  <a:gd name="connsiteX25" fmla="*/ 126029 w 151868"/>
                  <a:gd name="connsiteY25" fmla="*/ 149384 h 163926"/>
                  <a:gd name="connsiteX26" fmla="*/ 77997 w 151868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8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5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8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5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5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4" y="121182"/>
                      <a:pt x="42303" y="128673"/>
                      <a:pt x="50676" y="133961"/>
                    </a:cubicBezTo>
                    <a:cubicBezTo>
                      <a:pt x="59489" y="139249"/>
                      <a:pt x="69625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5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8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50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C80FB50-A88D-0B19-4A03-7F71941759B5}"/>
                  </a:ext>
                </a:extLst>
              </p:cNvPr>
              <p:cNvSpPr/>
              <p:nvPr/>
            </p:nvSpPr>
            <p:spPr>
              <a:xfrm>
                <a:off x="953862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5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6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5013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88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1F3CFEBC-84E2-1965-6DF3-3096B47D80ED}"/>
                  </a:ext>
                </a:extLst>
              </p:cNvPr>
              <p:cNvSpPr/>
              <p:nvPr/>
            </p:nvSpPr>
            <p:spPr>
              <a:xfrm>
                <a:off x="1130567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4337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290FEB7-1A05-BFE1-4F33-F862991B473C}"/>
                  </a:ext>
                </a:extLst>
              </p:cNvPr>
              <p:cNvSpPr/>
              <p:nvPr/>
            </p:nvSpPr>
            <p:spPr>
              <a:xfrm>
                <a:off x="1307272" y="1383073"/>
                <a:ext cx="158197" cy="225177"/>
              </a:xfrm>
              <a:custGeom>
                <a:avLst/>
                <a:gdLst>
                  <a:gd name="connsiteX0" fmla="*/ 77116 w 158197"/>
                  <a:gd name="connsiteY0" fmla="*/ 225178 h 225177"/>
                  <a:gd name="connsiteX1" fmla="*/ 36575 w 158197"/>
                  <a:gd name="connsiteY1" fmla="*/ 214161 h 225177"/>
                  <a:gd name="connsiteX2" fmla="*/ 9695 w 158197"/>
                  <a:gd name="connsiteY2" fmla="*/ 184637 h 225177"/>
                  <a:gd name="connsiteX3" fmla="*/ 0 w 158197"/>
                  <a:gd name="connsiteY3" fmla="*/ 143215 h 225177"/>
                  <a:gd name="connsiteX4" fmla="*/ 9695 w 158197"/>
                  <a:gd name="connsiteY4" fmla="*/ 101793 h 225177"/>
                  <a:gd name="connsiteX5" fmla="*/ 36575 w 158197"/>
                  <a:gd name="connsiteY5" fmla="*/ 72268 h 225177"/>
                  <a:gd name="connsiteX6" fmla="*/ 77116 w 158197"/>
                  <a:gd name="connsiteY6" fmla="*/ 61252 h 225177"/>
                  <a:gd name="connsiteX7" fmla="*/ 111047 w 158197"/>
                  <a:gd name="connsiteY7" fmla="*/ 68743 h 225177"/>
                  <a:gd name="connsiteX8" fmla="*/ 129554 w 158197"/>
                  <a:gd name="connsiteY8" fmla="*/ 83726 h 225177"/>
                  <a:gd name="connsiteX9" fmla="*/ 133961 w 158197"/>
                  <a:gd name="connsiteY9" fmla="*/ 81963 h 225177"/>
                  <a:gd name="connsiteX10" fmla="*/ 133961 w 158197"/>
                  <a:gd name="connsiteY10" fmla="*/ 2644 h 225177"/>
                  <a:gd name="connsiteX11" fmla="*/ 136605 w 158197"/>
                  <a:gd name="connsiteY11" fmla="*/ 0 h 225177"/>
                  <a:gd name="connsiteX12" fmla="*/ 155553 w 158197"/>
                  <a:gd name="connsiteY12" fmla="*/ 0 h 225177"/>
                  <a:gd name="connsiteX13" fmla="*/ 158197 w 158197"/>
                  <a:gd name="connsiteY13" fmla="*/ 2644 h 225177"/>
                  <a:gd name="connsiteX14" fmla="*/ 158197 w 158197"/>
                  <a:gd name="connsiteY14" fmla="*/ 219449 h 225177"/>
                  <a:gd name="connsiteX15" fmla="*/ 155553 w 158197"/>
                  <a:gd name="connsiteY15" fmla="*/ 222093 h 225177"/>
                  <a:gd name="connsiteX16" fmla="*/ 136605 w 158197"/>
                  <a:gd name="connsiteY16" fmla="*/ 222093 h 225177"/>
                  <a:gd name="connsiteX17" fmla="*/ 133961 w 158197"/>
                  <a:gd name="connsiteY17" fmla="*/ 219449 h 225177"/>
                  <a:gd name="connsiteX18" fmla="*/ 133961 w 158197"/>
                  <a:gd name="connsiteY18" fmla="*/ 203586 h 225177"/>
                  <a:gd name="connsiteX19" fmla="*/ 129554 w 158197"/>
                  <a:gd name="connsiteY19" fmla="*/ 201823 h 225177"/>
                  <a:gd name="connsiteX20" fmla="*/ 111047 w 158197"/>
                  <a:gd name="connsiteY20" fmla="*/ 216805 h 225177"/>
                  <a:gd name="connsiteX21" fmla="*/ 77116 w 158197"/>
                  <a:gd name="connsiteY21" fmla="*/ 225178 h 225177"/>
                  <a:gd name="connsiteX22" fmla="*/ 80200 w 158197"/>
                  <a:gd name="connsiteY22" fmla="*/ 204026 h 225177"/>
                  <a:gd name="connsiteX23" fmla="*/ 110165 w 158197"/>
                  <a:gd name="connsiteY23" fmla="*/ 195654 h 225177"/>
                  <a:gd name="connsiteX24" fmla="*/ 128673 w 158197"/>
                  <a:gd name="connsiteY24" fmla="*/ 173621 h 225177"/>
                  <a:gd name="connsiteX25" fmla="*/ 134842 w 158197"/>
                  <a:gd name="connsiteY25" fmla="*/ 143656 h 225177"/>
                  <a:gd name="connsiteX26" fmla="*/ 128673 w 158197"/>
                  <a:gd name="connsiteY26" fmla="*/ 113691 h 225177"/>
                  <a:gd name="connsiteX27" fmla="*/ 110165 w 158197"/>
                  <a:gd name="connsiteY27" fmla="*/ 91658 h 225177"/>
                  <a:gd name="connsiteX28" fmla="*/ 80200 w 158197"/>
                  <a:gd name="connsiteY28" fmla="*/ 83285 h 225177"/>
                  <a:gd name="connsiteX29" fmla="*/ 50235 w 158197"/>
                  <a:gd name="connsiteY29" fmla="*/ 91658 h 225177"/>
                  <a:gd name="connsiteX30" fmla="*/ 30846 w 158197"/>
                  <a:gd name="connsiteY30" fmla="*/ 113691 h 225177"/>
                  <a:gd name="connsiteX31" fmla="*/ 24236 w 158197"/>
                  <a:gd name="connsiteY31" fmla="*/ 143656 h 225177"/>
                  <a:gd name="connsiteX32" fmla="*/ 30846 w 158197"/>
                  <a:gd name="connsiteY32" fmla="*/ 173621 h 225177"/>
                  <a:gd name="connsiteX33" fmla="*/ 50235 w 158197"/>
                  <a:gd name="connsiteY33" fmla="*/ 195654 h 225177"/>
                  <a:gd name="connsiteX34" fmla="*/ 80200 w 158197"/>
                  <a:gd name="connsiteY34" fmla="*/ 204026 h 22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225177">
                    <a:moveTo>
                      <a:pt x="77116" y="225178"/>
                    </a:moveTo>
                    <a:cubicBezTo>
                      <a:pt x="61693" y="225178"/>
                      <a:pt x="48032" y="221653"/>
                      <a:pt x="36575" y="214161"/>
                    </a:cubicBezTo>
                    <a:cubicBezTo>
                      <a:pt x="25118" y="206670"/>
                      <a:pt x="16304" y="196976"/>
                      <a:pt x="9695" y="184637"/>
                    </a:cubicBezTo>
                    <a:cubicBezTo>
                      <a:pt x="3525" y="172299"/>
                      <a:pt x="0" y="158638"/>
                      <a:pt x="0" y="143215"/>
                    </a:cubicBezTo>
                    <a:cubicBezTo>
                      <a:pt x="0" y="127792"/>
                      <a:pt x="3085" y="114131"/>
                      <a:pt x="9695" y="101793"/>
                    </a:cubicBezTo>
                    <a:cubicBezTo>
                      <a:pt x="15864" y="89454"/>
                      <a:pt x="25118" y="79760"/>
                      <a:pt x="36575" y="72268"/>
                    </a:cubicBezTo>
                    <a:cubicBezTo>
                      <a:pt x="48032" y="64777"/>
                      <a:pt x="61693" y="61252"/>
                      <a:pt x="77116" y="61252"/>
                    </a:cubicBezTo>
                    <a:cubicBezTo>
                      <a:pt x="90336" y="61252"/>
                      <a:pt x="101352" y="63896"/>
                      <a:pt x="111047" y="68743"/>
                    </a:cubicBezTo>
                    <a:cubicBezTo>
                      <a:pt x="118097" y="72709"/>
                      <a:pt x="124707" y="77556"/>
                      <a:pt x="129554" y="83726"/>
                    </a:cubicBezTo>
                    <a:cubicBezTo>
                      <a:pt x="130876" y="85488"/>
                      <a:pt x="133961" y="84607"/>
                      <a:pt x="133961" y="81963"/>
                    </a:cubicBezTo>
                    <a:lnTo>
                      <a:pt x="133961" y="2644"/>
                    </a:lnTo>
                    <a:cubicBezTo>
                      <a:pt x="133961" y="1322"/>
                      <a:pt x="134842" y="0"/>
                      <a:pt x="136605" y="0"/>
                    </a:cubicBezTo>
                    <a:lnTo>
                      <a:pt x="155553" y="0"/>
                    </a:lnTo>
                    <a:cubicBezTo>
                      <a:pt x="156875" y="0"/>
                      <a:pt x="158197" y="881"/>
                      <a:pt x="158197" y="2644"/>
                    </a:cubicBezTo>
                    <a:lnTo>
                      <a:pt x="158197" y="219449"/>
                    </a:lnTo>
                    <a:cubicBezTo>
                      <a:pt x="158197" y="220771"/>
                      <a:pt x="157316" y="222093"/>
                      <a:pt x="155553" y="222093"/>
                    </a:cubicBezTo>
                    <a:lnTo>
                      <a:pt x="136605" y="222093"/>
                    </a:lnTo>
                    <a:cubicBezTo>
                      <a:pt x="135283" y="222093"/>
                      <a:pt x="133961" y="221212"/>
                      <a:pt x="133961" y="219449"/>
                    </a:cubicBezTo>
                    <a:lnTo>
                      <a:pt x="133961" y="203586"/>
                    </a:lnTo>
                    <a:cubicBezTo>
                      <a:pt x="133961" y="201382"/>
                      <a:pt x="131317" y="200501"/>
                      <a:pt x="129554" y="201823"/>
                    </a:cubicBezTo>
                    <a:cubicBezTo>
                      <a:pt x="124266" y="207992"/>
                      <a:pt x="118097" y="212840"/>
                      <a:pt x="111047" y="216805"/>
                    </a:cubicBezTo>
                    <a:cubicBezTo>
                      <a:pt x="101352" y="222975"/>
                      <a:pt x="89895" y="225178"/>
                      <a:pt x="77116" y="225178"/>
                    </a:cubicBezTo>
                    <a:close/>
                    <a:moveTo>
                      <a:pt x="80200" y="204026"/>
                    </a:moveTo>
                    <a:cubicBezTo>
                      <a:pt x="92098" y="204026"/>
                      <a:pt x="102233" y="201382"/>
                      <a:pt x="110165" y="195654"/>
                    </a:cubicBezTo>
                    <a:cubicBezTo>
                      <a:pt x="118097" y="190366"/>
                      <a:pt x="124266" y="182874"/>
                      <a:pt x="128673" y="173621"/>
                    </a:cubicBezTo>
                    <a:cubicBezTo>
                      <a:pt x="133080" y="164367"/>
                      <a:pt x="134842" y="154231"/>
                      <a:pt x="134842" y="143656"/>
                    </a:cubicBezTo>
                    <a:cubicBezTo>
                      <a:pt x="134842" y="132639"/>
                      <a:pt x="132639" y="122504"/>
                      <a:pt x="128673" y="113691"/>
                    </a:cubicBezTo>
                    <a:cubicBezTo>
                      <a:pt x="124266" y="104437"/>
                      <a:pt x="118097" y="97386"/>
                      <a:pt x="110165" y="91658"/>
                    </a:cubicBezTo>
                    <a:cubicBezTo>
                      <a:pt x="102233" y="86370"/>
                      <a:pt x="92098" y="83285"/>
                      <a:pt x="80200" y="83285"/>
                    </a:cubicBezTo>
                    <a:cubicBezTo>
                      <a:pt x="68743" y="83285"/>
                      <a:pt x="58608" y="85929"/>
                      <a:pt x="50235" y="91658"/>
                    </a:cubicBezTo>
                    <a:cubicBezTo>
                      <a:pt x="41863" y="96945"/>
                      <a:pt x="35253" y="104437"/>
                      <a:pt x="30846" y="113691"/>
                    </a:cubicBezTo>
                    <a:cubicBezTo>
                      <a:pt x="26440" y="122944"/>
                      <a:pt x="24236" y="132639"/>
                      <a:pt x="24236" y="143656"/>
                    </a:cubicBezTo>
                    <a:cubicBezTo>
                      <a:pt x="24236" y="154231"/>
                      <a:pt x="26440" y="164367"/>
                      <a:pt x="30846" y="173621"/>
                    </a:cubicBezTo>
                    <a:cubicBezTo>
                      <a:pt x="35253" y="182874"/>
                      <a:pt x="41863" y="190366"/>
                      <a:pt x="50235" y="195654"/>
                    </a:cubicBezTo>
                    <a:cubicBezTo>
                      <a:pt x="58608" y="200942"/>
                      <a:pt x="68303" y="204026"/>
                      <a:pt x="80200" y="2040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4AF401F-9A9E-BAA0-BC16-DED2EDDA6638}"/>
                  </a:ext>
                </a:extLst>
              </p:cNvPr>
              <p:cNvSpPr/>
              <p:nvPr/>
            </p:nvSpPr>
            <p:spPr>
              <a:xfrm>
                <a:off x="1487943" y="1444325"/>
                <a:ext cx="158197" cy="163926"/>
              </a:xfrm>
              <a:custGeom>
                <a:avLst/>
                <a:gdLst>
                  <a:gd name="connsiteX0" fmla="*/ 77116 w 158197"/>
                  <a:gd name="connsiteY0" fmla="*/ 163926 h 163926"/>
                  <a:gd name="connsiteX1" fmla="*/ 36575 w 158197"/>
                  <a:gd name="connsiteY1" fmla="*/ 152910 h 163926"/>
                  <a:gd name="connsiteX2" fmla="*/ 9695 w 158197"/>
                  <a:gd name="connsiteY2" fmla="*/ 123385 h 163926"/>
                  <a:gd name="connsiteX3" fmla="*/ 0 w 158197"/>
                  <a:gd name="connsiteY3" fmla="*/ 81963 h 163926"/>
                  <a:gd name="connsiteX4" fmla="*/ 9695 w 158197"/>
                  <a:gd name="connsiteY4" fmla="*/ 40541 h 163926"/>
                  <a:gd name="connsiteX5" fmla="*/ 36575 w 158197"/>
                  <a:gd name="connsiteY5" fmla="*/ 11017 h 163926"/>
                  <a:gd name="connsiteX6" fmla="*/ 77116 w 158197"/>
                  <a:gd name="connsiteY6" fmla="*/ 0 h 163926"/>
                  <a:gd name="connsiteX7" fmla="*/ 111047 w 158197"/>
                  <a:gd name="connsiteY7" fmla="*/ 7491 h 163926"/>
                  <a:gd name="connsiteX8" fmla="*/ 129554 w 158197"/>
                  <a:gd name="connsiteY8" fmla="*/ 22474 h 163926"/>
                  <a:gd name="connsiteX9" fmla="*/ 133961 w 158197"/>
                  <a:gd name="connsiteY9" fmla="*/ 20711 h 163926"/>
                  <a:gd name="connsiteX10" fmla="*/ 133961 w 158197"/>
                  <a:gd name="connsiteY10" fmla="*/ 4847 h 163926"/>
                  <a:gd name="connsiteX11" fmla="*/ 136605 w 158197"/>
                  <a:gd name="connsiteY11" fmla="*/ 2203 h 163926"/>
                  <a:gd name="connsiteX12" fmla="*/ 155553 w 158197"/>
                  <a:gd name="connsiteY12" fmla="*/ 2203 h 163926"/>
                  <a:gd name="connsiteX13" fmla="*/ 158197 w 158197"/>
                  <a:gd name="connsiteY13" fmla="*/ 4847 h 163926"/>
                  <a:gd name="connsiteX14" fmla="*/ 158197 w 158197"/>
                  <a:gd name="connsiteY14" fmla="*/ 158198 h 163926"/>
                  <a:gd name="connsiteX15" fmla="*/ 155553 w 158197"/>
                  <a:gd name="connsiteY15" fmla="*/ 160841 h 163926"/>
                  <a:gd name="connsiteX16" fmla="*/ 136605 w 158197"/>
                  <a:gd name="connsiteY16" fmla="*/ 160841 h 163926"/>
                  <a:gd name="connsiteX17" fmla="*/ 133961 w 158197"/>
                  <a:gd name="connsiteY17" fmla="*/ 158198 h 163926"/>
                  <a:gd name="connsiteX18" fmla="*/ 133961 w 158197"/>
                  <a:gd name="connsiteY18" fmla="*/ 142334 h 163926"/>
                  <a:gd name="connsiteX19" fmla="*/ 129554 w 158197"/>
                  <a:gd name="connsiteY19" fmla="*/ 140571 h 163926"/>
                  <a:gd name="connsiteX20" fmla="*/ 111047 w 158197"/>
                  <a:gd name="connsiteY20" fmla="*/ 155554 h 163926"/>
                  <a:gd name="connsiteX21" fmla="*/ 77116 w 158197"/>
                  <a:gd name="connsiteY21" fmla="*/ 163926 h 163926"/>
                  <a:gd name="connsiteX22" fmla="*/ 80200 w 158197"/>
                  <a:gd name="connsiteY22" fmla="*/ 142774 h 163926"/>
                  <a:gd name="connsiteX23" fmla="*/ 110165 w 158197"/>
                  <a:gd name="connsiteY23" fmla="*/ 134402 h 163926"/>
                  <a:gd name="connsiteX24" fmla="*/ 128673 w 158197"/>
                  <a:gd name="connsiteY24" fmla="*/ 112369 h 163926"/>
                  <a:gd name="connsiteX25" fmla="*/ 134842 w 158197"/>
                  <a:gd name="connsiteY25" fmla="*/ 82404 h 163926"/>
                  <a:gd name="connsiteX26" fmla="*/ 128673 w 158197"/>
                  <a:gd name="connsiteY26" fmla="*/ 52439 h 163926"/>
                  <a:gd name="connsiteX27" fmla="*/ 110165 w 158197"/>
                  <a:gd name="connsiteY27" fmla="*/ 30406 h 163926"/>
                  <a:gd name="connsiteX28" fmla="*/ 80200 w 158197"/>
                  <a:gd name="connsiteY28" fmla="*/ 22033 h 163926"/>
                  <a:gd name="connsiteX29" fmla="*/ 50235 w 158197"/>
                  <a:gd name="connsiteY29" fmla="*/ 30406 h 163926"/>
                  <a:gd name="connsiteX30" fmla="*/ 30846 w 158197"/>
                  <a:gd name="connsiteY30" fmla="*/ 52439 h 163926"/>
                  <a:gd name="connsiteX31" fmla="*/ 24236 w 158197"/>
                  <a:gd name="connsiteY31" fmla="*/ 82404 h 163926"/>
                  <a:gd name="connsiteX32" fmla="*/ 30846 w 158197"/>
                  <a:gd name="connsiteY32" fmla="*/ 112369 h 163926"/>
                  <a:gd name="connsiteX33" fmla="*/ 50235 w 158197"/>
                  <a:gd name="connsiteY33" fmla="*/ 134402 h 163926"/>
                  <a:gd name="connsiteX34" fmla="*/ 80200 w 158197"/>
                  <a:gd name="connsiteY34" fmla="*/ 142774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163926">
                    <a:moveTo>
                      <a:pt x="77116" y="163926"/>
                    </a:moveTo>
                    <a:cubicBezTo>
                      <a:pt x="61693" y="163926"/>
                      <a:pt x="48032" y="160401"/>
                      <a:pt x="36575" y="152910"/>
                    </a:cubicBezTo>
                    <a:cubicBezTo>
                      <a:pt x="25118" y="145418"/>
                      <a:pt x="16304" y="135724"/>
                      <a:pt x="969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6575" y="11017"/>
                    </a:cubicBezTo>
                    <a:cubicBezTo>
                      <a:pt x="48032" y="3525"/>
                      <a:pt x="61693" y="0"/>
                      <a:pt x="77116" y="0"/>
                    </a:cubicBezTo>
                    <a:cubicBezTo>
                      <a:pt x="90336" y="0"/>
                      <a:pt x="101352" y="2644"/>
                      <a:pt x="111047" y="7491"/>
                    </a:cubicBezTo>
                    <a:cubicBezTo>
                      <a:pt x="118097" y="11457"/>
                      <a:pt x="124707" y="16305"/>
                      <a:pt x="129554" y="22474"/>
                    </a:cubicBezTo>
                    <a:cubicBezTo>
                      <a:pt x="130876" y="24236"/>
                      <a:pt x="133961" y="23355"/>
                      <a:pt x="133961" y="20711"/>
                    </a:cubicBezTo>
                    <a:lnTo>
                      <a:pt x="133961" y="4847"/>
                    </a:lnTo>
                    <a:cubicBezTo>
                      <a:pt x="133961" y="3525"/>
                      <a:pt x="134842" y="2203"/>
                      <a:pt x="136605" y="2203"/>
                    </a:cubicBezTo>
                    <a:lnTo>
                      <a:pt x="155553" y="2203"/>
                    </a:lnTo>
                    <a:cubicBezTo>
                      <a:pt x="156875" y="2203"/>
                      <a:pt x="158197" y="3085"/>
                      <a:pt x="158197" y="4847"/>
                    </a:cubicBezTo>
                    <a:lnTo>
                      <a:pt x="158197" y="158198"/>
                    </a:lnTo>
                    <a:cubicBezTo>
                      <a:pt x="158197" y="159519"/>
                      <a:pt x="157316" y="160841"/>
                      <a:pt x="155553" y="160841"/>
                    </a:cubicBezTo>
                    <a:lnTo>
                      <a:pt x="136605" y="160841"/>
                    </a:lnTo>
                    <a:cubicBezTo>
                      <a:pt x="135283" y="160841"/>
                      <a:pt x="133961" y="159960"/>
                      <a:pt x="133961" y="158198"/>
                    </a:cubicBezTo>
                    <a:lnTo>
                      <a:pt x="133961" y="142334"/>
                    </a:lnTo>
                    <a:cubicBezTo>
                      <a:pt x="133961" y="140130"/>
                      <a:pt x="131317" y="139249"/>
                      <a:pt x="129554" y="140571"/>
                    </a:cubicBezTo>
                    <a:cubicBezTo>
                      <a:pt x="124266" y="146740"/>
                      <a:pt x="118097" y="151588"/>
                      <a:pt x="111047" y="155554"/>
                    </a:cubicBezTo>
                    <a:cubicBezTo>
                      <a:pt x="101352" y="161723"/>
                      <a:pt x="89895" y="163926"/>
                      <a:pt x="77116" y="163926"/>
                    </a:cubicBezTo>
                    <a:close/>
                    <a:moveTo>
                      <a:pt x="80200" y="142774"/>
                    </a:moveTo>
                    <a:cubicBezTo>
                      <a:pt x="92098" y="142774"/>
                      <a:pt x="102233" y="140130"/>
                      <a:pt x="110165" y="134402"/>
                    </a:cubicBezTo>
                    <a:cubicBezTo>
                      <a:pt x="118097" y="129114"/>
                      <a:pt x="124266" y="121623"/>
                      <a:pt x="128673" y="112369"/>
                    </a:cubicBezTo>
                    <a:cubicBezTo>
                      <a:pt x="133080" y="103115"/>
                      <a:pt x="134842" y="92980"/>
                      <a:pt x="134842" y="82404"/>
                    </a:cubicBezTo>
                    <a:cubicBezTo>
                      <a:pt x="134842" y="71387"/>
                      <a:pt x="132639" y="61252"/>
                      <a:pt x="128673" y="52439"/>
                    </a:cubicBezTo>
                    <a:cubicBezTo>
                      <a:pt x="124266" y="43185"/>
                      <a:pt x="118097" y="36134"/>
                      <a:pt x="110165" y="30406"/>
                    </a:cubicBezTo>
                    <a:cubicBezTo>
                      <a:pt x="102233" y="25118"/>
                      <a:pt x="92098" y="22033"/>
                      <a:pt x="80200" y="22033"/>
                    </a:cubicBezTo>
                    <a:cubicBezTo>
                      <a:pt x="68743" y="22033"/>
                      <a:pt x="58608" y="24677"/>
                      <a:pt x="50235" y="30406"/>
                    </a:cubicBezTo>
                    <a:cubicBezTo>
                      <a:pt x="41863" y="35694"/>
                      <a:pt x="35253" y="43185"/>
                      <a:pt x="30846" y="52439"/>
                    </a:cubicBezTo>
                    <a:cubicBezTo>
                      <a:pt x="26440" y="61693"/>
                      <a:pt x="24236" y="71387"/>
                      <a:pt x="24236" y="82404"/>
                    </a:cubicBezTo>
                    <a:cubicBezTo>
                      <a:pt x="24236" y="92980"/>
                      <a:pt x="26440" y="103115"/>
                      <a:pt x="30846" y="112369"/>
                    </a:cubicBezTo>
                    <a:cubicBezTo>
                      <a:pt x="35253" y="121623"/>
                      <a:pt x="41863" y="129114"/>
                      <a:pt x="50235" y="134402"/>
                    </a:cubicBezTo>
                    <a:cubicBezTo>
                      <a:pt x="58608" y="139690"/>
                      <a:pt x="68303" y="142774"/>
                      <a:pt x="80200" y="142774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3DD88B1-1B38-3C39-180E-30D22E07D7FB}"/>
                  </a:ext>
                </a:extLst>
              </p:cNvPr>
              <p:cNvSpPr/>
              <p:nvPr/>
            </p:nvSpPr>
            <p:spPr>
              <a:xfrm>
                <a:off x="1673902" y="1445207"/>
                <a:ext cx="140130" cy="161722"/>
              </a:xfrm>
              <a:custGeom>
                <a:avLst/>
                <a:gdLst>
                  <a:gd name="connsiteX0" fmla="*/ 0 w 140130"/>
                  <a:gd name="connsiteY0" fmla="*/ 158197 h 161722"/>
                  <a:gd name="connsiteX1" fmla="*/ 0 w 140130"/>
                  <a:gd name="connsiteY1" fmla="*/ 4847 h 161722"/>
                  <a:gd name="connsiteX2" fmla="*/ 2644 w 140130"/>
                  <a:gd name="connsiteY2" fmla="*/ 2203 h 161722"/>
                  <a:gd name="connsiteX3" fmla="*/ 21592 w 140130"/>
                  <a:gd name="connsiteY3" fmla="*/ 2203 h 161722"/>
                  <a:gd name="connsiteX4" fmla="*/ 24236 w 140130"/>
                  <a:gd name="connsiteY4" fmla="*/ 4847 h 161722"/>
                  <a:gd name="connsiteX5" fmla="*/ 24236 w 140130"/>
                  <a:gd name="connsiteY5" fmla="*/ 20270 h 161722"/>
                  <a:gd name="connsiteX6" fmla="*/ 28643 w 140130"/>
                  <a:gd name="connsiteY6" fmla="*/ 22033 h 161722"/>
                  <a:gd name="connsiteX7" fmla="*/ 45388 w 140130"/>
                  <a:gd name="connsiteY7" fmla="*/ 7932 h 161722"/>
                  <a:gd name="connsiteX8" fmla="*/ 77116 w 140130"/>
                  <a:gd name="connsiteY8" fmla="*/ 0 h 161722"/>
                  <a:gd name="connsiteX9" fmla="*/ 107962 w 140130"/>
                  <a:gd name="connsiteY9" fmla="*/ 7932 h 161722"/>
                  <a:gd name="connsiteX10" fmla="*/ 131317 w 140130"/>
                  <a:gd name="connsiteY10" fmla="*/ 31287 h 161722"/>
                  <a:gd name="connsiteX11" fmla="*/ 140130 w 140130"/>
                  <a:gd name="connsiteY11" fmla="*/ 69184 h 161722"/>
                  <a:gd name="connsiteX12" fmla="*/ 140130 w 140130"/>
                  <a:gd name="connsiteY12" fmla="*/ 159079 h 161722"/>
                  <a:gd name="connsiteX13" fmla="*/ 137486 w 140130"/>
                  <a:gd name="connsiteY13" fmla="*/ 161723 h 161722"/>
                  <a:gd name="connsiteX14" fmla="*/ 118538 w 140130"/>
                  <a:gd name="connsiteY14" fmla="*/ 161723 h 161722"/>
                  <a:gd name="connsiteX15" fmla="*/ 115894 w 140130"/>
                  <a:gd name="connsiteY15" fmla="*/ 159079 h 161722"/>
                  <a:gd name="connsiteX16" fmla="*/ 115894 w 140130"/>
                  <a:gd name="connsiteY16" fmla="*/ 70065 h 161722"/>
                  <a:gd name="connsiteX17" fmla="*/ 103555 w 140130"/>
                  <a:gd name="connsiteY17" fmla="*/ 35253 h 161722"/>
                  <a:gd name="connsiteX18" fmla="*/ 71387 w 140130"/>
                  <a:gd name="connsiteY18" fmla="*/ 22033 h 161722"/>
                  <a:gd name="connsiteX19" fmla="*/ 47151 w 140130"/>
                  <a:gd name="connsiteY19" fmla="*/ 28202 h 161722"/>
                  <a:gd name="connsiteX20" fmla="*/ 29965 w 140130"/>
                  <a:gd name="connsiteY20" fmla="*/ 44948 h 161722"/>
                  <a:gd name="connsiteX21" fmla="*/ 23355 w 140130"/>
                  <a:gd name="connsiteY21" fmla="*/ 70065 h 161722"/>
                  <a:gd name="connsiteX22" fmla="*/ 23355 w 140130"/>
                  <a:gd name="connsiteY22" fmla="*/ 159079 h 161722"/>
                  <a:gd name="connsiteX23" fmla="*/ 20711 w 140130"/>
                  <a:gd name="connsiteY23" fmla="*/ 161723 h 161722"/>
                  <a:gd name="connsiteX24" fmla="*/ 1763 w 140130"/>
                  <a:gd name="connsiteY24" fmla="*/ 161723 h 161722"/>
                  <a:gd name="connsiteX25" fmla="*/ 0 w 140130"/>
                  <a:gd name="connsiteY25" fmla="*/ 158197 h 1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0130" h="161722">
                    <a:moveTo>
                      <a:pt x="0" y="158197"/>
                    </a:moveTo>
                    <a:lnTo>
                      <a:pt x="0" y="4847"/>
                    </a:lnTo>
                    <a:cubicBezTo>
                      <a:pt x="0" y="3525"/>
                      <a:pt x="881" y="2203"/>
                      <a:pt x="2644" y="2203"/>
                    </a:cubicBezTo>
                    <a:lnTo>
                      <a:pt x="21592" y="2203"/>
                    </a:lnTo>
                    <a:cubicBezTo>
                      <a:pt x="22914" y="2203"/>
                      <a:pt x="24236" y="3085"/>
                      <a:pt x="24236" y="4847"/>
                    </a:cubicBezTo>
                    <a:lnTo>
                      <a:pt x="24236" y="20270"/>
                    </a:lnTo>
                    <a:cubicBezTo>
                      <a:pt x="24236" y="22474"/>
                      <a:pt x="26880" y="23355"/>
                      <a:pt x="28643" y="22033"/>
                    </a:cubicBezTo>
                    <a:cubicBezTo>
                      <a:pt x="33490" y="16745"/>
                      <a:pt x="39219" y="11898"/>
                      <a:pt x="45388" y="7932"/>
                    </a:cubicBezTo>
                    <a:cubicBezTo>
                      <a:pt x="53761" y="2644"/>
                      <a:pt x="64337" y="0"/>
                      <a:pt x="77116" y="0"/>
                    </a:cubicBezTo>
                    <a:cubicBezTo>
                      <a:pt x="88132" y="0"/>
                      <a:pt x="98268" y="2644"/>
                      <a:pt x="107962" y="7932"/>
                    </a:cubicBezTo>
                    <a:cubicBezTo>
                      <a:pt x="117657" y="13220"/>
                      <a:pt x="125588" y="20711"/>
                      <a:pt x="131317" y="31287"/>
                    </a:cubicBezTo>
                    <a:cubicBezTo>
                      <a:pt x="137486" y="41422"/>
                      <a:pt x="140130" y="54201"/>
                      <a:pt x="140130" y="69184"/>
                    </a:cubicBezTo>
                    <a:lnTo>
                      <a:pt x="140130" y="159079"/>
                    </a:lnTo>
                    <a:cubicBezTo>
                      <a:pt x="140130" y="160401"/>
                      <a:pt x="139249" y="161723"/>
                      <a:pt x="137486" y="161723"/>
                    </a:cubicBezTo>
                    <a:lnTo>
                      <a:pt x="118538" y="161723"/>
                    </a:lnTo>
                    <a:cubicBezTo>
                      <a:pt x="117216" y="161723"/>
                      <a:pt x="115894" y="160841"/>
                      <a:pt x="115894" y="159079"/>
                    </a:cubicBezTo>
                    <a:lnTo>
                      <a:pt x="115894" y="70065"/>
                    </a:lnTo>
                    <a:cubicBezTo>
                      <a:pt x="115894" y="55523"/>
                      <a:pt x="111928" y="44066"/>
                      <a:pt x="103555" y="35253"/>
                    </a:cubicBezTo>
                    <a:cubicBezTo>
                      <a:pt x="95183" y="26440"/>
                      <a:pt x="84607" y="22033"/>
                      <a:pt x="71387" y="22033"/>
                    </a:cubicBezTo>
                    <a:cubicBezTo>
                      <a:pt x="62574" y="22033"/>
                      <a:pt x="54642" y="24236"/>
                      <a:pt x="47151" y="28202"/>
                    </a:cubicBezTo>
                    <a:cubicBezTo>
                      <a:pt x="40100" y="32168"/>
                      <a:pt x="34372" y="37897"/>
                      <a:pt x="29965" y="44948"/>
                    </a:cubicBezTo>
                    <a:cubicBezTo>
                      <a:pt x="25558" y="52439"/>
                      <a:pt x="23355" y="60811"/>
                      <a:pt x="23355" y="70065"/>
                    </a:cubicBezTo>
                    <a:lnTo>
                      <a:pt x="23355" y="159079"/>
                    </a:lnTo>
                    <a:cubicBezTo>
                      <a:pt x="23355" y="160401"/>
                      <a:pt x="22474" y="161723"/>
                      <a:pt x="20711" y="161723"/>
                    </a:cubicBezTo>
                    <a:lnTo>
                      <a:pt x="1763" y="161723"/>
                    </a:lnTo>
                    <a:cubicBezTo>
                      <a:pt x="881" y="160841"/>
                      <a:pt x="0" y="159519"/>
                      <a:pt x="0" y="158197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01E6B68E-444E-7456-73D6-97E41DD822B3}"/>
                  </a:ext>
                </a:extLst>
              </p:cNvPr>
              <p:cNvSpPr/>
              <p:nvPr/>
            </p:nvSpPr>
            <p:spPr>
              <a:xfrm>
                <a:off x="1833862" y="1444325"/>
                <a:ext cx="151867" cy="163926"/>
              </a:xfrm>
              <a:custGeom>
                <a:avLst/>
                <a:gdLst>
                  <a:gd name="connsiteX0" fmla="*/ 77997 w 151867"/>
                  <a:gd name="connsiteY0" fmla="*/ 163926 h 163926"/>
                  <a:gd name="connsiteX1" fmla="*/ 36575 w 151867"/>
                  <a:gd name="connsiteY1" fmla="*/ 152910 h 163926"/>
                  <a:gd name="connsiteX2" fmla="*/ 9694 w 151867"/>
                  <a:gd name="connsiteY2" fmla="*/ 123385 h 163926"/>
                  <a:gd name="connsiteX3" fmla="*/ 0 w 151867"/>
                  <a:gd name="connsiteY3" fmla="*/ 81963 h 163926"/>
                  <a:gd name="connsiteX4" fmla="*/ 9694 w 151867"/>
                  <a:gd name="connsiteY4" fmla="*/ 40541 h 163926"/>
                  <a:gd name="connsiteX5" fmla="*/ 36575 w 151867"/>
                  <a:gd name="connsiteY5" fmla="*/ 11017 h 163926"/>
                  <a:gd name="connsiteX6" fmla="*/ 77997 w 151867"/>
                  <a:gd name="connsiteY6" fmla="*/ 0 h 163926"/>
                  <a:gd name="connsiteX7" fmla="*/ 126029 w 151867"/>
                  <a:gd name="connsiteY7" fmla="*/ 14542 h 163926"/>
                  <a:gd name="connsiteX8" fmla="*/ 151587 w 151867"/>
                  <a:gd name="connsiteY8" fmla="*/ 48913 h 163926"/>
                  <a:gd name="connsiteX9" fmla="*/ 149384 w 151867"/>
                  <a:gd name="connsiteY9" fmla="*/ 51998 h 163926"/>
                  <a:gd name="connsiteX10" fmla="*/ 128673 w 151867"/>
                  <a:gd name="connsiteY10" fmla="*/ 51998 h 163926"/>
                  <a:gd name="connsiteX11" fmla="*/ 126470 w 151867"/>
                  <a:gd name="connsiteY11" fmla="*/ 50676 h 163926"/>
                  <a:gd name="connsiteX12" fmla="*/ 109725 w 151867"/>
                  <a:gd name="connsiteY12" fmla="*/ 29965 h 163926"/>
                  <a:gd name="connsiteX13" fmla="*/ 81082 w 151867"/>
                  <a:gd name="connsiteY13" fmla="*/ 21593 h 163926"/>
                  <a:gd name="connsiteX14" fmla="*/ 50676 w 151867"/>
                  <a:gd name="connsiteY14" fmla="*/ 29965 h 163926"/>
                  <a:gd name="connsiteX15" fmla="*/ 30846 w 151867"/>
                  <a:gd name="connsiteY15" fmla="*/ 51998 h 163926"/>
                  <a:gd name="connsiteX16" fmla="*/ 23796 w 151867"/>
                  <a:gd name="connsiteY16" fmla="*/ 81963 h 163926"/>
                  <a:gd name="connsiteX17" fmla="*/ 30846 w 151867"/>
                  <a:gd name="connsiteY17" fmla="*/ 111928 h 163926"/>
                  <a:gd name="connsiteX18" fmla="*/ 50676 w 151867"/>
                  <a:gd name="connsiteY18" fmla="*/ 133961 h 163926"/>
                  <a:gd name="connsiteX19" fmla="*/ 81082 w 151867"/>
                  <a:gd name="connsiteY19" fmla="*/ 142334 h 163926"/>
                  <a:gd name="connsiteX20" fmla="*/ 109725 w 151867"/>
                  <a:gd name="connsiteY20" fmla="*/ 133961 h 163926"/>
                  <a:gd name="connsiteX21" fmla="*/ 126470 w 151867"/>
                  <a:gd name="connsiteY21" fmla="*/ 113250 h 163926"/>
                  <a:gd name="connsiteX22" fmla="*/ 128673 w 151867"/>
                  <a:gd name="connsiteY22" fmla="*/ 111928 h 163926"/>
                  <a:gd name="connsiteX23" fmla="*/ 149384 w 151867"/>
                  <a:gd name="connsiteY23" fmla="*/ 111928 h 163926"/>
                  <a:gd name="connsiteX24" fmla="*/ 151587 w 151867"/>
                  <a:gd name="connsiteY24" fmla="*/ 115013 h 163926"/>
                  <a:gd name="connsiteX25" fmla="*/ 126029 w 151867"/>
                  <a:gd name="connsiteY25" fmla="*/ 149384 h 163926"/>
                  <a:gd name="connsiteX26" fmla="*/ 77997 w 151867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7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4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7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4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4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3" y="121182"/>
                      <a:pt x="42303" y="128673"/>
                      <a:pt x="50676" y="133961"/>
                    </a:cubicBezTo>
                    <a:cubicBezTo>
                      <a:pt x="59489" y="139249"/>
                      <a:pt x="69624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4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7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94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A71B77AA-0444-9B00-9684-0A397E4BE896}"/>
                  </a:ext>
                </a:extLst>
              </p:cNvPr>
              <p:cNvSpPr/>
              <p:nvPr/>
            </p:nvSpPr>
            <p:spPr>
              <a:xfrm>
                <a:off x="2001314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7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4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7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14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11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5" name="Graphic 2">
              <a:extLst>
                <a:ext uri="{FF2B5EF4-FFF2-40B4-BE49-F238E27FC236}">
                  <a16:creationId xmlns:a16="http://schemas.microsoft.com/office/drawing/2014/main" id="{67E0CEBF-335E-266F-CEFD-1F31C4D9EBB6}"/>
                </a:ext>
              </a:extLst>
            </p:cNvPr>
            <p:cNvGrpSpPr/>
            <p:nvPr/>
          </p:nvGrpSpPr>
          <p:grpSpPr>
            <a:xfrm>
              <a:off x="1011374" y="698727"/>
              <a:ext cx="818104" cy="658184"/>
              <a:chOff x="1018611" y="673609"/>
              <a:chExt cx="764627" cy="615163"/>
            </a:xfrm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8D848F1F-A876-AD71-D833-CDABFC54FE84}"/>
                  </a:ext>
                </a:extLst>
              </p:cNvPr>
              <p:cNvSpPr/>
              <p:nvPr/>
            </p:nvSpPr>
            <p:spPr>
              <a:xfrm>
                <a:off x="1018611" y="673609"/>
                <a:ext cx="764627" cy="615163"/>
              </a:xfrm>
              <a:custGeom>
                <a:avLst/>
                <a:gdLst>
                  <a:gd name="connsiteX0" fmla="*/ 733288 w 764627"/>
                  <a:gd name="connsiteY0" fmla="*/ 493100 h 615163"/>
                  <a:gd name="connsiteX1" fmla="*/ 713459 w 764627"/>
                  <a:gd name="connsiteY1" fmla="*/ 489134 h 615163"/>
                  <a:gd name="connsiteX2" fmla="*/ 590514 w 764627"/>
                  <a:gd name="connsiteY2" fmla="*/ 532319 h 615163"/>
                  <a:gd name="connsiteX3" fmla="*/ 590073 w 764627"/>
                  <a:gd name="connsiteY3" fmla="*/ 532319 h 615163"/>
                  <a:gd name="connsiteX4" fmla="*/ 584345 w 764627"/>
                  <a:gd name="connsiteY4" fmla="*/ 532319 h 615163"/>
                  <a:gd name="connsiteX5" fmla="*/ 580819 w 764627"/>
                  <a:gd name="connsiteY5" fmla="*/ 532319 h 615163"/>
                  <a:gd name="connsiteX6" fmla="*/ 356082 w 764627"/>
                  <a:gd name="connsiteY6" fmla="*/ 307582 h 615163"/>
                  <a:gd name="connsiteX7" fmla="*/ 580819 w 764627"/>
                  <a:gd name="connsiteY7" fmla="*/ 82844 h 615163"/>
                  <a:gd name="connsiteX8" fmla="*/ 584345 w 764627"/>
                  <a:gd name="connsiteY8" fmla="*/ 82844 h 615163"/>
                  <a:gd name="connsiteX9" fmla="*/ 590073 w 764627"/>
                  <a:gd name="connsiteY9" fmla="*/ 82844 h 615163"/>
                  <a:gd name="connsiteX10" fmla="*/ 590514 w 764627"/>
                  <a:gd name="connsiteY10" fmla="*/ 82844 h 615163"/>
                  <a:gd name="connsiteX11" fmla="*/ 713459 w 764627"/>
                  <a:gd name="connsiteY11" fmla="*/ 126029 h 615163"/>
                  <a:gd name="connsiteX12" fmla="*/ 733288 w 764627"/>
                  <a:gd name="connsiteY12" fmla="*/ 122063 h 615163"/>
                  <a:gd name="connsiteX13" fmla="*/ 762813 w 764627"/>
                  <a:gd name="connsiteY13" fmla="*/ 72268 h 615163"/>
                  <a:gd name="connsiteX14" fmla="*/ 758847 w 764627"/>
                  <a:gd name="connsiteY14" fmla="*/ 54642 h 615163"/>
                  <a:gd name="connsiteX15" fmla="*/ 583904 w 764627"/>
                  <a:gd name="connsiteY15" fmla="*/ 0 h 615163"/>
                  <a:gd name="connsiteX16" fmla="*/ 583904 w 764627"/>
                  <a:gd name="connsiteY16" fmla="*/ 0 h 615163"/>
                  <a:gd name="connsiteX17" fmla="*/ 583904 w 764627"/>
                  <a:gd name="connsiteY17" fmla="*/ 0 h 615163"/>
                  <a:gd name="connsiteX18" fmla="*/ 400148 w 764627"/>
                  <a:gd name="connsiteY18" fmla="*/ 61252 h 615163"/>
                  <a:gd name="connsiteX19" fmla="*/ 397064 w 764627"/>
                  <a:gd name="connsiteY19" fmla="*/ 63455 h 615163"/>
                  <a:gd name="connsiteX20" fmla="*/ 260459 w 764627"/>
                  <a:gd name="connsiteY20" fmla="*/ 240601 h 615163"/>
                  <a:gd name="connsiteX21" fmla="*/ 246798 w 764627"/>
                  <a:gd name="connsiteY21" fmla="*/ 241042 h 615163"/>
                  <a:gd name="connsiteX22" fmla="*/ 105787 w 764627"/>
                  <a:gd name="connsiteY22" fmla="*/ 18067 h 615163"/>
                  <a:gd name="connsiteX23" fmla="*/ 96533 w 764627"/>
                  <a:gd name="connsiteY23" fmla="*/ 12779 h 615163"/>
                  <a:gd name="connsiteX24" fmla="*/ 11044 w 764627"/>
                  <a:gd name="connsiteY24" fmla="*/ 12779 h 615163"/>
                  <a:gd name="connsiteX25" fmla="*/ 28 w 764627"/>
                  <a:gd name="connsiteY25" fmla="*/ 24677 h 615163"/>
                  <a:gd name="connsiteX26" fmla="*/ 1790 w 764627"/>
                  <a:gd name="connsiteY26" fmla="*/ 30406 h 615163"/>
                  <a:gd name="connsiteX27" fmla="*/ 186868 w 764627"/>
                  <a:gd name="connsiteY27" fmla="*/ 303175 h 615163"/>
                  <a:gd name="connsiteX28" fmla="*/ 188190 w 764627"/>
                  <a:gd name="connsiteY28" fmla="*/ 307582 h 615163"/>
                  <a:gd name="connsiteX29" fmla="*/ 186868 w 764627"/>
                  <a:gd name="connsiteY29" fmla="*/ 311988 h 615163"/>
                  <a:gd name="connsiteX30" fmla="*/ 1790 w 764627"/>
                  <a:gd name="connsiteY30" fmla="*/ 584758 h 615163"/>
                  <a:gd name="connsiteX31" fmla="*/ 28 w 764627"/>
                  <a:gd name="connsiteY31" fmla="*/ 590486 h 615163"/>
                  <a:gd name="connsiteX32" fmla="*/ 11044 w 764627"/>
                  <a:gd name="connsiteY32" fmla="*/ 602384 h 615163"/>
                  <a:gd name="connsiteX33" fmla="*/ 96533 w 764627"/>
                  <a:gd name="connsiteY33" fmla="*/ 602384 h 615163"/>
                  <a:gd name="connsiteX34" fmla="*/ 105787 w 764627"/>
                  <a:gd name="connsiteY34" fmla="*/ 597096 h 615163"/>
                  <a:gd name="connsiteX35" fmla="*/ 246798 w 764627"/>
                  <a:gd name="connsiteY35" fmla="*/ 374122 h 615163"/>
                  <a:gd name="connsiteX36" fmla="*/ 260459 w 764627"/>
                  <a:gd name="connsiteY36" fmla="*/ 374562 h 615163"/>
                  <a:gd name="connsiteX37" fmla="*/ 397064 w 764627"/>
                  <a:gd name="connsiteY37" fmla="*/ 551708 h 615163"/>
                  <a:gd name="connsiteX38" fmla="*/ 400148 w 764627"/>
                  <a:gd name="connsiteY38" fmla="*/ 553911 h 615163"/>
                  <a:gd name="connsiteX39" fmla="*/ 583904 w 764627"/>
                  <a:gd name="connsiteY39" fmla="*/ 615163 h 615163"/>
                  <a:gd name="connsiteX40" fmla="*/ 583904 w 764627"/>
                  <a:gd name="connsiteY40" fmla="*/ 615163 h 615163"/>
                  <a:gd name="connsiteX41" fmla="*/ 583904 w 764627"/>
                  <a:gd name="connsiteY41" fmla="*/ 615163 h 615163"/>
                  <a:gd name="connsiteX42" fmla="*/ 758847 w 764627"/>
                  <a:gd name="connsiteY42" fmla="*/ 560521 h 615163"/>
                  <a:gd name="connsiteX43" fmla="*/ 762813 w 764627"/>
                  <a:gd name="connsiteY43" fmla="*/ 542895 h 615163"/>
                  <a:gd name="connsiteX44" fmla="*/ 733288 w 764627"/>
                  <a:gd name="connsiteY44" fmla="*/ 493100 h 615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64627" h="615163">
                    <a:moveTo>
                      <a:pt x="733288" y="493100"/>
                    </a:moveTo>
                    <a:cubicBezTo>
                      <a:pt x="729322" y="486049"/>
                      <a:pt x="720069" y="484287"/>
                      <a:pt x="713459" y="489134"/>
                    </a:cubicBezTo>
                    <a:cubicBezTo>
                      <a:pt x="678646" y="514252"/>
                      <a:pt x="636343" y="530116"/>
                      <a:pt x="590514" y="532319"/>
                    </a:cubicBezTo>
                    <a:cubicBezTo>
                      <a:pt x="590514" y="532319"/>
                      <a:pt x="590514" y="532319"/>
                      <a:pt x="590073" y="532319"/>
                    </a:cubicBezTo>
                    <a:cubicBezTo>
                      <a:pt x="588311" y="532319"/>
                      <a:pt x="586107" y="532319"/>
                      <a:pt x="584345" y="532319"/>
                    </a:cubicBezTo>
                    <a:cubicBezTo>
                      <a:pt x="583023" y="532319"/>
                      <a:pt x="582141" y="532319"/>
                      <a:pt x="580819" y="532319"/>
                    </a:cubicBezTo>
                    <a:cubicBezTo>
                      <a:pt x="456553" y="532319"/>
                      <a:pt x="356082" y="431848"/>
                      <a:pt x="356082" y="307582"/>
                    </a:cubicBezTo>
                    <a:cubicBezTo>
                      <a:pt x="356082" y="183315"/>
                      <a:pt x="456994" y="82844"/>
                      <a:pt x="580819" y="82844"/>
                    </a:cubicBezTo>
                    <a:cubicBezTo>
                      <a:pt x="582141" y="82844"/>
                      <a:pt x="583023" y="82844"/>
                      <a:pt x="584345" y="82844"/>
                    </a:cubicBezTo>
                    <a:cubicBezTo>
                      <a:pt x="586107" y="82844"/>
                      <a:pt x="588311" y="82844"/>
                      <a:pt x="590073" y="82844"/>
                    </a:cubicBezTo>
                    <a:cubicBezTo>
                      <a:pt x="590073" y="82844"/>
                      <a:pt x="590514" y="82844"/>
                      <a:pt x="590514" y="82844"/>
                    </a:cubicBezTo>
                    <a:cubicBezTo>
                      <a:pt x="636343" y="84607"/>
                      <a:pt x="678646" y="100471"/>
                      <a:pt x="713459" y="126029"/>
                    </a:cubicBezTo>
                    <a:cubicBezTo>
                      <a:pt x="720069" y="130876"/>
                      <a:pt x="729322" y="129114"/>
                      <a:pt x="733288" y="122063"/>
                    </a:cubicBezTo>
                    <a:lnTo>
                      <a:pt x="762813" y="72268"/>
                    </a:lnTo>
                    <a:cubicBezTo>
                      <a:pt x="766338" y="66099"/>
                      <a:pt x="764575" y="58608"/>
                      <a:pt x="758847" y="54642"/>
                    </a:cubicBezTo>
                    <a:cubicBezTo>
                      <a:pt x="735492" y="38338"/>
                      <a:pt x="671155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472417" y="0"/>
                      <a:pt x="400148" y="61252"/>
                      <a:pt x="400148" y="61252"/>
                    </a:cubicBezTo>
                    <a:cubicBezTo>
                      <a:pt x="400148" y="61252"/>
                      <a:pt x="399267" y="62133"/>
                      <a:pt x="397064" y="63455"/>
                    </a:cubicBezTo>
                    <a:cubicBezTo>
                      <a:pt x="382963" y="74031"/>
                      <a:pt x="322592" y="123385"/>
                      <a:pt x="260459" y="240601"/>
                    </a:cubicBezTo>
                    <a:cubicBezTo>
                      <a:pt x="257374" y="245889"/>
                      <a:pt x="249883" y="245889"/>
                      <a:pt x="246798" y="241042"/>
                    </a:cubicBezTo>
                    <a:lnTo>
                      <a:pt x="105787" y="18067"/>
                    </a:lnTo>
                    <a:cubicBezTo>
                      <a:pt x="103583" y="14982"/>
                      <a:pt x="100499" y="12779"/>
                      <a:pt x="96533" y="12779"/>
                    </a:cubicBezTo>
                    <a:lnTo>
                      <a:pt x="11044" y="12779"/>
                    </a:lnTo>
                    <a:cubicBezTo>
                      <a:pt x="4434" y="12779"/>
                      <a:pt x="-413" y="18508"/>
                      <a:pt x="28" y="24677"/>
                    </a:cubicBezTo>
                    <a:cubicBezTo>
                      <a:pt x="28" y="26440"/>
                      <a:pt x="468" y="28643"/>
                      <a:pt x="1790" y="30406"/>
                    </a:cubicBezTo>
                    <a:lnTo>
                      <a:pt x="186868" y="303175"/>
                    </a:lnTo>
                    <a:cubicBezTo>
                      <a:pt x="187750" y="304497"/>
                      <a:pt x="188190" y="305819"/>
                      <a:pt x="188190" y="307582"/>
                    </a:cubicBezTo>
                    <a:cubicBezTo>
                      <a:pt x="188190" y="308904"/>
                      <a:pt x="187750" y="310666"/>
                      <a:pt x="186868" y="311988"/>
                    </a:cubicBezTo>
                    <a:lnTo>
                      <a:pt x="1790" y="584758"/>
                    </a:lnTo>
                    <a:cubicBezTo>
                      <a:pt x="468" y="586520"/>
                      <a:pt x="28" y="588724"/>
                      <a:pt x="28" y="590486"/>
                    </a:cubicBezTo>
                    <a:cubicBezTo>
                      <a:pt x="-413" y="596655"/>
                      <a:pt x="4434" y="602384"/>
                      <a:pt x="11044" y="602384"/>
                    </a:cubicBezTo>
                    <a:lnTo>
                      <a:pt x="96533" y="602384"/>
                    </a:lnTo>
                    <a:cubicBezTo>
                      <a:pt x="100499" y="602384"/>
                      <a:pt x="103583" y="600621"/>
                      <a:pt x="105787" y="597096"/>
                    </a:cubicBezTo>
                    <a:lnTo>
                      <a:pt x="246798" y="374122"/>
                    </a:lnTo>
                    <a:cubicBezTo>
                      <a:pt x="250323" y="369274"/>
                      <a:pt x="257374" y="369715"/>
                      <a:pt x="260459" y="374562"/>
                    </a:cubicBezTo>
                    <a:cubicBezTo>
                      <a:pt x="322592" y="492219"/>
                      <a:pt x="382963" y="541132"/>
                      <a:pt x="397064" y="551708"/>
                    </a:cubicBezTo>
                    <a:cubicBezTo>
                      <a:pt x="399267" y="553030"/>
                      <a:pt x="400148" y="553911"/>
                      <a:pt x="400148" y="553911"/>
                    </a:cubicBezTo>
                    <a:cubicBezTo>
                      <a:pt x="400148" y="553911"/>
                      <a:pt x="472417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671155" y="615163"/>
                      <a:pt x="735051" y="576826"/>
                      <a:pt x="758847" y="560521"/>
                    </a:cubicBezTo>
                    <a:cubicBezTo>
                      <a:pt x="764575" y="556555"/>
                      <a:pt x="766338" y="548623"/>
                      <a:pt x="762813" y="542895"/>
                    </a:cubicBezTo>
                    <a:lnTo>
                      <a:pt x="733288" y="493100"/>
                    </a:lnTo>
                    <a:close/>
                  </a:path>
                </a:pathLst>
              </a:custGeom>
              <a:solidFill>
                <a:srgbClr val="FFFFFF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32960F0-E743-3AED-D66E-3154B4DD08BE}"/>
                  </a:ext>
                </a:extLst>
              </p:cNvPr>
              <p:cNvSpPr/>
              <p:nvPr/>
            </p:nvSpPr>
            <p:spPr>
              <a:xfrm>
                <a:off x="1462385" y="846348"/>
                <a:ext cx="269684" cy="269684"/>
              </a:xfrm>
              <a:custGeom>
                <a:avLst/>
                <a:gdLst>
                  <a:gd name="connsiteX0" fmla="*/ 269685 w 269684"/>
                  <a:gd name="connsiteY0" fmla="*/ 134842 h 269684"/>
                  <a:gd name="connsiteX1" fmla="*/ 134842 w 269684"/>
                  <a:gd name="connsiteY1" fmla="*/ 269685 h 269684"/>
                  <a:gd name="connsiteX2" fmla="*/ 0 w 269684"/>
                  <a:gd name="connsiteY2" fmla="*/ 134842 h 269684"/>
                  <a:gd name="connsiteX3" fmla="*/ 134842 w 269684"/>
                  <a:gd name="connsiteY3" fmla="*/ 0 h 269684"/>
                  <a:gd name="connsiteX4" fmla="*/ 269685 w 269684"/>
                  <a:gd name="connsiteY4" fmla="*/ 134842 h 269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9684" h="269684">
                    <a:moveTo>
                      <a:pt x="269685" y="134842"/>
                    </a:moveTo>
                    <a:cubicBezTo>
                      <a:pt x="269685" y="209314"/>
                      <a:pt x="209314" y="269685"/>
                      <a:pt x="134842" y="269685"/>
                    </a:cubicBezTo>
                    <a:cubicBezTo>
                      <a:pt x="60371" y="269685"/>
                      <a:pt x="0" y="209314"/>
                      <a:pt x="0" y="134842"/>
                    </a:cubicBezTo>
                    <a:cubicBezTo>
                      <a:pt x="0" y="60371"/>
                      <a:pt x="60371" y="0"/>
                      <a:pt x="134842" y="0"/>
                    </a:cubicBezTo>
                    <a:cubicBezTo>
                      <a:pt x="209314" y="0"/>
                      <a:pt x="269685" y="60371"/>
                      <a:pt x="269685" y="134842"/>
                    </a:cubicBezTo>
                    <a:close/>
                  </a:path>
                </a:pathLst>
              </a:custGeom>
              <a:solidFill>
                <a:srgbClr val="FFB308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059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2">
            <a:extLst>
              <a:ext uri="{FF2B5EF4-FFF2-40B4-BE49-F238E27FC236}">
                <a16:creationId xmlns:a16="http://schemas.microsoft.com/office/drawing/2014/main" id="{3147B736-9AF4-0D3D-32DD-96F7FE0337E3}"/>
              </a:ext>
            </a:extLst>
          </p:cNvPr>
          <p:cNvSpPr/>
          <p:nvPr userDrawn="1"/>
        </p:nvSpPr>
        <p:spPr>
          <a:xfrm rot="10800000" flipH="1">
            <a:off x="0" y="0"/>
            <a:ext cx="11005306" cy="5059644"/>
          </a:xfrm>
          <a:custGeom>
            <a:avLst/>
            <a:gdLst>
              <a:gd name="connsiteX0" fmla="*/ 0 w 6250330"/>
              <a:gd name="connsiteY0" fmla="*/ 4852686 h 4852686"/>
              <a:gd name="connsiteX1" fmla="*/ 6250330 w 6250330"/>
              <a:gd name="connsiteY1" fmla="*/ 0 h 4852686"/>
              <a:gd name="connsiteX2" fmla="*/ 5144023 w 6250330"/>
              <a:gd name="connsiteY2" fmla="*/ 4852685 h 4852686"/>
              <a:gd name="connsiteX3" fmla="*/ 0 w 6250330"/>
              <a:gd name="connsiteY3" fmla="*/ 4852686 h 485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50330" h="4852686">
                <a:moveTo>
                  <a:pt x="0" y="4852686"/>
                </a:moveTo>
                <a:lnTo>
                  <a:pt x="6250330" y="0"/>
                </a:lnTo>
                <a:lnTo>
                  <a:pt x="5144023" y="4852685"/>
                </a:lnTo>
                <a:lnTo>
                  <a:pt x="0" y="485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en-US"/>
            </a:pPr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2F3F263-D12E-DB67-8934-451D79F63C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466" y="-11575"/>
            <a:ext cx="11721534" cy="3866277"/>
          </a:xfrm>
          <a:custGeom>
            <a:avLst/>
            <a:gdLst>
              <a:gd name="connsiteX0" fmla="*/ 4201611 w 11721534"/>
              <a:gd name="connsiteY0" fmla="*/ 0 h 3866277"/>
              <a:gd name="connsiteX1" fmla="*/ 11721534 w 11721534"/>
              <a:gd name="connsiteY1" fmla="*/ 0 h 3866277"/>
              <a:gd name="connsiteX2" fmla="*/ 11721534 w 11721534"/>
              <a:gd name="connsiteY2" fmla="*/ 3314741 h 3866277"/>
              <a:gd name="connsiteX3" fmla="*/ 0 w 11721534"/>
              <a:gd name="connsiteY3" fmla="*/ 3866277 h 386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1534" h="3866277">
                <a:moveTo>
                  <a:pt x="4201611" y="0"/>
                </a:moveTo>
                <a:lnTo>
                  <a:pt x="11721534" y="0"/>
                </a:lnTo>
                <a:lnTo>
                  <a:pt x="11721534" y="3314741"/>
                </a:lnTo>
                <a:lnTo>
                  <a:pt x="0" y="386627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>
              <a:defRPr lang="en-US"/>
            </a:pPr>
            <a:r>
              <a:rPr lang="en-US"/>
              <a:t>Click icon to add picture</a:t>
            </a:r>
            <a:endParaRPr lang="en-IN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2AB36300-42C6-08BD-F059-307EE2A24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097781"/>
            <a:ext cx="6324600" cy="1041971"/>
          </a:xfrm>
        </p:spPr>
        <p:txBody>
          <a:bodyPr anchor="b">
            <a:noAutofit/>
          </a:bodyPr>
          <a:lstStyle>
            <a:lvl1pPr algn="l">
              <a:defRPr sz="4800" b="0">
                <a:latin typeface="+mj-lt"/>
              </a:defRPr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31F4B8-01E3-9925-0FF9-D754E222185E}"/>
              </a:ext>
            </a:extLst>
          </p:cNvPr>
          <p:cNvCxnSpPr/>
          <p:nvPr userDrawn="1"/>
        </p:nvCxnSpPr>
        <p:spPr>
          <a:xfrm>
            <a:off x="1075764" y="5410200"/>
            <a:ext cx="1052052" cy="0"/>
          </a:xfrm>
          <a:prstGeom prst="line">
            <a:avLst/>
          </a:prstGeom>
          <a:ln w="38100">
            <a:solidFill>
              <a:srgbClr val="FFB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2A6E272-AE81-C170-8179-AA9656090D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0600" y="5715000"/>
            <a:ext cx="5105400" cy="56832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>
              <a:defRPr lang="en-US"/>
            </a:pPr>
            <a:r>
              <a:rPr lang="en-US"/>
              <a:t>Click to edit Master text styles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F4BE5D0-F167-1F8E-9C59-1B32098CE4A3}"/>
              </a:ext>
            </a:extLst>
          </p:cNvPr>
          <p:cNvGrpSpPr/>
          <p:nvPr/>
        </p:nvGrpSpPr>
        <p:grpSpPr>
          <a:xfrm>
            <a:off x="10496475" y="5639540"/>
            <a:ext cx="1208947" cy="745566"/>
            <a:chOff x="5715000" y="3158491"/>
            <a:chExt cx="899406" cy="554671"/>
          </a:xfrm>
        </p:grpSpPr>
        <p:grpSp>
          <p:nvGrpSpPr>
            <p:cNvPr id="80" name="Graphic 2">
              <a:extLst>
                <a:ext uri="{FF2B5EF4-FFF2-40B4-BE49-F238E27FC236}">
                  <a16:creationId xmlns:a16="http://schemas.microsoft.com/office/drawing/2014/main" id="{3CD22E46-8E12-46DE-6A17-ADB4572ED09C}"/>
                </a:ext>
              </a:extLst>
            </p:cNvPr>
            <p:cNvGrpSpPr/>
            <p:nvPr/>
          </p:nvGrpSpPr>
          <p:grpSpPr>
            <a:xfrm>
              <a:off x="5715000" y="3579529"/>
              <a:ext cx="899406" cy="133633"/>
              <a:chOff x="643099" y="1383073"/>
              <a:chExt cx="1515530" cy="225177"/>
            </a:xfrm>
            <a:solidFill>
              <a:schemeClr val="tx1"/>
            </a:solidFill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DED2D6AD-46C0-1BAA-585B-015764F71894}"/>
                  </a:ext>
                </a:extLst>
              </p:cNvPr>
              <p:cNvSpPr/>
              <p:nvPr/>
            </p:nvSpPr>
            <p:spPr>
              <a:xfrm>
                <a:off x="643099" y="1447410"/>
                <a:ext cx="145170" cy="158638"/>
              </a:xfrm>
              <a:custGeom>
                <a:avLst/>
                <a:gdLst>
                  <a:gd name="connsiteX0" fmla="*/ 537 w 145170"/>
                  <a:gd name="connsiteY0" fmla="*/ 154672 h 158638"/>
                  <a:gd name="connsiteX1" fmla="*/ 57823 w 145170"/>
                  <a:gd name="connsiteY1" fmla="*/ 78438 h 158638"/>
                  <a:gd name="connsiteX2" fmla="*/ 57823 w 145170"/>
                  <a:gd name="connsiteY2" fmla="*/ 75353 h 158638"/>
                  <a:gd name="connsiteX3" fmla="*/ 4503 w 145170"/>
                  <a:gd name="connsiteY3" fmla="*/ 3966 h 158638"/>
                  <a:gd name="connsiteX4" fmla="*/ 6266 w 145170"/>
                  <a:gd name="connsiteY4" fmla="*/ 0 h 158638"/>
                  <a:gd name="connsiteX5" fmla="*/ 30502 w 145170"/>
                  <a:gd name="connsiteY5" fmla="*/ 0 h 158638"/>
                  <a:gd name="connsiteX6" fmla="*/ 32705 w 145170"/>
                  <a:gd name="connsiteY6" fmla="*/ 881 h 158638"/>
                  <a:gd name="connsiteX7" fmla="*/ 70602 w 145170"/>
                  <a:gd name="connsiteY7" fmla="*/ 56845 h 158638"/>
                  <a:gd name="connsiteX8" fmla="*/ 74568 w 145170"/>
                  <a:gd name="connsiteY8" fmla="*/ 56845 h 158638"/>
                  <a:gd name="connsiteX9" fmla="*/ 112465 w 145170"/>
                  <a:gd name="connsiteY9" fmla="*/ 881 h 158638"/>
                  <a:gd name="connsiteX10" fmla="*/ 114668 w 145170"/>
                  <a:gd name="connsiteY10" fmla="*/ 0 h 158638"/>
                  <a:gd name="connsiteX11" fmla="*/ 138905 w 145170"/>
                  <a:gd name="connsiteY11" fmla="*/ 0 h 158638"/>
                  <a:gd name="connsiteX12" fmla="*/ 140667 w 145170"/>
                  <a:gd name="connsiteY12" fmla="*/ 3966 h 158638"/>
                  <a:gd name="connsiteX13" fmla="*/ 87347 w 145170"/>
                  <a:gd name="connsiteY13" fmla="*/ 75353 h 158638"/>
                  <a:gd name="connsiteX14" fmla="*/ 87347 w 145170"/>
                  <a:gd name="connsiteY14" fmla="*/ 78438 h 158638"/>
                  <a:gd name="connsiteX15" fmla="*/ 144633 w 145170"/>
                  <a:gd name="connsiteY15" fmla="*/ 154672 h 158638"/>
                  <a:gd name="connsiteX16" fmla="*/ 142871 w 145170"/>
                  <a:gd name="connsiteY16" fmla="*/ 158638 h 158638"/>
                  <a:gd name="connsiteX17" fmla="*/ 118634 w 145170"/>
                  <a:gd name="connsiteY17" fmla="*/ 158638 h 158638"/>
                  <a:gd name="connsiteX18" fmla="*/ 116431 w 145170"/>
                  <a:gd name="connsiteY18" fmla="*/ 157757 h 158638"/>
                  <a:gd name="connsiteX19" fmla="*/ 74568 w 145170"/>
                  <a:gd name="connsiteY19" fmla="*/ 96945 h 158638"/>
                  <a:gd name="connsiteX20" fmla="*/ 70602 w 145170"/>
                  <a:gd name="connsiteY20" fmla="*/ 96945 h 158638"/>
                  <a:gd name="connsiteX21" fmla="*/ 28299 w 145170"/>
                  <a:gd name="connsiteY21" fmla="*/ 157757 h 158638"/>
                  <a:gd name="connsiteX22" fmla="*/ 26095 w 145170"/>
                  <a:gd name="connsiteY22" fmla="*/ 158638 h 158638"/>
                  <a:gd name="connsiteX23" fmla="*/ 2300 w 145170"/>
                  <a:gd name="connsiteY23" fmla="*/ 158638 h 158638"/>
                  <a:gd name="connsiteX24" fmla="*/ 537 w 145170"/>
                  <a:gd name="connsiteY24" fmla="*/ 154672 h 158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5170" h="158638">
                    <a:moveTo>
                      <a:pt x="537" y="154672"/>
                    </a:moveTo>
                    <a:lnTo>
                      <a:pt x="57823" y="78438"/>
                    </a:lnTo>
                    <a:cubicBezTo>
                      <a:pt x="58264" y="77556"/>
                      <a:pt x="58264" y="76234"/>
                      <a:pt x="57823" y="75353"/>
                    </a:cubicBezTo>
                    <a:lnTo>
                      <a:pt x="4503" y="3966"/>
                    </a:lnTo>
                    <a:cubicBezTo>
                      <a:pt x="3181" y="2203"/>
                      <a:pt x="4503" y="0"/>
                      <a:pt x="6266" y="0"/>
                    </a:cubicBezTo>
                    <a:lnTo>
                      <a:pt x="30502" y="0"/>
                    </a:lnTo>
                    <a:cubicBezTo>
                      <a:pt x="31383" y="0"/>
                      <a:pt x="32265" y="441"/>
                      <a:pt x="32705" y="881"/>
                    </a:cubicBezTo>
                    <a:lnTo>
                      <a:pt x="70602" y="56845"/>
                    </a:lnTo>
                    <a:cubicBezTo>
                      <a:pt x="71484" y="58167"/>
                      <a:pt x="73687" y="58167"/>
                      <a:pt x="74568" y="56845"/>
                    </a:cubicBezTo>
                    <a:lnTo>
                      <a:pt x="112465" y="881"/>
                    </a:lnTo>
                    <a:cubicBezTo>
                      <a:pt x="112906" y="0"/>
                      <a:pt x="113787" y="0"/>
                      <a:pt x="114668" y="0"/>
                    </a:cubicBezTo>
                    <a:lnTo>
                      <a:pt x="138905" y="0"/>
                    </a:lnTo>
                    <a:cubicBezTo>
                      <a:pt x="141108" y="0"/>
                      <a:pt x="141989" y="2203"/>
                      <a:pt x="140667" y="3966"/>
                    </a:cubicBezTo>
                    <a:lnTo>
                      <a:pt x="87347" y="75353"/>
                    </a:lnTo>
                    <a:cubicBezTo>
                      <a:pt x="86907" y="76234"/>
                      <a:pt x="86907" y="77556"/>
                      <a:pt x="87347" y="78438"/>
                    </a:cubicBezTo>
                    <a:lnTo>
                      <a:pt x="144633" y="154672"/>
                    </a:lnTo>
                    <a:cubicBezTo>
                      <a:pt x="145955" y="156435"/>
                      <a:pt x="144633" y="158638"/>
                      <a:pt x="142871" y="158638"/>
                    </a:cubicBezTo>
                    <a:lnTo>
                      <a:pt x="118634" y="158638"/>
                    </a:lnTo>
                    <a:cubicBezTo>
                      <a:pt x="117753" y="158638"/>
                      <a:pt x="116872" y="158197"/>
                      <a:pt x="116431" y="157757"/>
                    </a:cubicBezTo>
                    <a:lnTo>
                      <a:pt x="74568" y="96945"/>
                    </a:lnTo>
                    <a:cubicBezTo>
                      <a:pt x="73687" y="95624"/>
                      <a:pt x="71484" y="95624"/>
                      <a:pt x="70602" y="96945"/>
                    </a:cubicBezTo>
                    <a:lnTo>
                      <a:pt x="28299" y="157757"/>
                    </a:lnTo>
                    <a:cubicBezTo>
                      <a:pt x="27858" y="158197"/>
                      <a:pt x="26977" y="158638"/>
                      <a:pt x="26095" y="158638"/>
                    </a:cubicBezTo>
                    <a:lnTo>
                      <a:pt x="2300" y="158638"/>
                    </a:lnTo>
                    <a:cubicBezTo>
                      <a:pt x="537" y="158638"/>
                      <a:pt x="-785" y="155994"/>
                      <a:pt x="537" y="154672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28FF7FA8-09E3-1CF3-7B44-AF50A2AD3A17}"/>
                  </a:ext>
                </a:extLst>
              </p:cNvPr>
              <p:cNvSpPr/>
              <p:nvPr/>
            </p:nvSpPr>
            <p:spPr>
              <a:xfrm>
                <a:off x="786851" y="1444325"/>
                <a:ext cx="151868" cy="163926"/>
              </a:xfrm>
              <a:custGeom>
                <a:avLst/>
                <a:gdLst>
                  <a:gd name="connsiteX0" fmla="*/ 77997 w 151868"/>
                  <a:gd name="connsiteY0" fmla="*/ 163926 h 163926"/>
                  <a:gd name="connsiteX1" fmla="*/ 36575 w 151868"/>
                  <a:gd name="connsiteY1" fmla="*/ 152910 h 163926"/>
                  <a:gd name="connsiteX2" fmla="*/ 9695 w 151868"/>
                  <a:gd name="connsiteY2" fmla="*/ 123385 h 163926"/>
                  <a:gd name="connsiteX3" fmla="*/ 0 w 151868"/>
                  <a:gd name="connsiteY3" fmla="*/ 81963 h 163926"/>
                  <a:gd name="connsiteX4" fmla="*/ 9695 w 151868"/>
                  <a:gd name="connsiteY4" fmla="*/ 40541 h 163926"/>
                  <a:gd name="connsiteX5" fmla="*/ 36575 w 151868"/>
                  <a:gd name="connsiteY5" fmla="*/ 11017 h 163926"/>
                  <a:gd name="connsiteX6" fmla="*/ 77997 w 151868"/>
                  <a:gd name="connsiteY6" fmla="*/ 0 h 163926"/>
                  <a:gd name="connsiteX7" fmla="*/ 126029 w 151868"/>
                  <a:gd name="connsiteY7" fmla="*/ 14542 h 163926"/>
                  <a:gd name="connsiteX8" fmla="*/ 151588 w 151868"/>
                  <a:gd name="connsiteY8" fmla="*/ 48913 h 163926"/>
                  <a:gd name="connsiteX9" fmla="*/ 149384 w 151868"/>
                  <a:gd name="connsiteY9" fmla="*/ 51998 h 163926"/>
                  <a:gd name="connsiteX10" fmla="*/ 128673 w 151868"/>
                  <a:gd name="connsiteY10" fmla="*/ 51998 h 163926"/>
                  <a:gd name="connsiteX11" fmla="*/ 126470 w 151868"/>
                  <a:gd name="connsiteY11" fmla="*/ 50676 h 163926"/>
                  <a:gd name="connsiteX12" fmla="*/ 109725 w 151868"/>
                  <a:gd name="connsiteY12" fmla="*/ 29965 h 163926"/>
                  <a:gd name="connsiteX13" fmla="*/ 81082 w 151868"/>
                  <a:gd name="connsiteY13" fmla="*/ 21593 h 163926"/>
                  <a:gd name="connsiteX14" fmla="*/ 50676 w 151868"/>
                  <a:gd name="connsiteY14" fmla="*/ 29965 h 163926"/>
                  <a:gd name="connsiteX15" fmla="*/ 30846 w 151868"/>
                  <a:gd name="connsiteY15" fmla="*/ 51998 h 163926"/>
                  <a:gd name="connsiteX16" fmla="*/ 23796 w 151868"/>
                  <a:gd name="connsiteY16" fmla="*/ 81963 h 163926"/>
                  <a:gd name="connsiteX17" fmla="*/ 30846 w 151868"/>
                  <a:gd name="connsiteY17" fmla="*/ 111928 h 163926"/>
                  <a:gd name="connsiteX18" fmla="*/ 50676 w 151868"/>
                  <a:gd name="connsiteY18" fmla="*/ 133961 h 163926"/>
                  <a:gd name="connsiteX19" fmla="*/ 81082 w 151868"/>
                  <a:gd name="connsiteY19" fmla="*/ 142334 h 163926"/>
                  <a:gd name="connsiteX20" fmla="*/ 109725 w 151868"/>
                  <a:gd name="connsiteY20" fmla="*/ 133961 h 163926"/>
                  <a:gd name="connsiteX21" fmla="*/ 126470 w 151868"/>
                  <a:gd name="connsiteY21" fmla="*/ 113250 h 163926"/>
                  <a:gd name="connsiteX22" fmla="*/ 128673 w 151868"/>
                  <a:gd name="connsiteY22" fmla="*/ 111928 h 163926"/>
                  <a:gd name="connsiteX23" fmla="*/ 149384 w 151868"/>
                  <a:gd name="connsiteY23" fmla="*/ 111928 h 163926"/>
                  <a:gd name="connsiteX24" fmla="*/ 151588 w 151868"/>
                  <a:gd name="connsiteY24" fmla="*/ 115013 h 163926"/>
                  <a:gd name="connsiteX25" fmla="*/ 126029 w 151868"/>
                  <a:gd name="connsiteY25" fmla="*/ 149384 h 163926"/>
                  <a:gd name="connsiteX26" fmla="*/ 77997 w 151868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8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5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8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5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5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4" y="121182"/>
                      <a:pt x="42303" y="128673"/>
                      <a:pt x="50676" y="133961"/>
                    </a:cubicBezTo>
                    <a:cubicBezTo>
                      <a:pt x="59489" y="139249"/>
                      <a:pt x="69625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5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8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50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64C12B87-2F42-6EC8-3ABF-DFEA1B5FD285}"/>
                  </a:ext>
                </a:extLst>
              </p:cNvPr>
              <p:cNvSpPr/>
              <p:nvPr/>
            </p:nvSpPr>
            <p:spPr>
              <a:xfrm>
                <a:off x="953862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5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6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5013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88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574D3D43-6C24-0A8D-309B-1C5FC4FEB095}"/>
                  </a:ext>
                </a:extLst>
              </p:cNvPr>
              <p:cNvSpPr/>
              <p:nvPr/>
            </p:nvSpPr>
            <p:spPr>
              <a:xfrm>
                <a:off x="1130567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4337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A1C150F-14B6-9F71-267E-6554CAE395D0}"/>
                  </a:ext>
                </a:extLst>
              </p:cNvPr>
              <p:cNvSpPr/>
              <p:nvPr/>
            </p:nvSpPr>
            <p:spPr>
              <a:xfrm>
                <a:off x="1307272" y="1383073"/>
                <a:ext cx="158197" cy="225177"/>
              </a:xfrm>
              <a:custGeom>
                <a:avLst/>
                <a:gdLst>
                  <a:gd name="connsiteX0" fmla="*/ 77116 w 158197"/>
                  <a:gd name="connsiteY0" fmla="*/ 225178 h 225177"/>
                  <a:gd name="connsiteX1" fmla="*/ 36575 w 158197"/>
                  <a:gd name="connsiteY1" fmla="*/ 214161 h 225177"/>
                  <a:gd name="connsiteX2" fmla="*/ 9695 w 158197"/>
                  <a:gd name="connsiteY2" fmla="*/ 184637 h 225177"/>
                  <a:gd name="connsiteX3" fmla="*/ 0 w 158197"/>
                  <a:gd name="connsiteY3" fmla="*/ 143215 h 225177"/>
                  <a:gd name="connsiteX4" fmla="*/ 9695 w 158197"/>
                  <a:gd name="connsiteY4" fmla="*/ 101793 h 225177"/>
                  <a:gd name="connsiteX5" fmla="*/ 36575 w 158197"/>
                  <a:gd name="connsiteY5" fmla="*/ 72268 h 225177"/>
                  <a:gd name="connsiteX6" fmla="*/ 77116 w 158197"/>
                  <a:gd name="connsiteY6" fmla="*/ 61252 h 225177"/>
                  <a:gd name="connsiteX7" fmla="*/ 111047 w 158197"/>
                  <a:gd name="connsiteY7" fmla="*/ 68743 h 225177"/>
                  <a:gd name="connsiteX8" fmla="*/ 129554 w 158197"/>
                  <a:gd name="connsiteY8" fmla="*/ 83726 h 225177"/>
                  <a:gd name="connsiteX9" fmla="*/ 133961 w 158197"/>
                  <a:gd name="connsiteY9" fmla="*/ 81963 h 225177"/>
                  <a:gd name="connsiteX10" fmla="*/ 133961 w 158197"/>
                  <a:gd name="connsiteY10" fmla="*/ 2644 h 225177"/>
                  <a:gd name="connsiteX11" fmla="*/ 136605 w 158197"/>
                  <a:gd name="connsiteY11" fmla="*/ 0 h 225177"/>
                  <a:gd name="connsiteX12" fmla="*/ 155553 w 158197"/>
                  <a:gd name="connsiteY12" fmla="*/ 0 h 225177"/>
                  <a:gd name="connsiteX13" fmla="*/ 158197 w 158197"/>
                  <a:gd name="connsiteY13" fmla="*/ 2644 h 225177"/>
                  <a:gd name="connsiteX14" fmla="*/ 158197 w 158197"/>
                  <a:gd name="connsiteY14" fmla="*/ 219449 h 225177"/>
                  <a:gd name="connsiteX15" fmla="*/ 155553 w 158197"/>
                  <a:gd name="connsiteY15" fmla="*/ 222093 h 225177"/>
                  <a:gd name="connsiteX16" fmla="*/ 136605 w 158197"/>
                  <a:gd name="connsiteY16" fmla="*/ 222093 h 225177"/>
                  <a:gd name="connsiteX17" fmla="*/ 133961 w 158197"/>
                  <a:gd name="connsiteY17" fmla="*/ 219449 h 225177"/>
                  <a:gd name="connsiteX18" fmla="*/ 133961 w 158197"/>
                  <a:gd name="connsiteY18" fmla="*/ 203586 h 225177"/>
                  <a:gd name="connsiteX19" fmla="*/ 129554 w 158197"/>
                  <a:gd name="connsiteY19" fmla="*/ 201823 h 225177"/>
                  <a:gd name="connsiteX20" fmla="*/ 111047 w 158197"/>
                  <a:gd name="connsiteY20" fmla="*/ 216805 h 225177"/>
                  <a:gd name="connsiteX21" fmla="*/ 77116 w 158197"/>
                  <a:gd name="connsiteY21" fmla="*/ 225178 h 225177"/>
                  <a:gd name="connsiteX22" fmla="*/ 80200 w 158197"/>
                  <a:gd name="connsiteY22" fmla="*/ 204026 h 225177"/>
                  <a:gd name="connsiteX23" fmla="*/ 110165 w 158197"/>
                  <a:gd name="connsiteY23" fmla="*/ 195654 h 225177"/>
                  <a:gd name="connsiteX24" fmla="*/ 128673 w 158197"/>
                  <a:gd name="connsiteY24" fmla="*/ 173621 h 225177"/>
                  <a:gd name="connsiteX25" fmla="*/ 134842 w 158197"/>
                  <a:gd name="connsiteY25" fmla="*/ 143656 h 225177"/>
                  <a:gd name="connsiteX26" fmla="*/ 128673 w 158197"/>
                  <a:gd name="connsiteY26" fmla="*/ 113691 h 225177"/>
                  <a:gd name="connsiteX27" fmla="*/ 110165 w 158197"/>
                  <a:gd name="connsiteY27" fmla="*/ 91658 h 225177"/>
                  <a:gd name="connsiteX28" fmla="*/ 80200 w 158197"/>
                  <a:gd name="connsiteY28" fmla="*/ 83285 h 225177"/>
                  <a:gd name="connsiteX29" fmla="*/ 50235 w 158197"/>
                  <a:gd name="connsiteY29" fmla="*/ 91658 h 225177"/>
                  <a:gd name="connsiteX30" fmla="*/ 30846 w 158197"/>
                  <a:gd name="connsiteY30" fmla="*/ 113691 h 225177"/>
                  <a:gd name="connsiteX31" fmla="*/ 24236 w 158197"/>
                  <a:gd name="connsiteY31" fmla="*/ 143656 h 225177"/>
                  <a:gd name="connsiteX32" fmla="*/ 30846 w 158197"/>
                  <a:gd name="connsiteY32" fmla="*/ 173621 h 225177"/>
                  <a:gd name="connsiteX33" fmla="*/ 50235 w 158197"/>
                  <a:gd name="connsiteY33" fmla="*/ 195654 h 225177"/>
                  <a:gd name="connsiteX34" fmla="*/ 80200 w 158197"/>
                  <a:gd name="connsiteY34" fmla="*/ 204026 h 22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225177">
                    <a:moveTo>
                      <a:pt x="77116" y="225178"/>
                    </a:moveTo>
                    <a:cubicBezTo>
                      <a:pt x="61693" y="225178"/>
                      <a:pt x="48032" y="221653"/>
                      <a:pt x="36575" y="214161"/>
                    </a:cubicBezTo>
                    <a:cubicBezTo>
                      <a:pt x="25118" y="206670"/>
                      <a:pt x="16304" y="196976"/>
                      <a:pt x="9695" y="184637"/>
                    </a:cubicBezTo>
                    <a:cubicBezTo>
                      <a:pt x="3525" y="172299"/>
                      <a:pt x="0" y="158638"/>
                      <a:pt x="0" y="143215"/>
                    </a:cubicBezTo>
                    <a:cubicBezTo>
                      <a:pt x="0" y="127792"/>
                      <a:pt x="3085" y="114131"/>
                      <a:pt x="9695" y="101793"/>
                    </a:cubicBezTo>
                    <a:cubicBezTo>
                      <a:pt x="15864" y="89454"/>
                      <a:pt x="25118" y="79760"/>
                      <a:pt x="36575" y="72268"/>
                    </a:cubicBezTo>
                    <a:cubicBezTo>
                      <a:pt x="48032" y="64777"/>
                      <a:pt x="61693" y="61252"/>
                      <a:pt x="77116" y="61252"/>
                    </a:cubicBezTo>
                    <a:cubicBezTo>
                      <a:pt x="90336" y="61252"/>
                      <a:pt x="101352" y="63896"/>
                      <a:pt x="111047" y="68743"/>
                    </a:cubicBezTo>
                    <a:cubicBezTo>
                      <a:pt x="118097" y="72709"/>
                      <a:pt x="124707" y="77556"/>
                      <a:pt x="129554" y="83726"/>
                    </a:cubicBezTo>
                    <a:cubicBezTo>
                      <a:pt x="130876" y="85488"/>
                      <a:pt x="133961" y="84607"/>
                      <a:pt x="133961" y="81963"/>
                    </a:cubicBezTo>
                    <a:lnTo>
                      <a:pt x="133961" y="2644"/>
                    </a:lnTo>
                    <a:cubicBezTo>
                      <a:pt x="133961" y="1322"/>
                      <a:pt x="134842" y="0"/>
                      <a:pt x="136605" y="0"/>
                    </a:cubicBezTo>
                    <a:lnTo>
                      <a:pt x="155553" y="0"/>
                    </a:lnTo>
                    <a:cubicBezTo>
                      <a:pt x="156875" y="0"/>
                      <a:pt x="158197" y="881"/>
                      <a:pt x="158197" y="2644"/>
                    </a:cubicBezTo>
                    <a:lnTo>
                      <a:pt x="158197" y="219449"/>
                    </a:lnTo>
                    <a:cubicBezTo>
                      <a:pt x="158197" y="220771"/>
                      <a:pt x="157316" y="222093"/>
                      <a:pt x="155553" y="222093"/>
                    </a:cubicBezTo>
                    <a:lnTo>
                      <a:pt x="136605" y="222093"/>
                    </a:lnTo>
                    <a:cubicBezTo>
                      <a:pt x="135283" y="222093"/>
                      <a:pt x="133961" y="221212"/>
                      <a:pt x="133961" y="219449"/>
                    </a:cubicBezTo>
                    <a:lnTo>
                      <a:pt x="133961" y="203586"/>
                    </a:lnTo>
                    <a:cubicBezTo>
                      <a:pt x="133961" y="201382"/>
                      <a:pt x="131317" y="200501"/>
                      <a:pt x="129554" y="201823"/>
                    </a:cubicBezTo>
                    <a:cubicBezTo>
                      <a:pt x="124266" y="207992"/>
                      <a:pt x="118097" y="212840"/>
                      <a:pt x="111047" y="216805"/>
                    </a:cubicBezTo>
                    <a:cubicBezTo>
                      <a:pt x="101352" y="222975"/>
                      <a:pt x="89895" y="225178"/>
                      <a:pt x="77116" y="225178"/>
                    </a:cubicBezTo>
                    <a:close/>
                    <a:moveTo>
                      <a:pt x="80200" y="204026"/>
                    </a:moveTo>
                    <a:cubicBezTo>
                      <a:pt x="92098" y="204026"/>
                      <a:pt x="102233" y="201382"/>
                      <a:pt x="110165" y="195654"/>
                    </a:cubicBezTo>
                    <a:cubicBezTo>
                      <a:pt x="118097" y="190366"/>
                      <a:pt x="124266" y="182874"/>
                      <a:pt x="128673" y="173621"/>
                    </a:cubicBezTo>
                    <a:cubicBezTo>
                      <a:pt x="133080" y="164367"/>
                      <a:pt x="134842" y="154231"/>
                      <a:pt x="134842" y="143656"/>
                    </a:cubicBezTo>
                    <a:cubicBezTo>
                      <a:pt x="134842" y="132639"/>
                      <a:pt x="132639" y="122504"/>
                      <a:pt x="128673" y="113691"/>
                    </a:cubicBezTo>
                    <a:cubicBezTo>
                      <a:pt x="124266" y="104437"/>
                      <a:pt x="118097" y="97386"/>
                      <a:pt x="110165" y="91658"/>
                    </a:cubicBezTo>
                    <a:cubicBezTo>
                      <a:pt x="102233" y="86370"/>
                      <a:pt x="92098" y="83285"/>
                      <a:pt x="80200" y="83285"/>
                    </a:cubicBezTo>
                    <a:cubicBezTo>
                      <a:pt x="68743" y="83285"/>
                      <a:pt x="58608" y="85929"/>
                      <a:pt x="50235" y="91658"/>
                    </a:cubicBezTo>
                    <a:cubicBezTo>
                      <a:pt x="41863" y="96945"/>
                      <a:pt x="35253" y="104437"/>
                      <a:pt x="30846" y="113691"/>
                    </a:cubicBezTo>
                    <a:cubicBezTo>
                      <a:pt x="26440" y="122944"/>
                      <a:pt x="24236" y="132639"/>
                      <a:pt x="24236" y="143656"/>
                    </a:cubicBezTo>
                    <a:cubicBezTo>
                      <a:pt x="24236" y="154231"/>
                      <a:pt x="26440" y="164367"/>
                      <a:pt x="30846" y="173621"/>
                    </a:cubicBezTo>
                    <a:cubicBezTo>
                      <a:pt x="35253" y="182874"/>
                      <a:pt x="41863" y="190366"/>
                      <a:pt x="50235" y="195654"/>
                    </a:cubicBezTo>
                    <a:cubicBezTo>
                      <a:pt x="58608" y="200942"/>
                      <a:pt x="68303" y="204026"/>
                      <a:pt x="80200" y="2040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A2ADB134-EC11-BBC7-E99C-49F2E7D468B7}"/>
                  </a:ext>
                </a:extLst>
              </p:cNvPr>
              <p:cNvSpPr/>
              <p:nvPr/>
            </p:nvSpPr>
            <p:spPr>
              <a:xfrm>
                <a:off x="1487943" y="1444325"/>
                <a:ext cx="158197" cy="163926"/>
              </a:xfrm>
              <a:custGeom>
                <a:avLst/>
                <a:gdLst>
                  <a:gd name="connsiteX0" fmla="*/ 77116 w 158197"/>
                  <a:gd name="connsiteY0" fmla="*/ 163926 h 163926"/>
                  <a:gd name="connsiteX1" fmla="*/ 36575 w 158197"/>
                  <a:gd name="connsiteY1" fmla="*/ 152910 h 163926"/>
                  <a:gd name="connsiteX2" fmla="*/ 9695 w 158197"/>
                  <a:gd name="connsiteY2" fmla="*/ 123385 h 163926"/>
                  <a:gd name="connsiteX3" fmla="*/ 0 w 158197"/>
                  <a:gd name="connsiteY3" fmla="*/ 81963 h 163926"/>
                  <a:gd name="connsiteX4" fmla="*/ 9695 w 158197"/>
                  <a:gd name="connsiteY4" fmla="*/ 40541 h 163926"/>
                  <a:gd name="connsiteX5" fmla="*/ 36575 w 158197"/>
                  <a:gd name="connsiteY5" fmla="*/ 11017 h 163926"/>
                  <a:gd name="connsiteX6" fmla="*/ 77116 w 158197"/>
                  <a:gd name="connsiteY6" fmla="*/ 0 h 163926"/>
                  <a:gd name="connsiteX7" fmla="*/ 111047 w 158197"/>
                  <a:gd name="connsiteY7" fmla="*/ 7491 h 163926"/>
                  <a:gd name="connsiteX8" fmla="*/ 129554 w 158197"/>
                  <a:gd name="connsiteY8" fmla="*/ 22474 h 163926"/>
                  <a:gd name="connsiteX9" fmla="*/ 133961 w 158197"/>
                  <a:gd name="connsiteY9" fmla="*/ 20711 h 163926"/>
                  <a:gd name="connsiteX10" fmla="*/ 133961 w 158197"/>
                  <a:gd name="connsiteY10" fmla="*/ 4847 h 163926"/>
                  <a:gd name="connsiteX11" fmla="*/ 136605 w 158197"/>
                  <a:gd name="connsiteY11" fmla="*/ 2203 h 163926"/>
                  <a:gd name="connsiteX12" fmla="*/ 155553 w 158197"/>
                  <a:gd name="connsiteY12" fmla="*/ 2203 h 163926"/>
                  <a:gd name="connsiteX13" fmla="*/ 158197 w 158197"/>
                  <a:gd name="connsiteY13" fmla="*/ 4847 h 163926"/>
                  <a:gd name="connsiteX14" fmla="*/ 158197 w 158197"/>
                  <a:gd name="connsiteY14" fmla="*/ 158198 h 163926"/>
                  <a:gd name="connsiteX15" fmla="*/ 155553 w 158197"/>
                  <a:gd name="connsiteY15" fmla="*/ 160841 h 163926"/>
                  <a:gd name="connsiteX16" fmla="*/ 136605 w 158197"/>
                  <a:gd name="connsiteY16" fmla="*/ 160841 h 163926"/>
                  <a:gd name="connsiteX17" fmla="*/ 133961 w 158197"/>
                  <a:gd name="connsiteY17" fmla="*/ 158198 h 163926"/>
                  <a:gd name="connsiteX18" fmla="*/ 133961 w 158197"/>
                  <a:gd name="connsiteY18" fmla="*/ 142334 h 163926"/>
                  <a:gd name="connsiteX19" fmla="*/ 129554 w 158197"/>
                  <a:gd name="connsiteY19" fmla="*/ 140571 h 163926"/>
                  <a:gd name="connsiteX20" fmla="*/ 111047 w 158197"/>
                  <a:gd name="connsiteY20" fmla="*/ 155554 h 163926"/>
                  <a:gd name="connsiteX21" fmla="*/ 77116 w 158197"/>
                  <a:gd name="connsiteY21" fmla="*/ 163926 h 163926"/>
                  <a:gd name="connsiteX22" fmla="*/ 80200 w 158197"/>
                  <a:gd name="connsiteY22" fmla="*/ 142774 h 163926"/>
                  <a:gd name="connsiteX23" fmla="*/ 110165 w 158197"/>
                  <a:gd name="connsiteY23" fmla="*/ 134402 h 163926"/>
                  <a:gd name="connsiteX24" fmla="*/ 128673 w 158197"/>
                  <a:gd name="connsiteY24" fmla="*/ 112369 h 163926"/>
                  <a:gd name="connsiteX25" fmla="*/ 134842 w 158197"/>
                  <a:gd name="connsiteY25" fmla="*/ 82404 h 163926"/>
                  <a:gd name="connsiteX26" fmla="*/ 128673 w 158197"/>
                  <a:gd name="connsiteY26" fmla="*/ 52439 h 163926"/>
                  <a:gd name="connsiteX27" fmla="*/ 110165 w 158197"/>
                  <a:gd name="connsiteY27" fmla="*/ 30406 h 163926"/>
                  <a:gd name="connsiteX28" fmla="*/ 80200 w 158197"/>
                  <a:gd name="connsiteY28" fmla="*/ 22033 h 163926"/>
                  <a:gd name="connsiteX29" fmla="*/ 50235 w 158197"/>
                  <a:gd name="connsiteY29" fmla="*/ 30406 h 163926"/>
                  <a:gd name="connsiteX30" fmla="*/ 30846 w 158197"/>
                  <a:gd name="connsiteY30" fmla="*/ 52439 h 163926"/>
                  <a:gd name="connsiteX31" fmla="*/ 24236 w 158197"/>
                  <a:gd name="connsiteY31" fmla="*/ 82404 h 163926"/>
                  <a:gd name="connsiteX32" fmla="*/ 30846 w 158197"/>
                  <a:gd name="connsiteY32" fmla="*/ 112369 h 163926"/>
                  <a:gd name="connsiteX33" fmla="*/ 50235 w 158197"/>
                  <a:gd name="connsiteY33" fmla="*/ 134402 h 163926"/>
                  <a:gd name="connsiteX34" fmla="*/ 80200 w 158197"/>
                  <a:gd name="connsiteY34" fmla="*/ 142774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163926">
                    <a:moveTo>
                      <a:pt x="77116" y="163926"/>
                    </a:moveTo>
                    <a:cubicBezTo>
                      <a:pt x="61693" y="163926"/>
                      <a:pt x="48032" y="160401"/>
                      <a:pt x="36575" y="152910"/>
                    </a:cubicBezTo>
                    <a:cubicBezTo>
                      <a:pt x="25118" y="145418"/>
                      <a:pt x="16304" y="135724"/>
                      <a:pt x="969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6575" y="11017"/>
                    </a:cubicBezTo>
                    <a:cubicBezTo>
                      <a:pt x="48032" y="3525"/>
                      <a:pt x="61693" y="0"/>
                      <a:pt x="77116" y="0"/>
                    </a:cubicBezTo>
                    <a:cubicBezTo>
                      <a:pt x="90336" y="0"/>
                      <a:pt x="101352" y="2644"/>
                      <a:pt x="111047" y="7491"/>
                    </a:cubicBezTo>
                    <a:cubicBezTo>
                      <a:pt x="118097" y="11457"/>
                      <a:pt x="124707" y="16305"/>
                      <a:pt x="129554" y="22474"/>
                    </a:cubicBezTo>
                    <a:cubicBezTo>
                      <a:pt x="130876" y="24236"/>
                      <a:pt x="133961" y="23355"/>
                      <a:pt x="133961" y="20711"/>
                    </a:cubicBezTo>
                    <a:lnTo>
                      <a:pt x="133961" y="4847"/>
                    </a:lnTo>
                    <a:cubicBezTo>
                      <a:pt x="133961" y="3525"/>
                      <a:pt x="134842" y="2203"/>
                      <a:pt x="136605" y="2203"/>
                    </a:cubicBezTo>
                    <a:lnTo>
                      <a:pt x="155553" y="2203"/>
                    </a:lnTo>
                    <a:cubicBezTo>
                      <a:pt x="156875" y="2203"/>
                      <a:pt x="158197" y="3085"/>
                      <a:pt x="158197" y="4847"/>
                    </a:cubicBezTo>
                    <a:lnTo>
                      <a:pt x="158197" y="158198"/>
                    </a:lnTo>
                    <a:cubicBezTo>
                      <a:pt x="158197" y="159519"/>
                      <a:pt x="157316" y="160841"/>
                      <a:pt x="155553" y="160841"/>
                    </a:cubicBezTo>
                    <a:lnTo>
                      <a:pt x="136605" y="160841"/>
                    </a:lnTo>
                    <a:cubicBezTo>
                      <a:pt x="135283" y="160841"/>
                      <a:pt x="133961" y="159960"/>
                      <a:pt x="133961" y="158198"/>
                    </a:cubicBezTo>
                    <a:lnTo>
                      <a:pt x="133961" y="142334"/>
                    </a:lnTo>
                    <a:cubicBezTo>
                      <a:pt x="133961" y="140130"/>
                      <a:pt x="131317" y="139249"/>
                      <a:pt x="129554" y="140571"/>
                    </a:cubicBezTo>
                    <a:cubicBezTo>
                      <a:pt x="124266" y="146740"/>
                      <a:pt x="118097" y="151588"/>
                      <a:pt x="111047" y="155554"/>
                    </a:cubicBezTo>
                    <a:cubicBezTo>
                      <a:pt x="101352" y="161723"/>
                      <a:pt x="89895" y="163926"/>
                      <a:pt x="77116" y="163926"/>
                    </a:cubicBezTo>
                    <a:close/>
                    <a:moveTo>
                      <a:pt x="80200" y="142774"/>
                    </a:moveTo>
                    <a:cubicBezTo>
                      <a:pt x="92098" y="142774"/>
                      <a:pt x="102233" y="140130"/>
                      <a:pt x="110165" y="134402"/>
                    </a:cubicBezTo>
                    <a:cubicBezTo>
                      <a:pt x="118097" y="129114"/>
                      <a:pt x="124266" y="121623"/>
                      <a:pt x="128673" y="112369"/>
                    </a:cubicBezTo>
                    <a:cubicBezTo>
                      <a:pt x="133080" y="103115"/>
                      <a:pt x="134842" y="92980"/>
                      <a:pt x="134842" y="82404"/>
                    </a:cubicBezTo>
                    <a:cubicBezTo>
                      <a:pt x="134842" y="71387"/>
                      <a:pt x="132639" y="61252"/>
                      <a:pt x="128673" y="52439"/>
                    </a:cubicBezTo>
                    <a:cubicBezTo>
                      <a:pt x="124266" y="43185"/>
                      <a:pt x="118097" y="36134"/>
                      <a:pt x="110165" y="30406"/>
                    </a:cubicBezTo>
                    <a:cubicBezTo>
                      <a:pt x="102233" y="25118"/>
                      <a:pt x="92098" y="22033"/>
                      <a:pt x="80200" y="22033"/>
                    </a:cubicBezTo>
                    <a:cubicBezTo>
                      <a:pt x="68743" y="22033"/>
                      <a:pt x="58608" y="24677"/>
                      <a:pt x="50235" y="30406"/>
                    </a:cubicBezTo>
                    <a:cubicBezTo>
                      <a:pt x="41863" y="35694"/>
                      <a:pt x="35253" y="43185"/>
                      <a:pt x="30846" y="52439"/>
                    </a:cubicBezTo>
                    <a:cubicBezTo>
                      <a:pt x="26440" y="61693"/>
                      <a:pt x="24236" y="71387"/>
                      <a:pt x="24236" y="82404"/>
                    </a:cubicBezTo>
                    <a:cubicBezTo>
                      <a:pt x="24236" y="92980"/>
                      <a:pt x="26440" y="103115"/>
                      <a:pt x="30846" y="112369"/>
                    </a:cubicBezTo>
                    <a:cubicBezTo>
                      <a:pt x="35253" y="121623"/>
                      <a:pt x="41863" y="129114"/>
                      <a:pt x="50235" y="134402"/>
                    </a:cubicBezTo>
                    <a:cubicBezTo>
                      <a:pt x="58608" y="139690"/>
                      <a:pt x="68303" y="142774"/>
                      <a:pt x="80200" y="142774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1C9E4758-DE7D-B535-8145-C8FC24269E68}"/>
                  </a:ext>
                </a:extLst>
              </p:cNvPr>
              <p:cNvSpPr/>
              <p:nvPr/>
            </p:nvSpPr>
            <p:spPr>
              <a:xfrm>
                <a:off x="1673902" y="1445207"/>
                <a:ext cx="140130" cy="161722"/>
              </a:xfrm>
              <a:custGeom>
                <a:avLst/>
                <a:gdLst>
                  <a:gd name="connsiteX0" fmla="*/ 0 w 140130"/>
                  <a:gd name="connsiteY0" fmla="*/ 158197 h 161722"/>
                  <a:gd name="connsiteX1" fmla="*/ 0 w 140130"/>
                  <a:gd name="connsiteY1" fmla="*/ 4847 h 161722"/>
                  <a:gd name="connsiteX2" fmla="*/ 2644 w 140130"/>
                  <a:gd name="connsiteY2" fmla="*/ 2203 h 161722"/>
                  <a:gd name="connsiteX3" fmla="*/ 21592 w 140130"/>
                  <a:gd name="connsiteY3" fmla="*/ 2203 h 161722"/>
                  <a:gd name="connsiteX4" fmla="*/ 24236 w 140130"/>
                  <a:gd name="connsiteY4" fmla="*/ 4847 h 161722"/>
                  <a:gd name="connsiteX5" fmla="*/ 24236 w 140130"/>
                  <a:gd name="connsiteY5" fmla="*/ 20270 h 161722"/>
                  <a:gd name="connsiteX6" fmla="*/ 28643 w 140130"/>
                  <a:gd name="connsiteY6" fmla="*/ 22033 h 161722"/>
                  <a:gd name="connsiteX7" fmla="*/ 45388 w 140130"/>
                  <a:gd name="connsiteY7" fmla="*/ 7932 h 161722"/>
                  <a:gd name="connsiteX8" fmla="*/ 77116 w 140130"/>
                  <a:gd name="connsiteY8" fmla="*/ 0 h 161722"/>
                  <a:gd name="connsiteX9" fmla="*/ 107962 w 140130"/>
                  <a:gd name="connsiteY9" fmla="*/ 7932 h 161722"/>
                  <a:gd name="connsiteX10" fmla="*/ 131317 w 140130"/>
                  <a:gd name="connsiteY10" fmla="*/ 31287 h 161722"/>
                  <a:gd name="connsiteX11" fmla="*/ 140130 w 140130"/>
                  <a:gd name="connsiteY11" fmla="*/ 69184 h 161722"/>
                  <a:gd name="connsiteX12" fmla="*/ 140130 w 140130"/>
                  <a:gd name="connsiteY12" fmla="*/ 159079 h 161722"/>
                  <a:gd name="connsiteX13" fmla="*/ 137486 w 140130"/>
                  <a:gd name="connsiteY13" fmla="*/ 161723 h 161722"/>
                  <a:gd name="connsiteX14" fmla="*/ 118538 w 140130"/>
                  <a:gd name="connsiteY14" fmla="*/ 161723 h 161722"/>
                  <a:gd name="connsiteX15" fmla="*/ 115894 w 140130"/>
                  <a:gd name="connsiteY15" fmla="*/ 159079 h 161722"/>
                  <a:gd name="connsiteX16" fmla="*/ 115894 w 140130"/>
                  <a:gd name="connsiteY16" fmla="*/ 70065 h 161722"/>
                  <a:gd name="connsiteX17" fmla="*/ 103555 w 140130"/>
                  <a:gd name="connsiteY17" fmla="*/ 35253 h 161722"/>
                  <a:gd name="connsiteX18" fmla="*/ 71387 w 140130"/>
                  <a:gd name="connsiteY18" fmla="*/ 22033 h 161722"/>
                  <a:gd name="connsiteX19" fmla="*/ 47151 w 140130"/>
                  <a:gd name="connsiteY19" fmla="*/ 28202 h 161722"/>
                  <a:gd name="connsiteX20" fmla="*/ 29965 w 140130"/>
                  <a:gd name="connsiteY20" fmla="*/ 44948 h 161722"/>
                  <a:gd name="connsiteX21" fmla="*/ 23355 w 140130"/>
                  <a:gd name="connsiteY21" fmla="*/ 70065 h 161722"/>
                  <a:gd name="connsiteX22" fmla="*/ 23355 w 140130"/>
                  <a:gd name="connsiteY22" fmla="*/ 159079 h 161722"/>
                  <a:gd name="connsiteX23" fmla="*/ 20711 w 140130"/>
                  <a:gd name="connsiteY23" fmla="*/ 161723 h 161722"/>
                  <a:gd name="connsiteX24" fmla="*/ 1763 w 140130"/>
                  <a:gd name="connsiteY24" fmla="*/ 161723 h 161722"/>
                  <a:gd name="connsiteX25" fmla="*/ 0 w 140130"/>
                  <a:gd name="connsiteY25" fmla="*/ 158197 h 1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0130" h="161722">
                    <a:moveTo>
                      <a:pt x="0" y="158197"/>
                    </a:moveTo>
                    <a:lnTo>
                      <a:pt x="0" y="4847"/>
                    </a:lnTo>
                    <a:cubicBezTo>
                      <a:pt x="0" y="3525"/>
                      <a:pt x="881" y="2203"/>
                      <a:pt x="2644" y="2203"/>
                    </a:cubicBezTo>
                    <a:lnTo>
                      <a:pt x="21592" y="2203"/>
                    </a:lnTo>
                    <a:cubicBezTo>
                      <a:pt x="22914" y="2203"/>
                      <a:pt x="24236" y="3085"/>
                      <a:pt x="24236" y="4847"/>
                    </a:cubicBezTo>
                    <a:lnTo>
                      <a:pt x="24236" y="20270"/>
                    </a:lnTo>
                    <a:cubicBezTo>
                      <a:pt x="24236" y="22474"/>
                      <a:pt x="26880" y="23355"/>
                      <a:pt x="28643" y="22033"/>
                    </a:cubicBezTo>
                    <a:cubicBezTo>
                      <a:pt x="33490" y="16745"/>
                      <a:pt x="39219" y="11898"/>
                      <a:pt x="45388" y="7932"/>
                    </a:cubicBezTo>
                    <a:cubicBezTo>
                      <a:pt x="53761" y="2644"/>
                      <a:pt x="64337" y="0"/>
                      <a:pt x="77116" y="0"/>
                    </a:cubicBezTo>
                    <a:cubicBezTo>
                      <a:pt x="88132" y="0"/>
                      <a:pt x="98268" y="2644"/>
                      <a:pt x="107962" y="7932"/>
                    </a:cubicBezTo>
                    <a:cubicBezTo>
                      <a:pt x="117657" y="13220"/>
                      <a:pt x="125588" y="20711"/>
                      <a:pt x="131317" y="31287"/>
                    </a:cubicBezTo>
                    <a:cubicBezTo>
                      <a:pt x="137486" y="41422"/>
                      <a:pt x="140130" y="54201"/>
                      <a:pt x="140130" y="69184"/>
                    </a:cubicBezTo>
                    <a:lnTo>
                      <a:pt x="140130" y="159079"/>
                    </a:lnTo>
                    <a:cubicBezTo>
                      <a:pt x="140130" y="160401"/>
                      <a:pt x="139249" y="161723"/>
                      <a:pt x="137486" y="161723"/>
                    </a:cubicBezTo>
                    <a:lnTo>
                      <a:pt x="118538" y="161723"/>
                    </a:lnTo>
                    <a:cubicBezTo>
                      <a:pt x="117216" y="161723"/>
                      <a:pt x="115894" y="160841"/>
                      <a:pt x="115894" y="159079"/>
                    </a:cubicBezTo>
                    <a:lnTo>
                      <a:pt x="115894" y="70065"/>
                    </a:lnTo>
                    <a:cubicBezTo>
                      <a:pt x="115894" y="55523"/>
                      <a:pt x="111928" y="44066"/>
                      <a:pt x="103555" y="35253"/>
                    </a:cubicBezTo>
                    <a:cubicBezTo>
                      <a:pt x="95183" y="26440"/>
                      <a:pt x="84607" y="22033"/>
                      <a:pt x="71387" y="22033"/>
                    </a:cubicBezTo>
                    <a:cubicBezTo>
                      <a:pt x="62574" y="22033"/>
                      <a:pt x="54642" y="24236"/>
                      <a:pt x="47151" y="28202"/>
                    </a:cubicBezTo>
                    <a:cubicBezTo>
                      <a:pt x="40100" y="32168"/>
                      <a:pt x="34372" y="37897"/>
                      <a:pt x="29965" y="44948"/>
                    </a:cubicBezTo>
                    <a:cubicBezTo>
                      <a:pt x="25558" y="52439"/>
                      <a:pt x="23355" y="60811"/>
                      <a:pt x="23355" y="70065"/>
                    </a:cubicBezTo>
                    <a:lnTo>
                      <a:pt x="23355" y="159079"/>
                    </a:lnTo>
                    <a:cubicBezTo>
                      <a:pt x="23355" y="160401"/>
                      <a:pt x="22474" y="161723"/>
                      <a:pt x="20711" y="161723"/>
                    </a:cubicBezTo>
                    <a:lnTo>
                      <a:pt x="1763" y="161723"/>
                    </a:lnTo>
                    <a:cubicBezTo>
                      <a:pt x="881" y="160841"/>
                      <a:pt x="0" y="159519"/>
                      <a:pt x="0" y="158197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0FA5C16E-52DD-E89E-2173-E4DA02C37010}"/>
                  </a:ext>
                </a:extLst>
              </p:cNvPr>
              <p:cNvSpPr/>
              <p:nvPr/>
            </p:nvSpPr>
            <p:spPr>
              <a:xfrm>
                <a:off x="1833862" y="1444325"/>
                <a:ext cx="151867" cy="163926"/>
              </a:xfrm>
              <a:custGeom>
                <a:avLst/>
                <a:gdLst>
                  <a:gd name="connsiteX0" fmla="*/ 77997 w 151867"/>
                  <a:gd name="connsiteY0" fmla="*/ 163926 h 163926"/>
                  <a:gd name="connsiteX1" fmla="*/ 36575 w 151867"/>
                  <a:gd name="connsiteY1" fmla="*/ 152910 h 163926"/>
                  <a:gd name="connsiteX2" fmla="*/ 9694 w 151867"/>
                  <a:gd name="connsiteY2" fmla="*/ 123385 h 163926"/>
                  <a:gd name="connsiteX3" fmla="*/ 0 w 151867"/>
                  <a:gd name="connsiteY3" fmla="*/ 81963 h 163926"/>
                  <a:gd name="connsiteX4" fmla="*/ 9694 w 151867"/>
                  <a:gd name="connsiteY4" fmla="*/ 40541 h 163926"/>
                  <a:gd name="connsiteX5" fmla="*/ 36575 w 151867"/>
                  <a:gd name="connsiteY5" fmla="*/ 11017 h 163926"/>
                  <a:gd name="connsiteX6" fmla="*/ 77997 w 151867"/>
                  <a:gd name="connsiteY6" fmla="*/ 0 h 163926"/>
                  <a:gd name="connsiteX7" fmla="*/ 126029 w 151867"/>
                  <a:gd name="connsiteY7" fmla="*/ 14542 h 163926"/>
                  <a:gd name="connsiteX8" fmla="*/ 151587 w 151867"/>
                  <a:gd name="connsiteY8" fmla="*/ 48913 h 163926"/>
                  <a:gd name="connsiteX9" fmla="*/ 149384 w 151867"/>
                  <a:gd name="connsiteY9" fmla="*/ 51998 h 163926"/>
                  <a:gd name="connsiteX10" fmla="*/ 128673 w 151867"/>
                  <a:gd name="connsiteY10" fmla="*/ 51998 h 163926"/>
                  <a:gd name="connsiteX11" fmla="*/ 126470 w 151867"/>
                  <a:gd name="connsiteY11" fmla="*/ 50676 h 163926"/>
                  <a:gd name="connsiteX12" fmla="*/ 109725 w 151867"/>
                  <a:gd name="connsiteY12" fmla="*/ 29965 h 163926"/>
                  <a:gd name="connsiteX13" fmla="*/ 81082 w 151867"/>
                  <a:gd name="connsiteY13" fmla="*/ 21593 h 163926"/>
                  <a:gd name="connsiteX14" fmla="*/ 50676 w 151867"/>
                  <a:gd name="connsiteY14" fmla="*/ 29965 h 163926"/>
                  <a:gd name="connsiteX15" fmla="*/ 30846 w 151867"/>
                  <a:gd name="connsiteY15" fmla="*/ 51998 h 163926"/>
                  <a:gd name="connsiteX16" fmla="*/ 23796 w 151867"/>
                  <a:gd name="connsiteY16" fmla="*/ 81963 h 163926"/>
                  <a:gd name="connsiteX17" fmla="*/ 30846 w 151867"/>
                  <a:gd name="connsiteY17" fmla="*/ 111928 h 163926"/>
                  <a:gd name="connsiteX18" fmla="*/ 50676 w 151867"/>
                  <a:gd name="connsiteY18" fmla="*/ 133961 h 163926"/>
                  <a:gd name="connsiteX19" fmla="*/ 81082 w 151867"/>
                  <a:gd name="connsiteY19" fmla="*/ 142334 h 163926"/>
                  <a:gd name="connsiteX20" fmla="*/ 109725 w 151867"/>
                  <a:gd name="connsiteY20" fmla="*/ 133961 h 163926"/>
                  <a:gd name="connsiteX21" fmla="*/ 126470 w 151867"/>
                  <a:gd name="connsiteY21" fmla="*/ 113250 h 163926"/>
                  <a:gd name="connsiteX22" fmla="*/ 128673 w 151867"/>
                  <a:gd name="connsiteY22" fmla="*/ 111928 h 163926"/>
                  <a:gd name="connsiteX23" fmla="*/ 149384 w 151867"/>
                  <a:gd name="connsiteY23" fmla="*/ 111928 h 163926"/>
                  <a:gd name="connsiteX24" fmla="*/ 151587 w 151867"/>
                  <a:gd name="connsiteY24" fmla="*/ 115013 h 163926"/>
                  <a:gd name="connsiteX25" fmla="*/ 126029 w 151867"/>
                  <a:gd name="connsiteY25" fmla="*/ 149384 h 163926"/>
                  <a:gd name="connsiteX26" fmla="*/ 77997 w 151867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7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4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7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4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4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3" y="121182"/>
                      <a:pt x="42303" y="128673"/>
                      <a:pt x="50676" y="133961"/>
                    </a:cubicBezTo>
                    <a:cubicBezTo>
                      <a:pt x="59489" y="139249"/>
                      <a:pt x="69624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4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7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94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8C305F2-2D84-DC7E-B3B6-80DBF3484BE6}"/>
                  </a:ext>
                </a:extLst>
              </p:cNvPr>
              <p:cNvSpPr/>
              <p:nvPr/>
            </p:nvSpPr>
            <p:spPr>
              <a:xfrm>
                <a:off x="2001314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7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4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7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14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11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  <p:grpSp>
          <p:nvGrpSpPr>
            <p:cNvPr id="81" name="Graphic 2">
              <a:extLst>
                <a:ext uri="{FF2B5EF4-FFF2-40B4-BE49-F238E27FC236}">
                  <a16:creationId xmlns:a16="http://schemas.microsoft.com/office/drawing/2014/main" id="{AC0DD5C3-899A-D962-1EBF-F030BE82A48C}"/>
                </a:ext>
              </a:extLst>
            </p:cNvPr>
            <p:cNvGrpSpPr/>
            <p:nvPr/>
          </p:nvGrpSpPr>
          <p:grpSpPr>
            <a:xfrm>
              <a:off x="5937851" y="3158491"/>
              <a:ext cx="453775" cy="365074"/>
              <a:chOff x="1018611" y="673609"/>
              <a:chExt cx="764627" cy="615163"/>
            </a:xfrm>
          </p:grpSpPr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FE6506FA-9117-BC68-B139-C2295652C0F5}"/>
                  </a:ext>
                </a:extLst>
              </p:cNvPr>
              <p:cNvSpPr/>
              <p:nvPr/>
            </p:nvSpPr>
            <p:spPr>
              <a:xfrm>
                <a:off x="1018611" y="673609"/>
                <a:ext cx="764627" cy="615163"/>
              </a:xfrm>
              <a:custGeom>
                <a:avLst/>
                <a:gdLst>
                  <a:gd name="connsiteX0" fmla="*/ 733288 w 764627"/>
                  <a:gd name="connsiteY0" fmla="*/ 493100 h 615163"/>
                  <a:gd name="connsiteX1" fmla="*/ 713459 w 764627"/>
                  <a:gd name="connsiteY1" fmla="*/ 489134 h 615163"/>
                  <a:gd name="connsiteX2" fmla="*/ 590514 w 764627"/>
                  <a:gd name="connsiteY2" fmla="*/ 532319 h 615163"/>
                  <a:gd name="connsiteX3" fmla="*/ 590073 w 764627"/>
                  <a:gd name="connsiteY3" fmla="*/ 532319 h 615163"/>
                  <a:gd name="connsiteX4" fmla="*/ 584345 w 764627"/>
                  <a:gd name="connsiteY4" fmla="*/ 532319 h 615163"/>
                  <a:gd name="connsiteX5" fmla="*/ 580819 w 764627"/>
                  <a:gd name="connsiteY5" fmla="*/ 532319 h 615163"/>
                  <a:gd name="connsiteX6" fmla="*/ 356082 w 764627"/>
                  <a:gd name="connsiteY6" fmla="*/ 307582 h 615163"/>
                  <a:gd name="connsiteX7" fmla="*/ 580819 w 764627"/>
                  <a:gd name="connsiteY7" fmla="*/ 82844 h 615163"/>
                  <a:gd name="connsiteX8" fmla="*/ 584345 w 764627"/>
                  <a:gd name="connsiteY8" fmla="*/ 82844 h 615163"/>
                  <a:gd name="connsiteX9" fmla="*/ 590073 w 764627"/>
                  <a:gd name="connsiteY9" fmla="*/ 82844 h 615163"/>
                  <a:gd name="connsiteX10" fmla="*/ 590514 w 764627"/>
                  <a:gd name="connsiteY10" fmla="*/ 82844 h 615163"/>
                  <a:gd name="connsiteX11" fmla="*/ 713459 w 764627"/>
                  <a:gd name="connsiteY11" fmla="*/ 126029 h 615163"/>
                  <a:gd name="connsiteX12" fmla="*/ 733288 w 764627"/>
                  <a:gd name="connsiteY12" fmla="*/ 122063 h 615163"/>
                  <a:gd name="connsiteX13" fmla="*/ 762813 w 764627"/>
                  <a:gd name="connsiteY13" fmla="*/ 72268 h 615163"/>
                  <a:gd name="connsiteX14" fmla="*/ 758847 w 764627"/>
                  <a:gd name="connsiteY14" fmla="*/ 54642 h 615163"/>
                  <a:gd name="connsiteX15" fmla="*/ 583904 w 764627"/>
                  <a:gd name="connsiteY15" fmla="*/ 0 h 615163"/>
                  <a:gd name="connsiteX16" fmla="*/ 583904 w 764627"/>
                  <a:gd name="connsiteY16" fmla="*/ 0 h 615163"/>
                  <a:gd name="connsiteX17" fmla="*/ 583904 w 764627"/>
                  <a:gd name="connsiteY17" fmla="*/ 0 h 615163"/>
                  <a:gd name="connsiteX18" fmla="*/ 400148 w 764627"/>
                  <a:gd name="connsiteY18" fmla="*/ 61252 h 615163"/>
                  <a:gd name="connsiteX19" fmla="*/ 397064 w 764627"/>
                  <a:gd name="connsiteY19" fmla="*/ 63455 h 615163"/>
                  <a:gd name="connsiteX20" fmla="*/ 260459 w 764627"/>
                  <a:gd name="connsiteY20" fmla="*/ 240601 h 615163"/>
                  <a:gd name="connsiteX21" fmla="*/ 246798 w 764627"/>
                  <a:gd name="connsiteY21" fmla="*/ 241042 h 615163"/>
                  <a:gd name="connsiteX22" fmla="*/ 105787 w 764627"/>
                  <a:gd name="connsiteY22" fmla="*/ 18067 h 615163"/>
                  <a:gd name="connsiteX23" fmla="*/ 96533 w 764627"/>
                  <a:gd name="connsiteY23" fmla="*/ 12779 h 615163"/>
                  <a:gd name="connsiteX24" fmla="*/ 11044 w 764627"/>
                  <a:gd name="connsiteY24" fmla="*/ 12779 h 615163"/>
                  <a:gd name="connsiteX25" fmla="*/ 28 w 764627"/>
                  <a:gd name="connsiteY25" fmla="*/ 24677 h 615163"/>
                  <a:gd name="connsiteX26" fmla="*/ 1790 w 764627"/>
                  <a:gd name="connsiteY26" fmla="*/ 30406 h 615163"/>
                  <a:gd name="connsiteX27" fmla="*/ 186868 w 764627"/>
                  <a:gd name="connsiteY27" fmla="*/ 303175 h 615163"/>
                  <a:gd name="connsiteX28" fmla="*/ 188190 w 764627"/>
                  <a:gd name="connsiteY28" fmla="*/ 307582 h 615163"/>
                  <a:gd name="connsiteX29" fmla="*/ 186868 w 764627"/>
                  <a:gd name="connsiteY29" fmla="*/ 311988 h 615163"/>
                  <a:gd name="connsiteX30" fmla="*/ 1790 w 764627"/>
                  <a:gd name="connsiteY30" fmla="*/ 584758 h 615163"/>
                  <a:gd name="connsiteX31" fmla="*/ 28 w 764627"/>
                  <a:gd name="connsiteY31" fmla="*/ 590486 h 615163"/>
                  <a:gd name="connsiteX32" fmla="*/ 11044 w 764627"/>
                  <a:gd name="connsiteY32" fmla="*/ 602384 h 615163"/>
                  <a:gd name="connsiteX33" fmla="*/ 96533 w 764627"/>
                  <a:gd name="connsiteY33" fmla="*/ 602384 h 615163"/>
                  <a:gd name="connsiteX34" fmla="*/ 105787 w 764627"/>
                  <a:gd name="connsiteY34" fmla="*/ 597096 h 615163"/>
                  <a:gd name="connsiteX35" fmla="*/ 246798 w 764627"/>
                  <a:gd name="connsiteY35" fmla="*/ 374122 h 615163"/>
                  <a:gd name="connsiteX36" fmla="*/ 260459 w 764627"/>
                  <a:gd name="connsiteY36" fmla="*/ 374562 h 615163"/>
                  <a:gd name="connsiteX37" fmla="*/ 397064 w 764627"/>
                  <a:gd name="connsiteY37" fmla="*/ 551708 h 615163"/>
                  <a:gd name="connsiteX38" fmla="*/ 400148 w 764627"/>
                  <a:gd name="connsiteY38" fmla="*/ 553911 h 615163"/>
                  <a:gd name="connsiteX39" fmla="*/ 583904 w 764627"/>
                  <a:gd name="connsiteY39" fmla="*/ 615163 h 615163"/>
                  <a:gd name="connsiteX40" fmla="*/ 583904 w 764627"/>
                  <a:gd name="connsiteY40" fmla="*/ 615163 h 615163"/>
                  <a:gd name="connsiteX41" fmla="*/ 583904 w 764627"/>
                  <a:gd name="connsiteY41" fmla="*/ 615163 h 615163"/>
                  <a:gd name="connsiteX42" fmla="*/ 758847 w 764627"/>
                  <a:gd name="connsiteY42" fmla="*/ 560521 h 615163"/>
                  <a:gd name="connsiteX43" fmla="*/ 762813 w 764627"/>
                  <a:gd name="connsiteY43" fmla="*/ 542895 h 615163"/>
                  <a:gd name="connsiteX44" fmla="*/ 733288 w 764627"/>
                  <a:gd name="connsiteY44" fmla="*/ 493100 h 615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64627" h="615163">
                    <a:moveTo>
                      <a:pt x="733288" y="493100"/>
                    </a:moveTo>
                    <a:cubicBezTo>
                      <a:pt x="729322" y="486049"/>
                      <a:pt x="720069" y="484287"/>
                      <a:pt x="713459" y="489134"/>
                    </a:cubicBezTo>
                    <a:cubicBezTo>
                      <a:pt x="678646" y="514252"/>
                      <a:pt x="636343" y="530116"/>
                      <a:pt x="590514" y="532319"/>
                    </a:cubicBezTo>
                    <a:cubicBezTo>
                      <a:pt x="590514" y="532319"/>
                      <a:pt x="590514" y="532319"/>
                      <a:pt x="590073" y="532319"/>
                    </a:cubicBezTo>
                    <a:cubicBezTo>
                      <a:pt x="588311" y="532319"/>
                      <a:pt x="586107" y="532319"/>
                      <a:pt x="584345" y="532319"/>
                    </a:cubicBezTo>
                    <a:cubicBezTo>
                      <a:pt x="583023" y="532319"/>
                      <a:pt x="582141" y="532319"/>
                      <a:pt x="580819" y="532319"/>
                    </a:cubicBezTo>
                    <a:cubicBezTo>
                      <a:pt x="456553" y="532319"/>
                      <a:pt x="356082" y="431848"/>
                      <a:pt x="356082" y="307582"/>
                    </a:cubicBezTo>
                    <a:cubicBezTo>
                      <a:pt x="356082" y="183315"/>
                      <a:pt x="456994" y="82844"/>
                      <a:pt x="580819" y="82844"/>
                    </a:cubicBezTo>
                    <a:cubicBezTo>
                      <a:pt x="582141" y="82844"/>
                      <a:pt x="583023" y="82844"/>
                      <a:pt x="584345" y="82844"/>
                    </a:cubicBezTo>
                    <a:cubicBezTo>
                      <a:pt x="586107" y="82844"/>
                      <a:pt x="588311" y="82844"/>
                      <a:pt x="590073" y="82844"/>
                    </a:cubicBezTo>
                    <a:cubicBezTo>
                      <a:pt x="590073" y="82844"/>
                      <a:pt x="590514" y="82844"/>
                      <a:pt x="590514" y="82844"/>
                    </a:cubicBezTo>
                    <a:cubicBezTo>
                      <a:pt x="636343" y="84607"/>
                      <a:pt x="678646" y="100471"/>
                      <a:pt x="713459" y="126029"/>
                    </a:cubicBezTo>
                    <a:cubicBezTo>
                      <a:pt x="720069" y="130876"/>
                      <a:pt x="729322" y="129114"/>
                      <a:pt x="733288" y="122063"/>
                    </a:cubicBezTo>
                    <a:lnTo>
                      <a:pt x="762813" y="72268"/>
                    </a:lnTo>
                    <a:cubicBezTo>
                      <a:pt x="766338" y="66099"/>
                      <a:pt x="764575" y="58608"/>
                      <a:pt x="758847" y="54642"/>
                    </a:cubicBezTo>
                    <a:cubicBezTo>
                      <a:pt x="735492" y="38338"/>
                      <a:pt x="671155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472417" y="0"/>
                      <a:pt x="400148" y="61252"/>
                      <a:pt x="400148" y="61252"/>
                    </a:cubicBezTo>
                    <a:cubicBezTo>
                      <a:pt x="400148" y="61252"/>
                      <a:pt x="399267" y="62133"/>
                      <a:pt x="397064" y="63455"/>
                    </a:cubicBezTo>
                    <a:cubicBezTo>
                      <a:pt x="382963" y="74031"/>
                      <a:pt x="322592" y="123385"/>
                      <a:pt x="260459" y="240601"/>
                    </a:cubicBezTo>
                    <a:cubicBezTo>
                      <a:pt x="257374" y="245889"/>
                      <a:pt x="249883" y="245889"/>
                      <a:pt x="246798" y="241042"/>
                    </a:cubicBezTo>
                    <a:lnTo>
                      <a:pt x="105787" y="18067"/>
                    </a:lnTo>
                    <a:cubicBezTo>
                      <a:pt x="103583" y="14982"/>
                      <a:pt x="100499" y="12779"/>
                      <a:pt x="96533" y="12779"/>
                    </a:cubicBezTo>
                    <a:lnTo>
                      <a:pt x="11044" y="12779"/>
                    </a:lnTo>
                    <a:cubicBezTo>
                      <a:pt x="4434" y="12779"/>
                      <a:pt x="-413" y="18508"/>
                      <a:pt x="28" y="24677"/>
                    </a:cubicBezTo>
                    <a:cubicBezTo>
                      <a:pt x="28" y="26440"/>
                      <a:pt x="468" y="28643"/>
                      <a:pt x="1790" y="30406"/>
                    </a:cubicBezTo>
                    <a:lnTo>
                      <a:pt x="186868" y="303175"/>
                    </a:lnTo>
                    <a:cubicBezTo>
                      <a:pt x="187750" y="304497"/>
                      <a:pt x="188190" y="305819"/>
                      <a:pt x="188190" y="307582"/>
                    </a:cubicBezTo>
                    <a:cubicBezTo>
                      <a:pt x="188190" y="308904"/>
                      <a:pt x="187750" y="310666"/>
                      <a:pt x="186868" y="311988"/>
                    </a:cubicBezTo>
                    <a:lnTo>
                      <a:pt x="1790" y="584758"/>
                    </a:lnTo>
                    <a:cubicBezTo>
                      <a:pt x="468" y="586520"/>
                      <a:pt x="28" y="588724"/>
                      <a:pt x="28" y="590486"/>
                    </a:cubicBezTo>
                    <a:cubicBezTo>
                      <a:pt x="-413" y="596655"/>
                      <a:pt x="4434" y="602384"/>
                      <a:pt x="11044" y="602384"/>
                    </a:cubicBezTo>
                    <a:lnTo>
                      <a:pt x="96533" y="602384"/>
                    </a:lnTo>
                    <a:cubicBezTo>
                      <a:pt x="100499" y="602384"/>
                      <a:pt x="103583" y="600621"/>
                      <a:pt x="105787" y="597096"/>
                    </a:cubicBezTo>
                    <a:lnTo>
                      <a:pt x="246798" y="374122"/>
                    </a:lnTo>
                    <a:cubicBezTo>
                      <a:pt x="250323" y="369274"/>
                      <a:pt x="257374" y="369715"/>
                      <a:pt x="260459" y="374562"/>
                    </a:cubicBezTo>
                    <a:cubicBezTo>
                      <a:pt x="322592" y="492219"/>
                      <a:pt x="382963" y="541132"/>
                      <a:pt x="397064" y="551708"/>
                    </a:cubicBezTo>
                    <a:cubicBezTo>
                      <a:pt x="399267" y="553030"/>
                      <a:pt x="400148" y="553911"/>
                      <a:pt x="400148" y="553911"/>
                    </a:cubicBezTo>
                    <a:cubicBezTo>
                      <a:pt x="400148" y="553911"/>
                      <a:pt x="472417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671155" y="615163"/>
                      <a:pt x="735051" y="576826"/>
                      <a:pt x="758847" y="560521"/>
                    </a:cubicBezTo>
                    <a:cubicBezTo>
                      <a:pt x="764575" y="556555"/>
                      <a:pt x="766338" y="548623"/>
                      <a:pt x="762813" y="542895"/>
                    </a:cubicBezTo>
                    <a:lnTo>
                      <a:pt x="733288" y="493100"/>
                    </a:lnTo>
                    <a:close/>
                  </a:path>
                </a:pathLst>
              </a:custGeom>
              <a:solidFill>
                <a:schemeClr val="tx1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D83470FD-B610-6D05-E6AF-3BCDA402EBA7}"/>
                  </a:ext>
                </a:extLst>
              </p:cNvPr>
              <p:cNvSpPr/>
              <p:nvPr/>
            </p:nvSpPr>
            <p:spPr>
              <a:xfrm>
                <a:off x="1462385" y="846348"/>
                <a:ext cx="269684" cy="269684"/>
              </a:xfrm>
              <a:custGeom>
                <a:avLst/>
                <a:gdLst>
                  <a:gd name="connsiteX0" fmla="*/ 269685 w 269684"/>
                  <a:gd name="connsiteY0" fmla="*/ 134842 h 269684"/>
                  <a:gd name="connsiteX1" fmla="*/ 134842 w 269684"/>
                  <a:gd name="connsiteY1" fmla="*/ 269685 h 269684"/>
                  <a:gd name="connsiteX2" fmla="*/ 0 w 269684"/>
                  <a:gd name="connsiteY2" fmla="*/ 134842 h 269684"/>
                  <a:gd name="connsiteX3" fmla="*/ 134842 w 269684"/>
                  <a:gd name="connsiteY3" fmla="*/ 0 h 269684"/>
                  <a:gd name="connsiteX4" fmla="*/ 269685 w 269684"/>
                  <a:gd name="connsiteY4" fmla="*/ 134842 h 269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9684" h="269684">
                    <a:moveTo>
                      <a:pt x="269685" y="134842"/>
                    </a:moveTo>
                    <a:cubicBezTo>
                      <a:pt x="269685" y="209314"/>
                      <a:pt x="209314" y="269685"/>
                      <a:pt x="134842" y="269685"/>
                    </a:cubicBezTo>
                    <a:cubicBezTo>
                      <a:pt x="60371" y="269685"/>
                      <a:pt x="0" y="209314"/>
                      <a:pt x="0" y="134842"/>
                    </a:cubicBezTo>
                    <a:cubicBezTo>
                      <a:pt x="0" y="60371"/>
                      <a:pt x="60371" y="0"/>
                      <a:pt x="134842" y="0"/>
                    </a:cubicBezTo>
                    <a:cubicBezTo>
                      <a:pt x="209314" y="0"/>
                      <a:pt x="269685" y="60371"/>
                      <a:pt x="269685" y="134842"/>
                    </a:cubicBezTo>
                    <a:close/>
                  </a:path>
                </a:pathLst>
              </a:custGeom>
              <a:solidFill>
                <a:srgbClr val="FFB308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524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2">
            <a:extLst>
              <a:ext uri="{FF2B5EF4-FFF2-40B4-BE49-F238E27FC236}">
                <a16:creationId xmlns:a16="http://schemas.microsoft.com/office/drawing/2014/main" id="{EEABCC71-79C8-4342-1EE4-C5041A2E9F42}"/>
              </a:ext>
            </a:extLst>
          </p:cNvPr>
          <p:cNvGrpSpPr/>
          <p:nvPr userDrawn="1"/>
        </p:nvGrpSpPr>
        <p:grpSpPr>
          <a:xfrm>
            <a:off x="10555758" y="586995"/>
            <a:ext cx="909959" cy="561181"/>
            <a:chOff x="10555758" y="586995"/>
            <a:chExt cx="909959" cy="561181"/>
          </a:xfrm>
          <a:solidFill>
            <a:schemeClr val="bg1"/>
          </a:solidFill>
        </p:grpSpPr>
        <p:grpSp>
          <p:nvGrpSpPr>
            <p:cNvPr id="3" name="Graphic 2">
              <a:extLst>
                <a:ext uri="{FF2B5EF4-FFF2-40B4-BE49-F238E27FC236}">
                  <a16:creationId xmlns:a16="http://schemas.microsoft.com/office/drawing/2014/main" id="{125E8D45-2C47-0912-82BA-731D636ACC11}"/>
                </a:ext>
              </a:extLst>
            </p:cNvPr>
            <p:cNvGrpSpPr/>
            <p:nvPr/>
          </p:nvGrpSpPr>
          <p:grpSpPr>
            <a:xfrm>
              <a:off x="10555758" y="1012974"/>
              <a:ext cx="909959" cy="135202"/>
              <a:chOff x="10555758" y="1012974"/>
              <a:chExt cx="909959" cy="135202"/>
            </a:xfrm>
            <a:solidFill>
              <a:schemeClr val="bg1"/>
            </a:solidFill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64D5A8E7-7F2C-F742-BFD4-E53652A67E75}"/>
                  </a:ext>
                </a:extLst>
              </p:cNvPr>
              <p:cNvSpPr/>
              <p:nvPr/>
            </p:nvSpPr>
            <p:spPr>
              <a:xfrm>
                <a:off x="10555758" y="1051603"/>
                <a:ext cx="87163" cy="95250"/>
              </a:xfrm>
              <a:custGeom>
                <a:avLst/>
                <a:gdLst>
                  <a:gd name="connsiteX0" fmla="*/ 322 w 87163"/>
                  <a:gd name="connsiteY0" fmla="*/ 92869 h 95250"/>
                  <a:gd name="connsiteX1" fmla="*/ 34718 w 87163"/>
                  <a:gd name="connsiteY1" fmla="*/ 47096 h 95250"/>
                  <a:gd name="connsiteX2" fmla="*/ 34718 w 87163"/>
                  <a:gd name="connsiteY2" fmla="*/ 45244 h 95250"/>
                  <a:gd name="connsiteX3" fmla="*/ 2704 w 87163"/>
                  <a:gd name="connsiteY3" fmla="*/ 2381 h 95250"/>
                  <a:gd name="connsiteX4" fmla="*/ 3762 w 87163"/>
                  <a:gd name="connsiteY4" fmla="*/ 0 h 95250"/>
                  <a:gd name="connsiteX5" fmla="*/ 18314 w 87163"/>
                  <a:gd name="connsiteY5" fmla="*/ 0 h 95250"/>
                  <a:gd name="connsiteX6" fmla="*/ 19637 w 87163"/>
                  <a:gd name="connsiteY6" fmla="*/ 529 h 95250"/>
                  <a:gd name="connsiteX7" fmla="*/ 42391 w 87163"/>
                  <a:gd name="connsiteY7" fmla="*/ 34131 h 95250"/>
                  <a:gd name="connsiteX8" fmla="*/ 44772 w 87163"/>
                  <a:gd name="connsiteY8" fmla="*/ 34131 h 95250"/>
                  <a:gd name="connsiteX9" fmla="*/ 67527 w 87163"/>
                  <a:gd name="connsiteY9" fmla="*/ 529 h 95250"/>
                  <a:gd name="connsiteX10" fmla="*/ 68850 w 87163"/>
                  <a:gd name="connsiteY10" fmla="*/ 0 h 95250"/>
                  <a:gd name="connsiteX11" fmla="*/ 83402 w 87163"/>
                  <a:gd name="connsiteY11" fmla="*/ 0 h 95250"/>
                  <a:gd name="connsiteX12" fmla="*/ 84460 w 87163"/>
                  <a:gd name="connsiteY12" fmla="*/ 2381 h 95250"/>
                  <a:gd name="connsiteX13" fmla="*/ 52445 w 87163"/>
                  <a:gd name="connsiteY13" fmla="*/ 45244 h 95250"/>
                  <a:gd name="connsiteX14" fmla="*/ 52445 w 87163"/>
                  <a:gd name="connsiteY14" fmla="*/ 47096 h 95250"/>
                  <a:gd name="connsiteX15" fmla="*/ 86841 w 87163"/>
                  <a:gd name="connsiteY15" fmla="*/ 92869 h 95250"/>
                  <a:gd name="connsiteX16" fmla="*/ 85783 w 87163"/>
                  <a:gd name="connsiteY16" fmla="*/ 95250 h 95250"/>
                  <a:gd name="connsiteX17" fmla="*/ 71231 w 87163"/>
                  <a:gd name="connsiteY17" fmla="*/ 95250 h 95250"/>
                  <a:gd name="connsiteX18" fmla="*/ 69908 w 87163"/>
                  <a:gd name="connsiteY18" fmla="*/ 94721 h 95250"/>
                  <a:gd name="connsiteX19" fmla="*/ 44772 w 87163"/>
                  <a:gd name="connsiteY19" fmla="*/ 58208 h 95250"/>
                  <a:gd name="connsiteX20" fmla="*/ 42391 w 87163"/>
                  <a:gd name="connsiteY20" fmla="*/ 58208 h 95250"/>
                  <a:gd name="connsiteX21" fmla="*/ 16991 w 87163"/>
                  <a:gd name="connsiteY21" fmla="*/ 94721 h 95250"/>
                  <a:gd name="connsiteX22" fmla="*/ 15668 w 87163"/>
                  <a:gd name="connsiteY22" fmla="*/ 95250 h 95250"/>
                  <a:gd name="connsiteX23" fmla="*/ 1381 w 87163"/>
                  <a:gd name="connsiteY23" fmla="*/ 95250 h 95250"/>
                  <a:gd name="connsiteX24" fmla="*/ 322 w 87163"/>
                  <a:gd name="connsiteY24" fmla="*/ 9286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7163" h="95250">
                    <a:moveTo>
                      <a:pt x="322" y="92869"/>
                    </a:moveTo>
                    <a:lnTo>
                      <a:pt x="34718" y="47096"/>
                    </a:lnTo>
                    <a:cubicBezTo>
                      <a:pt x="34983" y="46567"/>
                      <a:pt x="34983" y="45773"/>
                      <a:pt x="34718" y="45244"/>
                    </a:cubicBezTo>
                    <a:lnTo>
                      <a:pt x="2704" y="2381"/>
                    </a:lnTo>
                    <a:cubicBezTo>
                      <a:pt x="1910" y="1323"/>
                      <a:pt x="2704" y="0"/>
                      <a:pt x="3762" y="0"/>
                    </a:cubicBezTo>
                    <a:lnTo>
                      <a:pt x="18314" y="0"/>
                    </a:lnTo>
                    <a:cubicBezTo>
                      <a:pt x="18843" y="0"/>
                      <a:pt x="19372" y="265"/>
                      <a:pt x="19637" y="529"/>
                    </a:cubicBezTo>
                    <a:lnTo>
                      <a:pt x="42391" y="34131"/>
                    </a:lnTo>
                    <a:cubicBezTo>
                      <a:pt x="42920" y="34925"/>
                      <a:pt x="44243" y="34925"/>
                      <a:pt x="44772" y="34131"/>
                    </a:cubicBezTo>
                    <a:lnTo>
                      <a:pt x="67527" y="529"/>
                    </a:lnTo>
                    <a:cubicBezTo>
                      <a:pt x="67791" y="0"/>
                      <a:pt x="68320" y="0"/>
                      <a:pt x="68850" y="0"/>
                    </a:cubicBezTo>
                    <a:lnTo>
                      <a:pt x="83402" y="0"/>
                    </a:lnTo>
                    <a:cubicBezTo>
                      <a:pt x="84725" y="0"/>
                      <a:pt x="85254" y="1323"/>
                      <a:pt x="84460" y="2381"/>
                    </a:cubicBezTo>
                    <a:lnTo>
                      <a:pt x="52445" y="45244"/>
                    </a:lnTo>
                    <a:cubicBezTo>
                      <a:pt x="52181" y="45773"/>
                      <a:pt x="52181" y="46567"/>
                      <a:pt x="52445" y="47096"/>
                    </a:cubicBezTo>
                    <a:lnTo>
                      <a:pt x="86841" y="92869"/>
                    </a:lnTo>
                    <a:cubicBezTo>
                      <a:pt x="87635" y="93927"/>
                      <a:pt x="86841" y="95250"/>
                      <a:pt x="85783" y="95250"/>
                    </a:cubicBezTo>
                    <a:lnTo>
                      <a:pt x="71231" y="95250"/>
                    </a:lnTo>
                    <a:cubicBezTo>
                      <a:pt x="70702" y="95250"/>
                      <a:pt x="70172" y="94985"/>
                      <a:pt x="69908" y="94721"/>
                    </a:cubicBezTo>
                    <a:lnTo>
                      <a:pt x="44772" y="58208"/>
                    </a:lnTo>
                    <a:cubicBezTo>
                      <a:pt x="44243" y="57415"/>
                      <a:pt x="42920" y="57415"/>
                      <a:pt x="42391" y="58208"/>
                    </a:cubicBezTo>
                    <a:lnTo>
                      <a:pt x="16991" y="94721"/>
                    </a:lnTo>
                    <a:cubicBezTo>
                      <a:pt x="16727" y="94985"/>
                      <a:pt x="16197" y="95250"/>
                      <a:pt x="15668" y="95250"/>
                    </a:cubicBezTo>
                    <a:lnTo>
                      <a:pt x="1381" y="95250"/>
                    </a:lnTo>
                    <a:cubicBezTo>
                      <a:pt x="322" y="95250"/>
                      <a:pt x="-471" y="93662"/>
                      <a:pt x="322" y="92869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D872414-479F-6D10-6CBE-DEDCE75A8612}"/>
                  </a:ext>
                </a:extLst>
              </p:cNvPr>
              <p:cNvSpPr/>
              <p:nvPr/>
            </p:nvSpPr>
            <p:spPr>
              <a:xfrm>
                <a:off x="1064207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8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8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8" y="42598"/>
                      <a:pt x="14288" y="49213"/>
                    </a:cubicBezTo>
                    <a:cubicBezTo>
                      <a:pt x="14288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7944" y="98425"/>
                      <a:pt x="46831" y="9842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30C444B-8D4F-F177-AEC2-83AB78B4C7FC}"/>
                  </a:ext>
                </a:extLst>
              </p:cNvPr>
              <p:cNvSpPr/>
              <p:nvPr/>
            </p:nvSpPr>
            <p:spPr>
              <a:xfrm>
                <a:off x="10742347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8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8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9056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8" y="26458"/>
                      <a:pt x="17198" y="32544"/>
                      <a:pt x="15610" y="39952"/>
                    </a:cubicBezTo>
                    <a:cubicBezTo>
                      <a:pt x="15346" y="41010"/>
                      <a:pt x="16140" y="41804"/>
                      <a:pt x="16933" y="41804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DCD0E3A7-AEF1-BE2E-3F18-BC05834933D7}"/>
                  </a:ext>
                </a:extLst>
              </p:cNvPr>
              <p:cNvSpPr/>
              <p:nvPr/>
            </p:nvSpPr>
            <p:spPr>
              <a:xfrm>
                <a:off x="10848445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629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346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8D07EDE-8A34-E293-246A-17F4A5B32710}"/>
                  </a:ext>
                </a:extLst>
              </p:cNvPr>
              <p:cNvSpPr/>
              <p:nvPr/>
            </p:nvSpPr>
            <p:spPr>
              <a:xfrm>
                <a:off x="10954543" y="1012974"/>
                <a:ext cx="94985" cy="135202"/>
              </a:xfrm>
              <a:custGeom>
                <a:avLst/>
                <a:gdLst>
                  <a:gd name="connsiteX0" fmla="*/ 46302 w 94985"/>
                  <a:gd name="connsiteY0" fmla="*/ 135202 h 135202"/>
                  <a:gd name="connsiteX1" fmla="*/ 21960 w 94985"/>
                  <a:gd name="connsiteY1" fmla="*/ 128588 h 135202"/>
                  <a:gd name="connsiteX2" fmla="*/ 5821 w 94985"/>
                  <a:gd name="connsiteY2" fmla="*/ 110860 h 135202"/>
                  <a:gd name="connsiteX3" fmla="*/ 0 w 94985"/>
                  <a:gd name="connsiteY3" fmla="*/ 85990 h 135202"/>
                  <a:gd name="connsiteX4" fmla="*/ 5821 w 94985"/>
                  <a:gd name="connsiteY4" fmla="*/ 61119 h 135202"/>
                  <a:gd name="connsiteX5" fmla="*/ 21960 w 94985"/>
                  <a:gd name="connsiteY5" fmla="*/ 43392 h 135202"/>
                  <a:gd name="connsiteX6" fmla="*/ 46302 w 94985"/>
                  <a:gd name="connsiteY6" fmla="*/ 36777 h 135202"/>
                  <a:gd name="connsiteX7" fmla="*/ 66675 w 94985"/>
                  <a:gd name="connsiteY7" fmla="*/ 41275 h 135202"/>
                  <a:gd name="connsiteX8" fmla="*/ 77788 w 94985"/>
                  <a:gd name="connsiteY8" fmla="*/ 50271 h 135202"/>
                  <a:gd name="connsiteX9" fmla="*/ 80433 w 94985"/>
                  <a:gd name="connsiteY9" fmla="*/ 49213 h 135202"/>
                  <a:gd name="connsiteX10" fmla="*/ 80433 w 94985"/>
                  <a:gd name="connsiteY10" fmla="*/ 1588 h 135202"/>
                  <a:gd name="connsiteX11" fmla="*/ 82021 w 94985"/>
                  <a:gd name="connsiteY11" fmla="*/ 0 h 135202"/>
                  <a:gd name="connsiteX12" fmla="*/ 93398 w 94985"/>
                  <a:gd name="connsiteY12" fmla="*/ 0 h 135202"/>
                  <a:gd name="connsiteX13" fmla="*/ 94985 w 94985"/>
                  <a:gd name="connsiteY13" fmla="*/ 1588 h 135202"/>
                  <a:gd name="connsiteX14" fmla="*/ 94985 w 94985"/>
                  <a:gd name="connsiteY14" fmla="*/ 131763 h 135202"/>
                  <a:gd name="connsiteX15" fmla="*/ 93398 w 94985"/>
                  <a:gd name="connsiteY15" fmla="*/ 133350 h 135202"/>
                  <a:gd name="connsiteX16" fmla="*/ 82021 w 94985"/>
                  <a:gd name="connsiteY16" fmla="*/ 133350 h 135202"/>
                  <a:gd name="connsiteX17" fmla="*/ 80433 w 94985"/>
                  <a:gd name="connsiteY17" fmla="*/ 131763 h 135202"/>
                  <a:gd name="connsiteX18" fmla="*/ 80433 w 94985"/>
                  <a:gd name="connsiteY18" fmla="*/ 122238 h 135202"/>
                  <a:gd name="connsiteX19" fmla="*/ 77788 w 94985"/>
                  <a:gd name="connsiteY19" fmla="*/ 121179 h 135202"/>
                  <a:gd name="connsiteX20" fmla="*/ 66675 w 94985"/>
                  <a:gd name="connsiteY20" fmla="*/ 130175 h 135202"/>
                  <a:gd name="connsiteX21" fmla="*/ 46302 w 94985"/>
                  <a:gd name="connsiteY21" fmla="*/ 135202 h 135202"/>
                  <a:gd name="connsiteX22" fmla="*/ 48154 w 94985"/>
                  <a:gd name="connsiteY22" fmla="*/ 122502 h 135202"/>
                  <a:gd name="connsiteX23" fmla="*/ 66146 w 94985"/>
                  <a:gd name="connsiteY23" fmla="*/ 117475 h 135202"/>
                  <a:gd name="connsiteX24" fmla="*/ 77258 w 94985"/>
                  <a:gd name="connsiteY24" fmla="*/ 104246 h 135202"/>
                  <a:gd name="connsiteX25" fmla="*/ 80963 w 94985"/>
                  <a:gd name="connsiteY25" fmla="*/ 86254 h 135202"/>
                  <a:gd name="connsiteX26" fmla="*/ 77258 w 94985"/>
                  <a:gd name="connsiteY26" fmla="*/ 68263 h 135202"/>
                  <a:gd name="connsiteX27" fmla="*/ 66146 w 94985"/>
                  <a:gd name="connsiteY27" fmla="*/ 55033 h 135202"/>
                  <a:gd name="connsiteX28" fmla="*/ 48154 w 94985"/>
                  <a:gd name="connsiteY28" fmla="*/ 50006 h 135202"/>
                  <a:gd name="connsiteX29" fmla="*/ 30163 w 94985"/>
                  <a:gd name="connsiteY29" fmla="*/ 55033 h 135202"/>
                  <a:gd name="connsiteX30" fmla="*/ 18521 w 94985"/>
                  <a:gd name="connsiteY30" fmla="*/ 68263 h 135202"/>
                  <a:gd name="connsiteX31" fmla="*/ 14552 w 94985"/>
                  <a:gd name="connsiteY31" fmla="*/ 86254 h 135202"/>
                  <a:gd name="connsiteX32" fmla="*/ 18521 w 94985"/>
                  <a:gd name="connsiteY32" fmla="*/ 104246 h 135202"/>
                  <a:gd name="connsiteX33" fmla="*/ 30163 w 94985"/>
                  <a:gd name="connsiteY33" fmla="*/ 117475 h 135202"/>
                  <a:gd name="connsiteX34" fmla="*/ 48154 w 94985"/>
                  <a:gd name="connsiteY34" fmla="*/ 122502 h 135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135202">
                    <a:moveTo>
                      <a:pt x="46302" y="135202"/>
                    </a:moveTo>
                    <a:cubicBezTo>
                      <a:pt x="37042" y="135202"/>
                      <a:pt x="28840" y="133085"/>
                      <a:pt x="21960" y="128588"/>
                    </a:cubicBezTo>
                    <a:cubicBezTo>
                      <a:pt x="15081" y="124090"/>
                      <a:pt x="9790" y="118269"/>
                      <a:pt x="5821" y="110860"/>
                    </a:cubicBezTo>
                    <a:cubicBezTo>
                      <a:pt x="2117" y="103452"/>
                      <a:pt x="0" y="95250"/>
                      <a:pt x="0" y="85990"/>
                    </a:cubicBezTo>
                    <a:cubicBezTo>
                      <a:pt x="0" y="76729"/>
                      <a:pt x="1852" y="68527"/>
                      <a:pt x="5821" y="61119"/>
                    </a:cubicBezTo>
                    <a:cubicBezTo>
                      <a:pt x="9525" y="53710"/>
                      <a:pt x="15081" y="47890"/>
                      <a:pt x="21960" y="43392"/>
                    </a:cubicBezTo>
                    <a:cubicBezTo>
                      <a:pt x="28840" y="38894"/>
                      <a:pt x="37042" y="36777"/>
                      <a:pt x="46302" y="36777"/>
                    </a:cubicBezTo>
                    <a:cubicBezTo>
                      <a:pt x="54240" y="36777"/>
                      <a:pt x="60854" y="38365"/>
                      <a:pt x="66675" y="41275"/>
                    </a:cubicBezTo>
                    <a:cubicBezTo>
                      <a:pt x="70908" y="43656"/>
                      <a:pt x="74877" y="46567"/>
                      <a:pt x="77788" y="50271"/>
                    </a:cubicBezTo>
                    <a:cubicBezTo>
                      <a:pt x="78581" y="51329"/>
                      <a:pt x="80433" y="50800"/>
                      <a:pt x="80433" y="49213"/>
                    </a:cubicBezTo>
                    <a:lnTo>
                      <a:pt x="80433" y="1588"/>
                    </a:lnTo>
                    <a:cubicBezTo>
                      <a:pt x="80433" y="794"/>
                      <a:pt x="80963" y="0"/>
                      <a:pt x="82021" y="0"/>
                    </a:cubicBezTo>
                    <a:lnTo>
                      <a:pt x="93398" y="0"/>
                    </a:lnTo>
                    <a:cubicBezTo>
                      <a:pt x="94192" y="0"/>
                      <a:pt x="94985" y="529"/>
                      <a:pt x="94985" y="1588"/>
                    </a:cubicBezTo>
                    <a:lnTo>
                      <a:pt x="94985" y="131763"/>
                    </a:lnTo>
                    <a:cubicBezTo>
                      <a:pt x="94985" y="132556"/>
                      <a:pt x="94456" y="133350"/>
                      <a:pt x="93398" y="133350"/>
                    </a:cubicBezTo>
                    <a:lnTo>
                      <a:pt x="82021" y="133350"/>
                    </a:lnTo>
                    <a:cubicBezTo>
                      <a:pt x="81227" y="133350"/>
                      <a:pt x="80433" y="132821"/>
                      <a:pt x="80433" y="131763"/>
                    </a:cubicBezTo>
                    <a:lnTo>
                      <a:pt x="80433" y="122238"/>
                    </a:lnTo>
                    <a:cubicBezTo>
                      <a:pt x="80433" y="120915"/>
                      <a:pt x="78846" y="120385"/>
                      <a:pt x="77788" y="121179"/>
                    </a:cubicBezTo>
                    <a:cubicBezTo>
                      <a:pt x="74612" y="124883"/>
                      <a:pt x="70908" y="127794"/>
                      <a:pt x="66675" y="130175"/>
                    </a:cubicBezTo>
                    <a:cubicBezTo>
                      <a:pt x="60854" y="133879"/>
                      <a:pt x="53975" y="135202"/>
                      <a:pt x="46302" y="135202"/>
                    </a:cubicBezTo>
                    <a:close/>
                    <a:moveTo>
                      <a:pt x="48154" y="122502"/>
                    </a:moveTo>
                    <a:cubicBezTo>
                      <a:pt x="55298" y="122502"/>
                      <a:pt x="61383" y="120915"/>
                      <a:pt x="66146" y="117475"/>
                    </a:cubicBezTo>
                    <a:cubicBezTo>
                      <a:pt x="70908" y="114300"/>
                      <a:pt x="74612" y="109802"/>
                      <a:pt x="77258" y="104246"/>
                    </a:cubicBezTo>
                    <a:cubicBezTo>
                      <a:pt x="79904" y="98690"/>
                      <a:pt x="80963" y="92604"/>
                      <a:pt x="80963" y="86254"/>
                    </a:cubicBezTo>
                    <a:cubicBezTo>
                      <a:pt x="80963" y="79640"/>
                      <a:pt x="79640" y="73554"/>
                      <a:pt x="77258" y="68263"/>
                    </a:cubicBezTo>
                    <a:cubicBezTo>
                      <a:pt x="74612" y="62706"/>
                      <a:pt x="70908" y="58473"/>
                      <a:pt x="66146" y="55033"/>
                    </a:cubicBezTo>
                    <a:cubicBezTo>
                      <a:pt x="61383" y="51858"/>
                      <a:pt x="55298" y="50006"/>
                      <a:pt x="48154" y="50006"/>
                    </a:cubicBezTo>
                    <a:cubicBezTo>
                      <a:pt x="41275" y="50006"/>
                      <a:pt x="35190" y="51594"/>
                      <a:pt x="30163" y="55033"/>
                    </a:cubicBezTo>
                    <a:cubicBezTo>
                      <a:pt x="25135" y="58208"/>
                      <a:pt x="21167" y="62706"/>
                      <a:pt x="18521" y="68263"/>
                    </a:cubicBezTo>
                    <a:cubicBezTo>
                      <a:pt x="15875" y="73819"/>
                      <a:pt x="14552" y="79640"/>
                      <a:pt x="14552" y="86254"/>
                    </a:cubicBezTo>
                    <a:cubicBezTo>
                      <a:pt x="14552" y="92604"/>
                      <a:pt x="15875" y="98690"/>
                      <a:pt x="18521" y="104246"/>
                    </a:cubicBezTo>
                    <a:cubicBezTo>
                      <a:pt x="21167" y="109802"/>
                      <a:pt x="25135" y="114300"/>
                      <a:pt x="30163" y="117475"/>
                    </a:cubicBezTo>
                    <a:cubicBezTo>
                      <a:pt x="35190" y="120650"/>
                      <a:pt x="41010" y="122502"/>
                      <a:pt x="48154" y="122502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9F253AC-AE2D-5000-419D-10D3D75EA4B9}"/>
                  </a:ext>
                </a:extLst>
              </p:cNvPr>
              <p:cNvSpPr/>
              <p:nvPr/>
            </p:nvSpPr>
            <p:spPr>
              <a:xfrm>
                <a:off x="11063022" y="1049751"/>
                <a:ext cx="94985" cy="98425"/>
              </a:xfrm>
              <a:custGeom>
                <a:avLst/>
                <a:gdLst>
                  <a:gd name="connsiteX0" fmla="*/ 46302 w 94985"/>
                  <a:gd name="connsiteY0" fmla="*/ 98425 h 98425"/>
                  <a:gd name="connsiteX1" fmla="*/ 21960 w 94985"/>
                  <a:gd name="connsiteY1" fmla="*/ 91810 h 98425"/>
                  <a:gd name="connsiteX2" fmla="*/ 5821 w 94985"/>
                  <a:gd name="connsiteY2" fmla="*/ 74083 h 98425"/>
                  <a:gd name="connsiteX3" fmla="*/ 0 w 94985"/>
                  <a:gd name="connsiteY3" fmla="*/ 49213 h 98425"/>
                  <a:gd name="connsiteX4" fmla="*/ 5821 w 94985"/>
                  <a:gd name="connsiteY4" fmla="*/ 24342 h 98425"/>
                  <a:gd name="connsiteX5" fmla="*/ 21960 w 94985"/>
                  <a:gd name="connsiteY5" fmla="*/ 6615 h 98425"/>
                  <a:gd name="connsiteX6" fmla="*/ 46302 w 94985"/>
                  <a:gd name="connsiteY6" fmla="*/ 0 h 98425"/>
                  <a:gd name="connsiteX7" fmla="*/ 66675 w 94985"/>
                  <a:gd name="connsiteY7" fmla="*/ 4498 h 98425"/>
                  <a:gd name="connsiteX8" fmla="*/ 77788 w 94985"/>
                  <a:gd name="connsiteY8" fmla="*/ 13494 h 98425"/>
                  <a:gd name="connsiteX9" fmla="*/ 80433 w 94985"/>
                  <a:gd name="connsiteY9" fmla="*/ 12435 h 98425"/>
                  <a:gd name="connsiteX10" fmla="*/ 80433 w 94985"/>
                  <a:gd name="connsiteY10" fmla="*/ 2910 h 98425"/>
                  <a:gd name="connsiteX11" fmla="*/ 82021 w 94985"/>
                  <a:gd name="connsiteY11" fmla="*/ 1323 h 98425"/>
                  <a:gd name="connsiteX12" fmla="*/ 93398 w 94985"/>
                  <a:gd name="connsiteY12" fmla="*/ 1323 h 98425"/>
                  <a:gd name="connsiteX13" fmla="*/ 94985 w 94985"/>
                  <a:gd name="connsiteY13" fmla="*/ 2910 h 98425"/>
                  <a:gd name="connsiteX14" fmla="*/ 94985 w 94985"/>
                  <a:gd name="connsiteY14" fmla="*/ 94985 h 98425"/>
                  <a:gd name="connsiteX15" fmla="*/ 93398 w 94985"/>
                  <a:gd name="connsiteY15" fmla="*/ 96573 h 98425"/>
                  <a:gd name="connsiteX16" fmla="*/ 82021 w 94985"/>
                  <a:gd name="connsiteY16" fmla="*/ 96573 h 98425"/>
                  <a:gd name="connsiteX17" fmla="*/ 80433 w 94985"/>
                  <a:gd name="connsiteY17" fmla="*/ 94985 h 98425"/>
                  <a:gd name="connsiteX18" fmla="*/ 80433 w 94985"/>
                  <a:gd name="connsiteY18" fmla="*/ 85460 h 98425"/>
                  <a:gd name="connsiteX19" fmla="*/ 77788 w 94985"/>
                  <a:gd name="connsiteY19" fmla="*/ 84402 h 98425"/>
                  <a:gd name="connsiteX20" fmla="*/ 66675 w 94985"/>
                  <a:gd name="connsiteY20" fmla="*/ 93398 h 98425"/>
                  <a:gd name="connsiteX21" fmla="*/ 46302 w 94985"/>
                  <a:gd name="connsiteY21" fmla="*/ 98425 h 98425"/>
                  <a:gd name="connsiteX22" fmla="*/ 48154 w 94985"/>
                  <a:gd name="connsiteY22" fmla="*/ 85725 h 98425"/>
                  <a:gd name="connsiteX23" fmla="*/ 66146 w 94985"/>
                  <a:gd name="connsiteY23" fmla="*/ 80698 h 98425"/>
                  <a:gd name="connsiteX24" fmla="*/ 77258 w 94985"/>
                  <a:gd name="connsiteY24" fmla="*/ 67469 h 98425"/>
                  <a:gd name="connsiteX25" fmla="*/ 80962 w 94985"/>
                  <a:gd name="connsiteY25" fmla="*/ 49477 h 98425"/>
                  <a:gd name="connsiteX26" fmla="*/ 77258 w 94985"/>
                  <a:gd name="connsiteY26" fmla="*/ 31485 h 98425"/>
                  <a:gd name="connsiteX27" fmla="*/ 66146 w 94985"/>
                  <a:gd name="connsiteY27" fmla="*/ 18256 h 98425"/>
                  <a:gd name="connsiteX28" fmla="*/ 48154 w 94985"/>
                  <a:gd name="connsiteY28" fmla="*/ 13229 h 98425"/>
                  <a:gd name="connsiteX29" fmla="*/ 30163 w 94985"/>
                  <a:gd name="connsiteY29" fmla="*/ 18256 h 98425"/>
                  <a:gd name="connsiteX30" fmla="*/ 18521 w 94985"/>
                  <a:gd name="connsiteY30" fmla="*/ 31485 h 98425"/>
                  <a:gd name="connsiteX31" fmla="*/ 14552 w 94985"/>
                  <a:gd name="connsiteY31" fmla="*/ 49477 h 98425"/>
                  <a:gd name="connsiteX32" fmla="*/ 18521 w 94985"/>
                  <a:gd name="connsiteY32" fmla="*/ 67469 h 98425"/>
                  <a:gd name="connsiteX33" fmla="*/ 30163 w 94985"/>
                  <a:gd name="connsiteY33" fmla="*/ 80698 h 98425"/>
                  <a:gd name="connsiteX34" fmla="*/ 48154 w 94985"/>
                  <a:gd name="connsiteY34" fmla="*/ 857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98425">
                    <a:moveTo>
                      <a:pt x="46302" y="98425"/>
                    </a:moveTo>
                    <a:cubicBezTo>
                      <a:pt x="37042" y="98425"/>
                      <a:pt x="28840" y="96308"/>
                      <a:pt x="21960" y="91810"/>
                    </a:cubicBezTo>
                    <a:cubicBezTo>
                      <a:pt x="15081" y="87313"/>
                      <a:pt x="9790" y="81492"/>
                      <a:pt x="5821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1960" y="6615"/>
                    </a:cubicBezTo>
                    <a:cubicBezTo>
                      <a:pt x="28840" y="2117"/>
                      <a:pt x="37042" y="0"/>
                      <a:pt x="46302" y="0"/>
                    </a:cubicBezTo>
                    <a:cubicBezTo>
                      <a:pt x="54240" y="0"/>
                      <a:pt x="60854" y="1588"/>
                      <a:pt x="66675" y="4498"/>
                    </a:cubicBezTo>
                    <a:cubicBezTo>
                      <a:pt x="70908" y="6879"/>
                      <a:pt x="74877" y="9790"/>
                      <a:pt x="77788" y="13494"/>
                    </a:cubicBezTo>
                    <a:cubicBezTo>
                      <a:pt x="78581" y="14552"/>
                      <a:pt x="80433" y="14023"/>
                      <a:pt x="80433" y="12435"/>
                    </a:cubicBezTo>
                    <a:lnTo>
                      <a:pt x="80433" y="2910"/>
                    </a:lnTo>
                    <a:cubicBezTo>
                      <a:pt x="80433" y="2117"/>
                      <a:pt x="80962" y="1323"/>
                      <a:pt x="82021" y="1323"/>
                    </a:cubicBezTo>
                    <a:lnTo>
                      <a:pt x="93398" y="1323"/>
                    </a:lnTo>
                    <a:cubicBezTo>
                      <a:pt x="94192" y="1323"/>
                      <a:pt x="94985" y="1852"/>
                      <a:pt x="94985" y="2910"/>
                    </a:cubicBezTo>
                    <a:lnTo>
                      <a:pt x="94985" y="94985"/>
                    </a:lnTo>
                    <a:cubicBezTo>
                      <a:pt x="94985" y="95779"/>
                      <a:pt x="94456" y="96573"/>
                      <a:pt x="93398" y="96573"/>
                    </a:cubicBezTo>
                    <a:lnTo>
                      <a:pt x="82021" y="96573"/>
                    </a:lnTo>
                    <a:cubicBezTo>
                      <a:pt x="81227" y="96573"/>
                      <a:pt x="80433" y="96044"/>
                      <a:pt x="80433" y="94985"/>
                    </a:cubicBezTo>
                    <a:lnTo>
                      <a:pt x="80433" y="85460"/>
                    </a:lnTo>
                    <a:cubicBezTo>
                      <a:pt x="80433" y="84138"/>
                      <a:pt x="78846" y="83608"/>
                      <a:pt x="77788" y="84402"/>
                    </a:cubicBezTo>
                    <a:cubicBezTo>
                      <a:pt x="74612" y="88106"/>
                      <a:pt x="70908" y="91017"/>
                      <a:pt x="66675" y="93398"/>
                    </a:cubicBezTo>
                    <a:cubicBezTo>
                      <a:pt x="60854" y="97102"/>
                      <a:pt x="53975" y="98425"/>
                      <a:pt x="46302" y="98425"/>
                    </a:cubicBezTo>
                    <a:close/>
                    <a:moveTo>
                      <a:pt x="48154" y="85725"/>
                    </a:moveTo>
                    <a:cubicBezTo>
                      <a:pt x="55298" y="85725"/>
                      <a:pt x="61383" y="84138"/>
                      <a:pt x="66146" y="80698"/>
                    </a:cubicBezTo>
                    <a:cubicBezTo>
                      <a:pt x="70908" y="77523"/>
                      <a:pt x="74612" y="73025"/>
                      <a:pt x="77258" y="67469"/>
                    </a:cubicBezTo>
                    <a:cubicBezTo>
                      <a:pt x="79904" y="61913"/>
                      <a:pt x="80962" y="55827"/>
                      <a:pt x="80962" y="49477"/>
                    </a:cubicBezTo>
                    <a:cubicBezTo>
                      <a:pt x="80962" y="42863"/>
                      <a:pt x="79640" y="36777"/>
                      <a:pt x="77258" y="31485"/>
                    </a:cubicBezTo>
                    <a:cubicBezTo>
                      <a:pt x="74612" y="25929"/>
                      <a:pt x="70908" y="21696"/>
                      <a:pt x="66146" y="18256"/>
                    </a:cubicBezTo>
                    <a:cubicBezTo>
                      <a:pt x="61383" y="15081"/>
                      <a:pt x="55298" y="13229"/>
                      <a:pt x="48154" y="13229"/>
                    </a:cubicBezTo>
                    <a:cubicBezTo>
                      <a:pt x="41275" y="13229"/>
                      <a:pt x="35190" y="14817"/>
                      <a:pt x="30163" y="18256"/>
                    </a:cubicBezTo>
                    <a:cubicBezTo>
                      <a:pt x="25135" y="21431"/>
                      <a:pt x="21167" y="25929"/>
                      <a:pt x="18521" y="31485"/>
                    </a:cubicBezTo>
                    <a:cubicBezTo>
                      <a:pt x="15875" y="37042"/>
                      <a:pt x="14552" y="42863"/>
                      <a:pt x="14552" y="49477"/>
                    </a:cubicBezTo>
                    <a:cubicBezTo>
                      <a:pt x="14552" y="55827"/>
                      <a:pt x="15875" y="61913"/>
                      <a:pt x="18521" y="67469"/>
                    </a:cubicBezTo>
                    <a:cubicBezTo>
                      <a:pt x="21167" y="73025"/>
                      <a:pt x="25135" y="77523"/>
                      <a:pt x="30163" y="80698"/>
                    </a:cubicBezTo>
                    <a:cubicBezTo>
                      <a:pt x="35190" y="83873"/>
                      <a:pt x="41010" y="85725"/>
                      <a:pt x="48154" y="8572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0F87EABB-7153-8518-C4CD-CBCCACCAD413}"/>
                  </a:ext>
                </a:extLst>
              </p:cNvPr>
              <p:cNvSpPr/>
              <p:nvPr/>
            </p:nvSpPr>
            <p:spPr>
              <a:xfrm>
                <a:off x="11174677" y="1050280"/>
                <a:ext cx="84137" cy="97102"/>
              </a:xfrm>
              <a:custGeom>
                <a:avLst/>
                <a:gdLst>
                  <a:gd name="connsiteX0" fmla="*/ 0 w 84137"/>
                  <a:gd name="connsiteY0" fmla="*/ 94985 h 97102"/>
                  <a:gd name="connsiteX1" fmla="*/ 0 w 84137"/>
                  <a:gd name="connsiteY1" fmla="*/ 2910 h 97102"/>
                  <a:gd name="connsiteX2" fmla="*/ 1588 w 84137"/>
                  <a:gd name="connsiteY2" fmla="*/ 1323 h 97102"/>
                  <a:gd name="connsiteX3" fmla="*/ 12965 w 84137"/>
                  <a:gd name="connsiteY3" fmla="*/ 1323 h 97102"/>
                  <a:gd name="connsiteX4" fmla="*/ 14552 w 84137"/>
                  <a:gd name="connsiteY4" fmla="*/ 2910 h 97102"/>
                  <a:gd name="connsiteX5" fmla="*/ 14552 w 84137"/>
                  <a:gd name="connsiteY5" fmla="*/ 12171 h 97102"/>
                  <a:gd name="connsiteX6" fmla="*/ 17198 w 84137"/>
                  <a:gd name="connsiteY6" fmla="*/ 13229 h 97102"/>
                  <a:gd name="connsiteX7" fmla="*/ 27252 w 84137"/>
                  <a:gd name="connsiteY7" fmla="*/ 4762 h 97102"/>
                  <a:gd name="connsiteX8" fmla="*/ 46302 w 84137"/>
                  <a:gd name="connsiteY8" fmla="*/ 0 h 97102"/>
                  <a:gd name="connsiteX9" fmla="*/ 64823 w 84137"/>
                  <a:gd name="connsiteY9" fmla="*/ 4762 h 97102"/>
                  <a:gd name="connsiteX10" fmla="*/ 78846 w 84137"/>
                  <a:gd name="connsiteY10" fmla="*/ 18785 h 97102"/>
                  <a:gd name="connsiteX11" fmla="*/ 84138 w 84137"/>
                  <a:gd name="connsiteY11" fmla="*/ 41540 h 97102"/>
                  <a:gd name="connsiteX12" fmla="*/ 84138 w 84137"/>
                  <a:gd name="connsiteY12" fmla="*/ 95515 h 97102"/>
                  <a:gd name="connsiteX13" fmla="*/ 82550 w 84137"/>
                  <a:gd name="connsiteY13" fmla="*/ 97102 h 97102"/>
                  <a:gd name="connsiteX14" fmla="*/ 71173 w 84137"/>
                  <a:gd name="connsiteY14" fmla="*/ 97102 h 97102"/>
                  <a:gd name="connsiteX15" fmla="*/ 69585 w 84137"/>
                  <a:gd name="connsiteY15" fmla="*/ 95515 h 97102"/>
                  <a:gd name="connsiteX16" fmla="*/ 69585 w 84137"/>
                  <a:gd name="connsiteY16" fmla="*/ 42069 h 97102"/>
                  <a:gd name="connsiteX17" fmla="*/ 62177 w 84137"/>
                  <a:gd name="connsiteY17" fmla="*/ 21167 h 97102"/>
                  <a:gd name="connsiteX18" fmla="*/ 42863 w 84137"/>
                  <a:gd name="connsiteY18" fmla="*/ 13229 h 97102"/>
                  <a:gd name="connsiteX19" fmla="*/ 28310 w 84137"/>
                  <a:gd name="connsiteY19" fmla="*/ 16933 h 97102"/>
                  <a:gd name="connsiteX20" fmla="*/ 17992 w 84137"/>
                  <a:gd name="connsiteY20" fmla="*/ 26988 h 97102"/>
                  <a:gd name="connsiteX21" fmla="*/ 14023 w 84137"/>
                  <a:gd name="connsiteY21" fmla="*/ 42069 h 97102"/>
                  <a:gd name="connsiteX22" fmla="*/ 14023 w 84137"/>
                  <a:gd name="connsiteY22" fmla="*/ 95515 h 97102"/>
                  <a:gd name="connsiteX23" fmla="*/ 12435 w 84137"/>
                  <a:gd name="connsiteY23" fmla="*/ 97102 h 97102"/>
                  <a:gd name="connsiteX24" fmla="*/ 1058 w 84137"/>
                  <a:gd name="connsiteY24" fmla="*/ 97102 h 97102"/>
                  <a:gd name="connsiteX25" fmla="*/ 0 w 84137"/>
                  <a:gd name="connsiteY25" fmla="*/ 94985 h 97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84137" h="97102">
                    <a:moveTo>
                      <a:pt x="0" y="94985"/>
                    </a:moveTo>
                    <a:lnTo>
                      <a:pt x="0" y="2910"/>
                    </a:lnTo>
                    <a:cubicBezTo>
                      <a:pt x="0" y="2117"/>
                      <a:pt x="529" y="1323"/>
                      <a:pt x="1588" y="1323"/>
                    </a:cubicBezTo>
                    <a:lnTo>
                      <a:pt x="12965" y="1323"/>
                    </a:lnTo>
                    <a:cubicBezTo>
                      <a:pt x="13758" y="1323"/>
                      <a:pt x="14552" y="1852"/>
                      <a:pt x="14552" y="2910"/>
                    </a:cubicBezTo>
                    <a:lnTo>
                      <a:pt x="14552" y="12171"/>
                    </a:lnTo>
                    <a:cubicBezTo>
                      <a:pt x="14552" y="13494"/>
                      <a:pt x="16140" y="14023"/>
                      <a:pt x="17198" y="13229"/>
                    </a:cubicBezTo>
                    <a:cubicBezTo>
                      <a:pt x="20108" y="10054"/>
                      <a:pt x="23548" y="7144"/>
                      <a:pt x="27252" y="4762"/>
                    </a:cubicBezTo>
                    <a:cubicBezTo>
                      <a:pt x="32279" y="1588"/>
                      <a:pt x="38629" y="0"/>
                      <a:pt x="46302" y="0"/>
                    </a:cubicBezTo>
                    <a:cubicBezTo>
                      <a:pt x="52917" y="0"/>
                      <a:pt x="59002" y="1588"/>
                      <a:pt x="64823" y="4762"/>
                    </a:cubicBezTo>
                    <a:cubicBezTo>
                      <a:pt x="70644" y="7938"/>
                      <a:pt x="75406" y="12435"/>
                      <a:pt x="78846" y="18785"/>
                    </a:cubicBezTo>
                    <a:cubicBezTo>
                      <a:pt x="82550" y="24871"/>
                      <a:pt x="84138" y="32544"/>
                      <a:pt x="84138" y="41540"/>
                    </a:cubicBezTo>
                    <a:lnTo>
                      <a:pt x="84138" y="95515"/>
                    </a:lnTo>
                    <a:cubicBezTo>
                      <a:pt x="84138" y="96308"/>
                      <a:pt x="83608" y="97102"/>
                      <a:pt x="82550" y="97102"/>
                    </a:cubicBezTo>
                    <a:lnTo>
                      <a:pt x="71173" y="97102"/>
                    </a:lnTo>
                    <a:cubicBezTo>
                      <a:pt x="70379" y="97102"/>
                      <a:pt x="69585" y="96573"/>
                      <a:pt x="69585" y="95515"/>
                    </a:cubicBezTo>
                    <a:lnTo>
                      <a:pt x="69585" y="42069"/>
                    </a:lnTo>
                    <a:cubicBezTo>
                      <a:pt x="69585" y="33338"/>
                      <a:pt x="67204" y="26458"/>
                      <a:pt x="62177" y="21167"/>
                    </a:cubicBezTo>
                    <a:cubicBezTo>
                      <a:pt x="57150" y="15875"/>
                      <a:pt x="50800" y="13229"/>
                      <a:pt x="42863" y="13229"/>
                    </a:cubicBezTo>
                    <a:cubicBezTo>
                      <a:pt x="37571" y="13229"/>
                      <a:pt x="32808" y="14552"/>
                      <a:pt x="28310" y="16933"/>
                    </a:cubicBezTo>
                    <a:cubicBezTo>
                      <a:pt x="24077" y="19315"/>
                      <a:pt x="20638" y="22754"/>
                      <a:pt x="17992" y="26988"/>
                    </a:cubicBezTo>
                    <a:cubicBezTo>
                      <a:pt x="15346" y="31485"/>
                      <a:pt x="14023" y="36512"/>
                      <a:pt x="14023" y="42069"/>
                    </a:cubicBezTo>
                    <a:lnTo>
                      <a:pt x="14023" y="95515"/>
                    </a:lnTo>
                    <a:cubicBezTo>
                      <a:pt x="14023" y="96308"/>
                      <a:pt x="13494" y="97102"/>
                      <a:pt x="12435" y="97102"/>
                    </a:cubicBezTo>
                    <a:lnTo>
                      <a:pt x="1058" y="97102"/>
                    </a:lnTo>
                    <a:cubicBezTo>
                      <a:pt x="529" y="96573"/>
                      <a:pt x="0" y="95779"/>
                      <a:pt x="0" y="9498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672BFB8-76FC-0E32-FB1B-B213AC779694}"/>
                  </a:ext>
                </a:extLst>
              </p:cNvPr>
              <p:cNvSpPr/>
              <p:nvPr/>
            </p:nvSpPr>
            <p:spPr>
              <a:xfrm>
                <a:off x="1127072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7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7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7" y="42598"/>
                      <a:pt x="14287" y="49213"/>
                    </a:cubicBezTo>
                    <a:cubicBezTo>
                      <a:pt x="14287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8208" y="98425"/>
                      <a:pt x="46831" y="9842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328E87F-2158-D869-11A9-7D96F83C5EB6}"/>
                  </a:ext>
                </a:extLst>
              </p:cNvPr>
              <p:cNvSpPr/>
              <p:nvPr/>
            </p:nvSpPr>
            <p:spPr>
              <a:xfrm>
                <a:off x="11371262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531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081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676A5CDE-1595-4E98-0FDA-F574450BDAF3}"/>
                </a:ext>
              </a:extLst>
            </p:cNvPr>
            <p:cNvGrpSpPr/>
            <p:nvPr/>
          </p:nvGrpSpPr>
          <p:grpSpPr>
            <a:xfrm>
              <a:off x="10781224" y="586995"/>
              <a:ext cx="459100" cy="369358"/>
              <a:chOff x="10781224" y="586995"/>
              <a:chExt cx="459100" cy="369358"/>
            </a:xfrm>
            <a:solidFill>
              <a:schemeClr val="bg1"/>
            </a:solidFill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E327A6B1-0F1E-94EA-1E7F-AAD5B1A8AE47}"/>
                  </a:ext>
                </a:extLst>
              </p:cNvPr>
              <p:cNvSpPr/>
              <p:nvPr/>
            </p:nvSpPr>
            <p:spPr>
              <a:xfrm>
                <a:off x="10781224" y="586995"/>
                <a:ext cx="459100" cy="369358"/>
              </a:xfrm>
              <a:custGeom>
                <a:avLst/>
                <a:gdLst>
                  <a:gd name="connsiteX0" fmla="*/ 440283 w 459100"/>
                  <a:gd name="connsiteY0" fmla="*/ 296069 h 369358"/>
                  <a:gd name="connsiteX1" fmla="*/ 428377 w 459100"/>
                  <a:gd name="connsiteY1" fmla="*/ 293687 h 369358"/>
                  <a:gd name="connsiteX2" fmla="*/ 354558 w 459100"/>
                  <a:gd name="connsiteY2" fmla="*/ 319617 h 369358"/>
                  <a:gd name="connsiteX3" fmla="*/ 354294 w 459100"/>
                  <a:gd name="connsiteY3" fmla="*/ 319617 h 369358"/>
                  <a:gd name="connsiteX4" fmla="*/ 350854 w 459100"/>
                  <a:gd name="connsiteY4" fmla="*/ 319617 h 369358"/>
                  <a:gd name="connsiteX5" fmla="*/ 348738 w 459100"/>
                  <a:gd name="connsiteY5" fmla="*/ 319617 h 369358"/>
                  <a:gd name="connsiteX6" fmla="*/ 213800 w 459100"/>
                  <a:gd name="connsiteY6" fmla="*/ 184679 h 369358"/>
                  <a:gd name="connsiteX7" fmla="*/ 348738 w 459100"/>
                  <a:gd name="connsiteY7" fmla="*/ 49742 h 369358"/>
                  <a:gd name="connsiteX8" fmla="*/ 350854 w 459100"/>
                  <a:gd name="connsiteY8" fmla="*/ 49742 h 369358"/>
                  <a:gd name="connsiteX9" fmla="*/ 354294 w 459100"/>
                  <a:gd name="connsiteY9" fmla="*/ 49742 h 369358"/>
                  <a:gd name="connsiteX10" fmla="*/ 354558 w 459100"/>
                  <a:gd name="connsiteY10" fmla="*/ 49742 h 369358"/>
                  <a:gd name="connsiteX11" fmla="*/ 428377 w 459100"/>
                  <a:gd name="connsiteY11" fmla="*/ 75671 h 369358"/>
                  <a:gd name="connsiteX12" fmla="*/ 440283 w 459100"/>
                  <a:gd name="connsiteY12" fmla="*/ 73290 h 369358"/>
                  <a:gd name="connsiteX13" fmla="*/ 458010 w 459100"/>
                  <a:gd name="connsiteY13" fmla="*/ 43392 h 369358"/>
                  <a:gd name="connsiteX14" fmla="*/ 455629 w 459100"/>
                  <a:gd name="connsiteY14" fmla="*/ 32808 h 369358"/>
                  <a:gd name="connsiteX15" fmla="*/ 350590 w 459100"/>
                  <a:gd name="connsiteY15" fmla="*/ 0 h 369358"/>
                  <a:gd name="connsiteX16" fmla="*/ 350590 w 459100"/>
                  <a:gd name="connsiteY16" fmla="*/ 0 h 369358"/>
                  <a:gd name="connsiteX17" fmla="*/ 350590 w 459100"/>
                  <a:gd name="connsiteY17" fmla="*/ 0 h 369358"/>
                  <a:gd name="connsiteX18" fmla="*/ 240258 w 459100"/>
                  <a:gd name="connsiteY18" fmla="*/ 36777 h 369358"/>
                  <a:gd name="connsiteX19" fmla="*/ 238406 w 459100"/>
                  <a:gd name="connsiteY19" fmla="*/ 38100 h 369358"/>
                  <a:gd name="connsiteX20" fmla="*/ 156385 w 459100"/>
                  <a:gd name="connsiteY20" fmla="*/ 144463 h 369358"/>
                  <a:gd name="connsiteX21" fmla="*/ 148183 w 459100"/>
                  <a:gd name="connsiteY21" fmla="*/ 144727 h 369358"/>
                  <a:gd name="connsiteX22" fmla="*/ 63517 w 459100"/>
                  <a:gd name="connsiteY22" fmla="*/ 10848 h 369358"/>
                  <a:gd name="connsiteX23" fmla="*/ 57960 w 459100"/>
                  <a:gd name="connsiteY23" fmla="*/ 7673 h 369358"/>
                  <a:gd name="connsiteX24" fmla="*/ 6631 w 459100"/>
                  <a:gd name="connsiteY24" fmla="*/ 7673 h 369358"/>
                  <a:gd name="connsiteX25" fmla="*/ 17 w 459100"/>
                  <a:gd name="connsiteY25" fmla="*/ 14817 h 369358"/>
                  <a:gd name="connsiteX26" fmla="*/ 1075 w 459100"/>
                  <a:gd name="connsiteY26" fmla="*/ 18256 h 369358"/>
                  <a:gd name="connsiteX27" fmla="*/ 112200 w 459100"/>
                  <a:gd name="connsiteY27" fmla="*/ 182033 h 369358"/>
                  <a:gd name="connsiteX28" fmla="*/ 112994 w 459100"/>
                  <a:gd name="connsiteY28" fmla="*/ 184679 h 369358"/>
                  <a:gd name="connsiteX29" fmla="*/ 112200 w 459100"/>
                  <a:gd name="connsiteY29" fmla="*/ 187325 h 369358"/>
                  <a:gd name="connsiteX30" fmla="*/ 1075 w 459100"/>
                  <a:gd name="connsiteY30" fmla="*/ 351102 h 369358"/>
                  <a:gd name="connsiteX31" fmla="*/ 17 w 459100"/>
                  <a:gd name="connsiteY31" fmla="*/ 354542 h 369358"/>
                  <a:gd name="connsiteX32" fmla="*/ 6631 w 459100"/>
                  <a:gd name="connsiteY32" fmla="*/ 361685 h 369358"/>
                  <a:gd name="connsiteX33" fmla="*/ 57960 w 459100"/>
                  <a:gd name="connsiteY33" fmla="*/ 361685 h 369358"/>
                  <a:gd name="connsiteX34" fmla="*/ 63517 w 459100"/>
                  <a:gd name="connsiteY34" fmla="*/ 358510 h 369358"/>
                  <a:gd name="connsiteX35" fmla="*/ 148183 w 459100"/>
                  <a:gd name="connsiteY35" fmla="*/ 224631 h 369358"/>
                  <a:gd name="connsiteX36" fmla="*/ 156385 w 459100"/>
                  <a:gd name="connsiteY36" fmla="*/ 224896 h 369358"/>
                  <a:gd name="connsiteX37" fmla="*/ 238406 w 459100"/>
                  <a:gd name="connsiteY37" fmla="*/ 331258 h 369358"/>
                  <a:gd name="connsiteX38" fmla="*/ 240258 w 459100"/>
                  <a:gd name="connsiteY38" fmla="*/ 332581 h 369358"/>
                  <a:gd name="connsiteX39" fmla="*/ 350590 w 459100"/>
                  <a:gd name="connsiteY39" fmla="*/ 369358 h 369358"/>
                  <a:gd name="connsiteX40" fmla="*/ 350590 w 459100"/>
                  <a:gd name="connsiteY40" fmla="*/ 369358 h 369358"/>
                  <a:gd name="connsiteX41" fmla="*/ 350590 w 459100"/>
                  <a:gd name="connsiteY41" fmla="*/ 369358 h 369358"/>
                  <a:gd name="connsiteX42" fmla="*/ 455629 w 459100"/>
                  <a:gd name="connsiteY42" fmla="*/ 336550 h 369358"/>
                  <a:gd name="connsiteX43" fmla="*/ 458010 w 459100"/>
                  <a:gd name="connsiteY43" fmla="*/ 325967 h 369358"/>
                  <a:gd name="connsiteX44" fmla="*/ 440283 w 459100"/>
                  <a:gd name="connsiteY44" fmla="*/ 296069 h 369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59100" h="369358">
                    <a:moveTo>
                      <a:pt x="440283" y="296069"/>
                    </a:moveTo>
                    <a:cubicBezTo>
                      <a:pt x="437902" y="291835"/>
                      <a:pt x="432346" y="290777"/>
                      <a:pt x="428377" y="293687"/>
                    </a:cubicBezTo>
                    <a:cubicBezTo>
                      <a:pt x="407475" y="308769"/>
                      <a:pt x="382075" y="318294"/>
                      <a:pt x="354558" y="319617"/>
                    </a:cubicBezTo>
                    <a:cubicBezTo>
                      <a:pt x="354558" y="319617"/>
                      <a:pt x="354558" y="319617"/>
                      <a:pt x="354294" y="319617"/>
                    </a:cubicBezTo>
                    <a:cubicBezTo>
                      <a:pt x="353235" y="319617"/>
                      <a:pt x="351913" y="319617"/>
                      <a:pt x="350854" y="319617"/>
                    </a:cubicBezTo>
                    <a:cubicBezTo>
                      <a:pt x="350060" y="319617"/>
                      <a:pt x="349531" y="319617"/>
                      <a:pt x="348738" y="319617"/>
                    </a:cubicBezTo>
                    <a:cubicBezTo>
                      <a:pt x="274125" y="319617"/>
                      <a:pt x="213800" y="259292"/>
                      <a:pt x="213800" y="184679"/>
                    </a:cubicBezTo>
                    <a:cubicBezTo>
                      <a:pt x="213800" y="110067"/>
                      <a:pt x="274390" y="49742"/>
                      <a:pt x="348738" y="49742"/>
                    </a:cubicBezTo>
                    <a:cubicBezTo>
                      <a:pt x="349531" y="49742"/>
                      <a:pt x="350060" y="49742"/>
                      <a:pt x="350854" y="49742"/>
                    </a:cubicBezTo>
                    <a:cubicBezTo>
                      <a:pt x="351913" y="49742"/>
                      <a:pt x="353235" y="49742"/>
                      <a:pt x="354294" y="49742"/>
                    </a:cubicBezTo>
                    <a:cubicBezTo>
                      <a:pt x="354294" y="49742"/>
                      <a:pt x="354558" y="49742"/>
                      <a:pt x="354558" y="49742"/>
                    </a:cubicBezTo>
                    <a:cubicBezTo>
                      <a:pt x="382075" y="50800"/>
                      <a:pt x="407475" y="60325"/>
                      <a:pt x="428377" y="75671"/>
                    </a:cubicBezTo>
                    <a:cubicBezTo>
                      <a:pt x="432346" y="78581"/>
                      <a:pt x="437902" y="77523"/>
                      <a:pt x="440283" y="73290"/>
                    </a:cubicBezTo>
                    <a:lnTo>
                      <a:pt x="458010" y="43392"/>
                    </a:lnTo>
                    <a:cubicBezTo>
                      <a:pt x="460127" y="39688"/>
                      <a:pt x="459069" y="35190"/>
                      <a:pt x="455629" y="32808"/>
                    </a:cubicBezTo>
                    <a:cubicBezTo>
                      <a:pt x="441606" y="23019"/>
                      <a:pt x="402977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283650" y="0"/>
                      <a:pt x="240258" y="36777"/>
                      <a:pt x="240258" y="36777"/>
                    </a:cubicBezTo>
                    <a:cubicBezTo>
                      <a:pt x="240258" y="36777"/>
                      <a:pt x="239729" y="37306"/>
                      <a:pt x="238406" y="38100"/>
                    </a:cubicBezTo>
                    <a:cubicBezTo>
                      <a:pt x="229940" y="44450"/>
                      <a:pt x="193692" y="74083"/>
                      <a:pt x="156385" y="144463"/>
                    </a:cubicBezTo>
                    <a:cubicBezTo>
                      <a:pt x="154533" y="147637"/>
                      <a:pt x="150035" y="147637"/>
                      <a:pt x="148183" y="144727"/>
                    </a:cubicBezTo>
                    <a:lnTo>
                      <a:pt x="63517" y="10848"/>
                    </a:lnTo>
                    <a:cubicBezTo>
                      <a:pt x="62194" y="8996"/>
                      <a:pt x="60342" y="7673"/>
                      <a:pt x="57960" y="7673"/>
                    </a:cubicBezTo>
                    <a:lnTo>
                      <a:pt x="6631" y="7673"/>
                    </a:lnTo>
                    <a:cubicBezTo>
                      <a:pt x="2663" y="7673"/>
                      <a:pt x="-248" y="11112"/>
                      <a:pt x="17" y="14817"/>
                    </a:cubicBezTo>
                    <a:cubicBezTo>
                      <a:pt x="17" y="15875"/>
                      <a:pt x="281" y="17198"/>
                      <a:pt x="1075" y="18256"/>
                    </a:cubicBezTo>
                    <a:lnTo>
                      <a:pt x="112200" y="182033"/>
                    </a:lnTo>
                    <a:cubicBezTo>
                      <a:pt x="112729" y="182827"/>
                      <a:pt x="112994" y="183621"/>
                      <a:pt x="112994" y="184679"/>
                    </a:cubicBezTo>
                    <a:cubicBezTo>
                      <a:pt x="112994" y="185473"/>
                      <a:pt x="112729" y="186531"/>
                      <a:pt x="112200" y="187325"/>
                    </a:cubicBezTo>
                    <a:lnTo>
                      <a:pt x="1075" y="351102"/>
                    </a:lnTo>
                    <a:cubicBezTo>
                      <a:pt x="281" y="352160"/>
                      <a:pt x="17" y="353483"/>
                      <a:pt x="17" y="354542"/>
                    </a:cubicBezTo>
                    <a:cubicBezTo>
                      <a:pt x="-248" y="358246"/>
                      <a:pt x="2663" y="361685"/>
                      <a:pt x="6631" y="361685"/>
                    </a:cubicBezTo>
                    <a:lnTo>
                      <a:pt x="57960" y="361685"/>
                    </a:lnTo>
                    <a:cubicBezTo>
                      <a:pt x="60342" y="361685"/>
                      <a:pt x="62194" y="360627"/>
                      <a:pt x="63517" y="358510"/>
                    </a:cubicBezTo>
                    <a:lnTo>
                      <a:pt x="148183" y="224631"/>
                    </a:lnTo>
                    <a:cubicBezTo>
                      <a:pt x="150300" y="221721"/>
                      <a:pt x="154533" y="221985"/>
                      <a:pt x="156385" y="224896"/>
                    </a:cubicBezTo>
                    <a:cubicBezTo>
                      <a:pt x="193692" y="295540"/>
                      <a:pt x="229940" y="324908"/>
                      <a:pt x="238406" y="331258"/>
                    </a:cubicBezTo>
                    <a:cubicBezTo>
                      <a:pt x="239729" y="332052"/>
                      <a:pt x="240258" y="332581"/>
                      <a:pt x="240258" y="332581"/>
                    </a:cubicBezTo>
                    <a:cubicBezTo>
                      <a:pt x="240258" y="332581"/>
                      <a:pt x="28365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402977" y="369358"/>
                      <a:pt x="441342" y="346340"/>
                      <a:pt x="455629" y="336550"/>
                    </a:cubicBezTo>
                    <a:cubicBezTo>
                      <a:pt x="459069" y="334169"/>
                      <a:pt x="460127" y="329406"/>
                      <a:pt x="458010" y="325967"/>
                    </a:cubicBezTo>
                    <a:lnTo>
                      <a:pt x="440283" y="296069"/>
                    </a:ln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C70D8342-8898-10B9-B32E-EDF6071AB217}"/>
                  </a:ext>
                </a:extLst>
              </p:cNvPr>
              <p:cNvSpPr/>
              <p:nvPr/>
            </p:nvSpPr>
            <p:spPr>
              <a:xfrm>
                <a:off x="11047677" y="690711"/>
                <a:ext cx="161925" cy="161924"/>
              </a:xfrm>
              <a:custGeom>
                <a:avLst/>
                <a:gdLst>
                  <a:gd name="connsiteX0" fmla="*/ 161925 w 161925"/>
                  <a:gd name="connsiteY0" fmla="*/ 80962 h 161924"/>
                  <a:gd name="connsiteX1" fmla="*/ 80963 w 161925"/>
                  <a:gd name="connsiteY1" fmla="*/ 161925 h 161924"/>
                  <a:gd name="connsiteX2" fmla="*/ 0 w 161925"/>
                  <a:gd name="connsiteY2" fmla="*/ 80962 h 161924"/>
                  <a:gd name="connsiteX3" fmla="*/ 80963 w 161925"/>
                  <a:gd name="connsiteY3" fmla="*/ 0 h 161924"/>
                  <a:gd name="connsiteX4" fmla="*/ 161925 w 161925"/>
                  <a:gd name="connsiteY4" fmla="*/ 80962 h 16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925" h="161924">
                    <a:moveTo>
                      <a:pt x="161925" y="80962"/>
                    </a:moveTo>
                    <a:cubicBezTo>
                      <a:pt x="161925" y="125677"/>
                      <a:pt x="125677" y="161925"/>
                      <a:pt x="80963" y="161925"/>
                    </a:cubicBezTo>
                    <a:cubicBezTo>
                      <a:pt x="36248" y="161925"/>
                      <a:pt x="0" y="125677"/>
                      <a:pt x="0" y="80962"/>
                    </a:cubicBezTo>
                    <a:cubicBezTo>
                      <a:pt x="0" y="36248"/>
                      <a:pt x="36248" y="0"/>
                      <a:pt x="80963" y="0"/>
                    </a:cubicBezTo>
                    <a:cubicBezTo>
                      <a:pt x="125677" y="0"/>
                      <a:pt x="161925" y="36248"/>
                      <a:pt x="161925" y="8096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361526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D642DD60-039E-C257-1E39-ED878DA3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820400" cy="584774"/>
          </a:xfrm>
        </p:spPr>
        <p:txBody>
          <a:bodyPr lIns="0">
            <a:normAutofit/>
          </a:bodyPr>
          <a:lstStyle>
            <a:lvl1pPr algn="l">
              <a:defRPr sz="3200" b="0"/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8C7BD4-7871-5567-A8E6-093232762C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9400" y="298864"/>
            <a:ext cx="1143000" cy="1143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DE603A-F0CC-D6F3-6254-EF0C454AAF03}"/>
              </a:ext>
            </a:extLst>
          </p:cNvPr>
          <p:cNvCxnSpPr/>
          <p:nvPr userDrawn="1"/>
        </p:nvCxnSpPr>
        <p:spPr>
          <a:xfrm>
            <a:off x="762000" y="1143000"/>
            <a:ext cx="9525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90936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D642DD60-039E-C257-1E39-ED878DA3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820400" cy="584774"/>
          </a:xfrm>
        </p:spPr>
        <p:txBody>
          <a:bodyPr lIns="0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DE603A-F0CC-D6F3-6254-EF0C454AAF03}"/>
              </a:ext>
            </a:extLst>
          </p:cNvPr>
          <p:cNvCxnSpPr/>
          <p:nvPr userDrawn="1"/>
        </p:nvCxnSpPr>
        <p:spPr>
          <a:xfrm>
            <a:off x="762000" y="1143000"/>
            <a:ext cx="9525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aphic 2">
            <a:extLst>
              <a:ext uri="{FF2B5EF4-FFF2-40B4-BE49-F238E27FC236}">
                <a16:creationId xmlns:a16="http://schemas.microsoft.com/office/drawing/2014/main" id="{F8208D30-09FE-950B-7C2D-5435ACB4BAFB}"/>
              </a:ext>
            </a:extLst>
          </p:cNvPr>
          <p:cNvGrpSpPr/>
          <p:nvPr/>
        </p:nvGrpSpPr>
        <p:grpSpPr>
          <a:xfrm>
            <a:off x="10555758" y="586995"/>
            <a:ext cx="909959" cy="561181"/>
            <a:chOff x="10555758" y="586995"/>
            <a:chExt cx="909959" cy="561181"/>
          </a:xfrm>
          <a:solidFill>
            <a:schemeClr val="bg1"/>
          </a:solidFill>
        </p:grpSpPr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2A22C16F-946B-7BDA-696F-3432CEE2FC4C}"/>
                </a:ext>
              </a:extLst>
            </p:cNvPr>
            <p:cNvGrpSpPr/>
            <p:nvPr/>
          </p:nvGrpSpPr>
          <p:grpSpPr>
            <a:xfrm>
              <a:off x="10555758" y="1012974"/>
              <a:ext cx="909959" cy="135202"/>
              <a:chOff x="10555758" y="1012974"/>
              <a:chExt cx="909959" cy="135202"/>
            </a:xfrm>
            <a:grpFill/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32656FCE-F896-173D-782E-1CFD98CC9DE3}"/>
                  </a:ext>
                </a:extLst>
              </p:cNvPr>
              <p:cNvSpPr/>
              <p:nvPr/>
            </p:nvSpPr>
            <p:spPr>
              <a:xfrm>
                <a:off x="10555758" y="1051603"/>
                <a:ext cx="87163" cy="95250"/>
              </a:xfrm>
              <a:custGeom>
                <a:avLst/>
                <a:gdLst>
                  <a:gd name="connsiteX0" fmla="*/ 322 w 87163"/>
                  <a:gd name="connsiteY0" fmla="*/ 92869 h 95250"/>
                  <a:gd name="connsiteX1" fmla="*/ 34718 w 87163"/>
                  <a:gd name="connsiteY1" fmla="*/ 47096 h 95250"/>
                  <a:gd name="connsiteX2" fmla="*/ 34718 w 87163"/>
                  <a:gd name="connsiteY2" fmla="*/ 45244 h 95250"/>
                  <a:gd name="connsiteX3" fmla="*/ 2704 w 87163"/>
                  <a:gd name="connsiteY3" fmla="*/ 2381 h 95250"/>
                  <a:gd name="connsiteX4" fmla="*/ 3762 w 87163"/>
                  <a:gd name="connsiteY4" fmla="*/ 0 h 95250"/>
                  <a:gd name="connsiteX5" fmla="*/ 18314 w 87163"/>
                  <a:gd name="connsiteY5" fmla="*/ 0 h 95250"/>
                  <a:gd name="connsiteX6" fmla="*/ 19637 w 87163"/>
                  <a:gd name="connsiteY6" fmla="*/ 529 h 95250"/>
                  <a:gd name="connsiteX7" fmla="*/ 42391 w 87163"/>
                  <a:gd name="connsiteY7" fmla="*/ 34131 h 95250"/>
                  <a:gd name="connsiteX8" fmla="*/ 44772 w 87163"/>
                  <a:gd name="connsiteY8" fmla="*/ 34131 h 95250"/>
                  <a:gd name="connsiteX9" fmla="*/ 67527 w 87163"/>
                  <a:gd name="connsiteY9" fmla="*/ 529 h 95250"/>
                  <a:gd name="connsiteX10" fmla="*/ 68850 w 87163"/>
                  <a:gd name="connsiteY10" fmla="*/ 0 h 95250"/>
                  <a:gd name="connsiteX11" fmla="*/ 83402 w 87163"/>
                  <a:gd name="connsiteY11" fmla="*/ 0 h 95250"/>
                  <a:gd name="connsiteX12" fmla="*/ 84460 w 87163"/>
                  <a:gd name="connsiteY12" fmla="*/ 2381 h 95250"/>
                  <a:gd name="connsiteX13" fmla="*/ 52445 w 87163"/>
                  <a:gd name="connsiteY13" fmla="*/ 45244 h 95250"/>
                  <a:gd name="connsiteX14" fmla="*/ 52445 w 87163"/>
                  <a:gd name="connsiteY14" fmla="*/ 47096 h 95250"/>
                  <a:gd name="connsiteX15" fmla="*/ 86841 w 87163"/>
                  <a:gd name="connsiteY15" fmla="*/ 92869 h 95250"/>
                  <a:gd name="connsiteX16" fmla="*/ 85783 w 87163"/>
                  <a:gd name="connsiteY16" fmla="*/ 95250 h 95250"/>
                  <a:gd name="connsiteX17" fmla="*/ 71231 w 87163"/>
                  <a:gd name="connsiteY17" fmla="*/ 95250 h 95250"/>
                  <a:gd name="connsiteX18" fmla="*/ 69908 w 87163"/>
                  <a:gd name="connsiteY18" fmla="*/ 94721 h 95250"/>
                  <a:gd name="connsiteX19" fmla="*/ 44772 w 87163"/>
                  <a:gd name="connsiteY19" fmla="*/ 58208 h 95250"/>
                  <a:gd name="connsiteX20" fmla="*/ 42391 w 87163"/>
                  <a:gd name="connsiteY20" fmla="*/ 58208 h 95250"/>
                  <a:gd name="connsiteX21" fmla="*/ 16991 w 87163"/>
                  <a:gd name="connsiteY21" fmla="*/ 94721 h 95250"/>
                  <a:gd name="connsiteX22" fmla="*/ 15668 w 87163"/>
                  <a:gd name="connsiteY22" fmla="*/ 95250 h 95250"/>
                  <a:gd name="connsiteX23" fmla="*/ 1381 w 87163"/>
                  <a:gd name="connsiteY23" fmla="*/ 95250 h 95250"/>
                  <a:gd name="connsiteX24" fmla="*/ 322 w 87163"/>
                  <a:gd name="connsiteY24" fmla="*/ 9286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7163" h="95250">
                    <a:moveTo>
                      <a:pt x="322" y="92869"/>
                    </a:moveTo>
                    <a:lnTo>
                      <a:pt x="34718" y="47096"/>
                    </a:lnTo>
                    <a:cubicBezTo>
                      <a:pt x="34983" y="46567"/>
                      <a:pt x="34983" y="45773"/>
                      <a:pt x="34718" y="45244"/>
                    </a:cubicBezTo>
                    <a:lnTo>
                      <a:pt x="2704" y="2381"/>
                    </a:lnTo>
                    <a:cubicBezTo>
                      <a:pt x="1910" y="1323"/>
                      <a:pt x="2704" y="0"/>
                      <a:pt x="3762" y="0"/>
                    </a:cubicBezTo>
                    <a:lnTo>
                      <a:pt x="18314" y="0"/>
                    </a:lnTo>
                    <a:cubicBezTo>
                      <a:pt x="18843" y="0"/>
                      <a:pt x="19372" y="265"/>
                      <a:pt x="19637" y="529"/>
                    </a:cubicBezTo>
                    <a:lnTo>
                      <a:pt x="42391" y="34131"/>
                    </a:lnTo>
                    <a:cubicBezTo>
                      <a:pt x="42920" y="34925"/>
                      <a:pt x="44243" y="34925"/>
                      <a:pt x="44772" y="34131"/>
                    </a:cubicBezTo>
                    <a:lnTo>
                      <a:pt x="67527" y="529"/>
                    </a:lnTo>
                    <a:cubicBezTo>
                      <a:pt x="67791" y="0"/>
                      <a:pt x="68320" y="0"/>
                      <a:pt x="68850" y="0"/>
                    </a:cubicBezTo>
                    <a:lnTo>
                      <a:pt x="83402" y="0"/>
                    </a:lnTo>
                    <a:cubicBezTo>
                      <a:pt x="84725" y="0"/>
                      <a:pt x="85254" y="1323"/>
                      <a:pt x="84460" y="2381"/>
                    </a:cubicBezTo>
                    <a:lnTo>
                      <a:pt x="52445" y="45244"/>
                    </a:lnTo>
                    <a:cubicBezTo>
                      <a:pt x="52181" y="45773"/>
                      <a:pt x="52181" y="46567"/>
                      <a:pt x="52445" y="47096"/>
                    </a:cubicBezTo>
                    <a:lnTo>
                      <a:pt x="86841" y="92869"/>
                    </a:lnTo>
                    <a:cubicBezTo>
                      <a:pt x="87635" y="93927"/>
                      <a:pt x="86841" y="95250"/>
                      <a:pt x="85783" y="95250"/>
                    </a:cubicBezTo>
                    <a:lnTo>
                      <a:pt x="71231" y="95250"/>
                    </a:lnTo>
                    <a:cubicBezTo>
                      <a:pt x="70702" y="95250"/>
                      <a:pt x="70172" y="94985"/>
                      <a:pt x="69908" y="94721"/>
                    </a:cubicBezTo>
                    <a:lnTo>
                      <a:pt x="44772" y="58208"/>
                    </a:lnTo>
                    <a:cubicBezTo>
                      <a:pt x="44243" y="57415"/>
                      <a:pt x="42920" y="57415"/>
                      <a:pt x="42391" y="58208"/>
                    </a:cubicBezTo>
                    <a:lnTo>
                      <a:pt x="16991" y="94721"/>
                    </a:lnTo>
                    <a:cubicBezTo>
                      <a:pt x="16727" y="94985"/>
                      <a:pt x="16197" y="95250"/>
                      <a:pt x="15668" y="95250"/>
                    </a:cubicBezTo>
                    <a:lnTo>
                      <a:pt x="1381" y="95250"/>
                    </a:lnTo>
                    <a:cubicBezTo>
                      <a:pt x="322" y="95250"/>
                      <a:pt x="-471" y="93662"/>
                      <a:pt x="322" y="92869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6AA770FB-50E2-62E3-4031-A856F3C3D14A}"/>
                  </a:ext>
                </a:extLst>
              </p:cNvPr>
              <p:cNvSpPr/>
              <p:nvPr/>
            </p:nvSpPr>
            <p:spPr>
              <a:xfrm>
                <a:off x="1064207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8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8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8" y="42598"/>
                      <a:pt x="14288" y="49213"/>
                    </a:cubicBezTo>
                    <a:cubicBezTo>
                      <a:pt x="14288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7944" y="98425"/>
                      <a:pt x="46831" y="9842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E08F9F14-E6B2-14E0-4E07-7AFCF77EB672}"/>
                  </a:ext>
                </a:extLst>
              </p:cNvPr>
              <p:cNvSpPr/>
              <p:nvPr/>
            </p:nvSpPr>
            <p:spPr>
              <a:xfrm>
                <a:off x="10742347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8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8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9056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8" y="26458"/>
                      <a:pt x="17198" y="32544"/>
                      <a:pt x="15610" y="39952"/>
                    </a:cubicBezTo>
                    <a:cubicBezTo>
                      <a:pt x="15346" y="41010"/>
                      <a:pt x="16140" y="41804"/>
                      <a:pt x="16933" y="41804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1D67462-094A-EA77-55DF-D16DD1C03A1D}"/>
                  </a:ext>
                </a:extLst>
              </p:cNvPr>
              <p:cNvSpPr/>
              <p:nvPr/>
            </p:nvSpPr>
            <p:spPr>
              <a:xfrm>
                <a:off x="10848445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629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346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1CD2E3A-6849-71A2-0DC8-EF6BFB53A554}"/>
                  </a:ext>
                </a:extLst>
              </p:cNvPr>
              <p:cNvSpPr/>
              <p:nvPr/>
            </p:nvSpPr>
            <p:spPr>
              <a:xfrm>
                <a:off x="10954543" y="1012974"/>
                <a:ext cx="94985" cy="135202"/>
              </a:xfrm>
              <a:custGeom>
                <a:avLst/>
                <a:gdLst>
                  <a:gd name="connsiteX0" fmla="*/ 46302 w 94985"/>
                  <a:gd name="connsiteY0" fmla="*/ 135202 h 135202"/>
                  <a:gd name="connsiteX1" fmla="*/ 21960 w 94985"/>
                  <a:gd name="connsiteY1" fmla="*/ 128588 h 135202"/>
                  <a:gd name="connsiteX2" fmla="*/ 5821 w 94985"/>
                  <a:gd name="connsiteY2" fmla="*/ 110860 h 135202"/>
                  <a:gd name="connsiteX3" fmla="*/ 0 w 94985"/>
                  <a:gd name="connsiteY3" fmla="*/ 85990 h 135202"/>
                  <a:gd name="connsiteX4" fmla="*/ 5821 w 94985"/>
                  <a:gd name="connsiteY4" fmla="*/ 61119 h 135202"/>
                  <a:gd name="connsiteX5" fmla="*/ 21960 w 94985"/>
                  <a:gd name="connsiteY5" fmla="*/ 43392 h 135202"/>
                  <a:gd name="connsiteX6" fmla="*/ 46302 w 94985"/>
                  <a:gd name="connsiteY6" fmla="*/ 36777 h 135202"/>
                  <a:gd name="connsiteX7" fmla="*/ 66675 w 94985"/>
                  <a:gd name="connsiteY7" fmla="*/ 41275 h 135202"/>
                  <a:gd name="connsiteX8" fmla="*/ 77788 w 94985"/>
                  <a:gd name="connsiteY8" fmla="*/ 50271 h 135202"/>
                  <a:gd name="connsiteX9" fmla="*/ 80433 w 94985"/>
                  <a:gd name="connsiteY9" fmla="*/ 49213 h 135202"/>
                  <a:gd name="connsiteX10" fmla="*/ 80433 w 94985"/>
                  <a:gd name="connsiteY10" fmla="*/ 1588 h 135202"/>
                  <a:gd name="connsiteX11" fmla="*/ 82021 w 94985"/>
                  <a:gd name="connsiteY11" fmla="*/ 0 h 135202"/>
                  <a:gd name="connsiteX12" fmla="*/ 93398 w 94985"/>
                  <a:gd name="connsiteY12" fmla="*/ 0 h 135202"/>
                  <a:gd name="connsiteX13" fmla="*/ 94985 w 94985"/>
                  <a:gd name="connsiteY13" fmla="*/ 1588 h 135202"/>
                  <a:gd name="connsiteX14" fmla="*/ 94985 w 94985"/>
                  <a:gd name="connsiteY14" fmla="*/ 131763 h 135202"/>
                  <a:gd name="connsiteX15" fmla="*/ 93398 w 94985"/>
                  <a:gd name="connsiteY15" fmla="*/ 133350 h 135202"/>
                  <a:gd name="connsiteX16" fmla="*/ 82021 w 94985"/>
                  <a:gd name="connsiteY16" fmla="*/ 133350 h 135202"/>
                  <a:gd name="connsiteX17" fmla="*/ 80433 w 94985"/>
                  <a:gd name="connsiteY17" fmla="*/ 131763 h 135202"/>
                  <a:gd name="connsiteX18" fmla="*/ 80433 w 94985"/>
                  <a:gd name="connsiteY18" fmla="*/ 122238 h 135202"/>
                  <a:gd name="connsiteX19" fmla="*/ 77788 w 94985"/>
                  <a:gd name="connsiteY19" fmla="*/ 121179 h 135202"/>
                  <a:gd name="connsiteX20" fmla="*/ 66675 w 94985"/>
                  <a:gd name="connsiteY20" fmla="*/ 130175 h 135202"/>
                  <a:gd name="connsiteX21" fmla="*/ 46302 w 94985"/>
                  <a:gd name="connsiteY21" fmla="*/ 135202 h 135202"/>
                  <a:gd name="connsiteX22" fmla="*/ 48154 w 94985"/>
                  <a:gd name="connsiteY22" fmla="*/ 122502 h 135202"/>
                  <a:gd name="connsiteX23" fmla="*/ 66146 w 94985"/>
                  <a:gd name="connsiteY23" fmla="*/ 117475 h 135202"/>
                  <a:gd name="connsiteX24" fmla="*/ 77258 w 94985"/>
                  <a:gd name="connsiteY24" fmla="*/ 104246 h 135202"/>
                  <a:gd name="connsiteX25" fmla="*/ 80963 w 94985"/>
                  <a:gd name="connsiteY25" fmla="*/ 86254 h 135202"/>
                  <a:gd name="connsiteX26" fmla="*/ 77258 w 94985"/>
                  <a:gd name="connsiteY26" fmla="*/ 68263 h 135202"/>
                  <a:gd name="connsiteX27" fmla="*/ 66146 w 94985"/>
                  <a:gd name="connsiteY27" fmla="*/ 55033 h 135202"/>
                  <a:gd name="connsiteX28" fmla="*/ 48154 w 94985"/>
                  <a:gd name="connsiteY28" fmla="*/ 50006 h 135202"/>
                  <a:gd name="connsiteX29" fmla="*/ 30163 w 94985"/>
                  <a:gd name="connsiteY29" fmla="*/ 55033 h 135202"/>
                  <a:gd name="connsiteX30" fmla="*/ 18521 w 94985"/>
                  <a:gd name="connsiteY30" fmla="*/ 68263 h 135202"/>
                  <a:gd name="connsiteX31" fmla="*/ 14552 w 94985"/>
                  <a:gd name="connsiteY31" fmla="*/ 86254 h 135202"/>
                  <a:gd name="connsiteX32" fmla="*/ 18521 w 94985"/>
                  <a:gd name="connsiteY32" fmla="*/ 104246 h 135202"/>
                  <a:gd name="connsiteX33" fmla="*/ 30163 w 94985"/>
                  <a:gd name="connsiteY33" fmla="*/ 117475 h 135202"/>
                  <a:gd name="connsiteX34" fmla="*/ 48154 w 94985"/>
                  <a:gd name="connsiteY34" fmla="*/ 122502 h 135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135202">
                    <a:moveTo>
                      <a:pt x="46302" y="135202"/>
                    </a:moveTo>
                    <a:cubicBezTo>
                      <a:pt x="37042" y="135202"/>
                      <a:pt x="28840" y="133085"/>
                      <a:pt x="21960" y="128588"/>
                    </a:cubicBezTo>
                    <a:cubicBezTo>
                      <a:pt x="15081" y="124090"/>
                      <a:pt x="9790" y="118269"/>
                      <a:pt x="5821" y="110860"/>
                    </a:cubicBezTo>
                    <a:cubicBezTo>
                      <a:pt x="2117" y="103452"/>
                      <a:pt x="0" y="95250"/>
                      <a:pt x="0" y="85990"/>
                    </a:cubicBezTo>
                    <a:cubicBezTo>
                      <a:pt x="0" y="76729"/>
                      <a:pt x="1852" y="68527"/>
                      <a:pt x="5821" y="61119"/>
                    </a:cubicBezTo>
                    <a:cubicBezTo>
                      <a:pt x="9525" y="53710"/>
                      <a:pt x="15081" y="47890"/>
                      <a:pt x="21960" y="43392"/>
                    </a:cubicBezTo>
                    <a:cubicBezTo>
                      <a:pt x="28840" y="38894"/>
                      <a:pt x="37042" y="36777"/>
                      <a:pt x="46302" y="36777"/>
                    </a:cubicBezTo>
                    <a:cubicBezTo>
                      <a:pt x="54240" y="36777"/>
                      <a:pt x="60854" y="38365"/>
                      <a:pt x="66675" y="41275"/>
                    </a:cubicBezTo>
                    <a:cubicBezTo>
                      <a:pt x="70908" y="43656"/>
                      <a:pt x="74877" y="46567"/>
                      <a:pt x="77788" y="50271"/>
                    </a:cubicBezTo>
                    <a:cubicBezTo>
                      <a:pt x="78581" y="51329"/>
                      <a:pt x="80433" y="50800"/>
                      <a:pt x="80433" y="49213"/>
                    </a:cubicBezTo>
                    <a:lnTo>
                      <a:pt x="80433" y="1588"/>
                    </a:lnTo>
                    <a:cubicBezTo>
                      <a:pt x="80433" y="794"/>
                      <a:pt x="80963" y="0"/>
                      <a:pt x="82021" y="0"/>
                    </a:cubicBezTo>
                    <a:lnTo>
                      <a:pt x="93398" y="0"/>
                    </a:lnTo>
                    <a:cubicBezTo>
                      <a:pt x="94192" y="0"/>
                      <a:pt x="94985" y="529"/>
                      <a:pt x="94985" y="1588"/>
                    </a:cubicBezTo>
                    <a:lnTo>
                      <a:pt x="94985" y="131763"/>
                    </a:lnTo>
                    <a:cubicBezTo>
                      <a:pt x="94985" y="132556"/>
                      <a:pt x="94456" y="133350"/>
                      <a:pt x="93398" y="133350"/>
                    </a:cubicBezTo>
                    <a:lnTo>
                      <a:pt x="82021" y="133350"/>
                    </a:lnTo>
                    <a:cubicBezTo>
                      <a:pt x="81227" y="133350"/>
                      <a:pt x="80433" y="132821"/>
                      <a:pt x="80433" y="131763"/>
                    </a:cubicBezTo>
                    <a:lnTo>
                      <a:pt x="80433" y="122238"/>
                    </a:lnTo>
                    <a:cubicBezTo>
                      <a:pt x="80433" y="120915"/>
                      <a:pt x="78846" y="120385"/>
                      <a:pt x="77788" y="121179"/>
                    </a:cubicBezTo>
                    <a:cubicBezTo>
                      <a:pt x="74612" y="124883"/>
                      <a:pt x="70908" y="127794"/>
                      <a:pt x="66675" y="130175"/>
                    </a:cubicBezTo>
                    <a:cubicBezTo>
                      <a:pt x="60854" y="133879"/>
                      <a:pt x="53975" y="135202"/>
                      <a:pt x="46302" y="135202"/>
                    </a:cubicBezTo>
                    <a:close/>
                    <a:moveTo>
                      <a:pt x="48154" y="122502"/>
                    </a:moveTo>
                    <a:cubicBezTo>
                      <a:pt x="55298" y="122502"/>
                      <a:pt x="61383" y="120915"/>
                      <a:pt x="66146" y="117475"/>
                    </a:cubicBezTo>
                    <a:cubicBezTo>
                      <a:pt x="70908" y="114300"/>
                      <a:pt x="74612" y="109802"/>
                      <a:pt x="77258" y="104246"/>
                    </a:cubicBezTo>
                    <a:cubicBezTo>
                      <a:pt x="79904" y="98690"/>
                      <a:pt x="80963" y="92604"/>
                      <a:pt x="80963" y="86254"/>
                    </a:cubicBezTo>
                    <a:cubicBezTo>
                      <a:pt x="80963" y="79640"/>
                      <a:pt x="79640" y="73554"/>
                      <a:pt x="77258" y="68263"/>
                    </a:cubicBezTo>
                    <a:cubicBezTo>
                      <a:pt x="74612" y="62706"/>
                      <a:pt x="70908" y="58473"/>
                      <a:pt x="66146" y="55033"/>
                    </a:cubicBezTo>
                    <a:cubicBezTo>
                      <a:pt x="61383" y="51858"/>
                      <a:pt x="55298" y="50006"/>
                      <a:pt x="48154" y="50006"/>
                    </a:cubicBezTo>
                    <a:cubicBezTo>
                      <a:pt x="41275" y="50006"/>
                      <a:pt x="35190" y="51594"/>
                      <a:pt x="30163" y="55033"/>
                    </a:cubicBezTo>
                    <a:cubicBezTo>
                      <a:pt x="25135" y="58208"/>
                      <a:pt x="21167" y="62706"/>
                      <a:pt x="18521" y="68263"/>
                    </a:cubicBezTo>
                    <a:cubicBezTo>
                      <a:pt x="15875" y="73819"/>
                      <a:pt x="14552" y="79640"/>
                      <a:pt x="14552" y="86254"/>
                    </a:cubicBezTo>
                    <a:cubicBezTo>
                      <a:pt x="14552" y="92604"/>
                      <a:pt x="15875" y="98690"/>
                      <a:pt x="18521" y="104246"/>
                    </a:cubicBezTo>
                    <a:cubicBezTo>
                      <a:pt x="21167" y="109802"/>
                      <a:pt x="25135" y="114300"/>
                      <a:pt x="30163" y="117475"/>
                    </a:cubicBezTo>
                    <a:cubicBezTo>
                      <a:pt x="35190" y="120650"/>
                      <a:pt x="41010" y="122502"/>
                      <a:pt x="48154" y="122502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62E88F0-06E6-1958-D5D2-BD06B50514B1}"/>
                  </a:ext>
                </a:extLst>
              </p:cNvPr>
              <p:cNvSpPr/>
              <p:nvPr/>
            </p:nvSpPr>
            <p:spPr>
              <a:xfrm>
                <a:off x="11063022" y="1049751"/>
                <a:ext cx="94985" cy="98425"/>
              </a:xfrm>
              <a:custGeom>
                <a:avLst/>
                <a:gdLst>
                  <a:gd name="connsiteX0" fmla="*/ 46302 w 94985"/>
                  <a:gd name="connsiteY0" fmla="*/ 98425 h 98425"/>
                  <a:gd name="connsiteX1" fmla="*/ 21960 w 94985"/>
                  <a:gd name="connsiteY1" fmla="*/ 91810 h 98425"/>
                  <a:gd name="connsiteX2" fmla="*/ 5821 w 94985"/>
                  <a:gd name="connsiteY2" fmla="*/ 74083 h 98425"/>
                  <a:gd name="connsiteX3" fmla="*/ 0 w 94985"/>
                  <a:gd name="connsiteY3" fmla="*/ 49213 h 98425"/>
                  <a:gd name="connsiteX4" fmla="*/ 5821 w 94985"/>
                  <a:gd name="connsiteY4" fmla="*/ 24342 h 98425"/>
                  <a:gd name="connsiteX5" fmla="*/ 21960 w 94985"/>
                  <a:gd name="connsiteY5" fmla="*/ 6615 h 98425"/>
                  <a:gd name="connsiteX6" fmla="*/ 46302 w 94985"/>
                  <a:gd name="connsiteY6" fmla="*/ 0 h 98425"/>
                  <a:gd name="connsiteX7" fmla="*/ 66675 w 94985"/>
                  <a:gd name="connsiteY7" fmla="*/ 4498 h 98425"/>
                  <a:gd name="connsiteX8" fmla="*/ 77788 w 94985"/>
                  <a:gd name="connsiteY8" fmla="*/ 13494 h 98425"/>
                  <a:gd name="connsiteX9" fmla="*/ 80433 w 94985"/>
                  <a:gd name="connsiteY9" fmla="*/ 12435 h 98425"/>
                  <a:gd name="connsiteX10" fmla="*/ 80433 w 94985"/>
                  <a:gd name="connsiteY10" fmla="*/ 2910 h 98425"/>
                  <a:gd name="connsiteX11" fmla="*/ 82021 w 94985"/>
                  <a:gd name="connsiteY11" fmla="*/ 1323 h 98425"/>
                  <a:gd name="connsiteX12" fmla="*/ 93398 w 94985"/>
                  <a:gd name="connsiteY12" fmla="*/ 1323 h 98425"/>
                  <a:gd name="connsiteX13" fmla="*/ 94985 w 94985"/>
                  <a:gd name="connsiteY13" fmla="*/ 2910 h 98425"/>
                  <a:gd name="connsiteX14" fmla="*/ 94985 w 94985"/>
                  <a:gd name="connsiteY14" fmla="*/ 94985 h 98425"/>
                  <a:gd name="connsiteX15" fmla="*/ 93398 w 94985"/>
                  <a:gd name="connsiteY15" fmla="*/ 96573 h 98425"/>
                  <a:gd name="connsiteX16" fmla="*/ 82021 w 94985"/>
                  <a:gd name="connsiteY16" fmla="*/ 96573 h 98425"/>
                  <a:gd name="connsiteX17" fmla="*/ 80433 w 94985"/>
                  <a:gd name="connsiteY17" fmla="*/ 94985 h 98425"/>
                  <a:gd name="connsiteX18" fmla="*/ 80433 w 94985"/>
                  <a:gd name="connsiteY18" fmla="*/ 85460 h 98425"/>
                  <a:gd name="connsiteX19" fmla="*/ 77788 w 94985"/>
                  <a:gd name="connsiteY19" fmla="*/ 84402 h 98425"/>
                  <a:gd name="connsiteX20" fmla="*/ 66675 w 94985"/>
                  <a:gd name="connsiteY20" fmla="*/ 93398 h 98425"/>
                  <a:gd name="connsiteX21" fmla="*/ 46302 w 94985"/>
                  <a:gd name="connsiteY21" fmla="*/ 98425 h 98425"/>
                  <a:gd name="connsiteX22" fmla="*/ 48154 w 94985"/>
                  <a:gd name="connsiteY22" fmla="*/ 85725 h 98425"/>
                  <a:gd name="connsiteX23" fmla="*/ 66146 w 94985"/>
                  <a:gd name="connsiteY23" fmla="*/ 80698 h 98425"/>
                  <a:gd name="connsiteX24" fmla="*/ 77258 w 94985"/>
                  <a:gd name="connsiteY24" fmla="*/ 67469 h 98425"/>
                  <a:gd name="connsiteX25" fmla="*/ 80962 w 94985"/>
                  <a:gd name="connsiteY25" fmla="*/ 49477 h 98425"/>
                  <a:gd name="connsiteX26" fmla="*/ 77258 w 94985"/>
                  <a:gd name="connsiteY26" fmla="*/ 31485 h 98425"/>
                  <a:gd name="connsiteX27" fmla="*/ 66146 w 94985"/>
                  <a:gd name="connsiteY27" fmla="*/ 18256 h 98425"/>
                  <a:gd name="connsiteX28" fmla="*/ 48154 w 94985"/>
                  <a:gd name="connsiteY28" fmla="*/ 13229 h 98425"/>
                  <a:gd name="connsiteX29" fmla="*/ 30163 w 94985"/>
                  <a:gd name="connsiteY29" fmla="*/ 18256 h 98425"/>
                  <a:gd name="connsiteX30" fmla="*/ 18521 w 94985"/>
                  <a:gd name="connsiteY30" fmla="*/ 31485 h 98425"/>
                  <a:gd name="connsiteX31" fmla="*/ 14552 w 94985"/>
                  <a:gd name="connsiteY31" fmla="*/ 49477 h 98425"/>
                  <a:gd name="connsiteX32" fmla="*/ 18521 w 94985"/>
                  <a:gd name="connsiteY32" fmla="*/ 67469 h 98425"/>
                  <a:gd name="connsiteX33" fmla="*/ 30163 w 94985"/>
                  <a:gd name="connsiteY33" fmla="*/ 80698 h 98425"/>
                  <a:gd name="connsiteX34" fmla="*/ 48154 w 94985"/>
                  <a:gd name="connsiteY34" fmla="*/ 857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98425">
                    <a:moveTo>
                      <a:pt x="46302" y="98425"/>
                    </a:moveTo>
                    <a:cubicBezTo>
                      <a:pt x="37042" y="98425"/>
                      <a:pt x="28840" y="96308"/>
                      <a:pt x="21960" y="91810"/>
                    </a:cubicBezTo>
                    <a:cubicBezTo>
                      <a:pt x="15081" y="87313"/>
                      <a:pt x="9790" y="81492"/>
                      <a:pt x="5821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1960" y="6615"/>
                    </a:cubicBezTo>
                    <a:cubicBezTo>
                      <a:pt x="28840" y="2117"/>
                      <a:pt x="37042" y="0"/>
                      <a:pt x="46302" y="0"/>
                    </a:cubicBezTo>
                    <a:cubicBezTo>
                      <a:pt x="54240" y="0"/>
                      <a:pt x="60854" y="1588"/>
                      <a:pt x="66675" y="4498"/>
                    </a:cubicBezTo>
                    <a:cubicBezTo>
                      <a:pt x="70908" y="6879"/>
                      <a:pt x="74877" y="9790"/>
                      <a:pt x="77788" y="13494"/>
                    </a:cubicBezTo>
                    <a:cubicBezTo>
                      <a:pt x="78581" y="14552"/>
                      <a:pt x="80433" y="14023"/>
                      <a:pt x="80433" y="12435"/>
                    </a:cubicBezTo>
                    <a:lnTo>
                      <a:pt x="80433" y="2910"/>
                    </a:lnTo>
                    <a:cubicBezTo>
                      <a:pt x="80433" y="2117"/>
                      <a:pt x="80962" y="1323"/>
                      <a:pt x="82021" y="1323"/>
                    </a:cubicBezTo>
                    <a:lnTo>
                      <a:pt x="93398" y="1323"/>
                    </a:lnTo>
                    <a:cubicBezTo>
                      <a:pt x="94192" y="1323"/>
                      <a:pt x="94985" y="1852"/>
                      <a:pt x="94985" y="2910"/>
                    </a:cubicBezTo>
                    <a:lnTo>
                      <a:pt x="94985" y="94985"/>
                    </a:lnTo>
                    <a:cubicBezTo>
                      <a:pt x="94985" y="95779"/>
                      <a:pt x="94456" y="96573"/>
                      <a:pt x="93398" y="96573"/>
                    </a:cubicBezTo>
                    <a:lnTo>
                      <a:pt x="82021" y="96573"/>
                    </a:lnTo>
                    <a:cubicBezTo>
                      <a:pt x="81227" y="96573"/>
                      <a:pt x="80433" y="96044"/>
                      <a:pt x="80433" y="94985"/>
                    </a:cubicBezTo>
                    <a:lnTo>
                      <a:pt x="80433" y="85460"/>
                    </a:lnTo>
                    <a:cubicBezTo>
                      <a:pt x="80433" y="84138"/>
                      <a:pt x="78846" y="83608"/>
                      <a:pt x="77788" y="84402"/>
                    </a:cubicBezTo>
                    <a:cubicBezTo>
                      <a:pt x="74612" y="88106"/>
                      <a:pt x="70908" y="91017"/>
                      <a:pt x="66675" y="93398"/>
                    </a:cubicBezTo>
                    <a:cubicBezTo>
                      <a:pt x="60854" y="97102"/>
                      <a:pt x="53975" y="98425"/>
                      <a:pt x="46302" y="98425"/>
                    </a:cubicBezTo>
                    <a:close/>
                    <a:moveTo>
                      <a:pt x="48154" y="85725"/>
                    </a:moveTo>
                    <a:cubicBezTo>
                      <a:pt x="55298" y="85725"/>
                      <a:pt x="61383" y="84138"/>
                      <a:pt x="66146" y="80698"/>
                    </a:cubicBezTo>
                    <a:cubicBezTo>
                      <a:pt x="70908" y="77523"/>
                      <a:pt x="74612" y="73025"/>
                      <a:pt x="77258" y="67469"/>
                    </a:cubicBezTo>
                    <a:cubicBezTo>
                      <a:pt x="79904" y="61913"/>
                      <a:pt x="80962" y="55827"/>
                      <a:pt x="80962" y="49477"/>
                    </a:cubicBezTo>
                    <a:cubicBezTo>
                      <a:pt x="80962" y="42863"/>
                      <a:pt x="79640" y="36777"/>
                      <a:pt x="77258" y="31485"/>
                    </a:cubicBezTo>
                    <a:cubicBezTo>
                      <a:pt x="74612" y="25929"/>
                      <a:pt x="70908" y="21696"/>
                      <a:pt x="66146" y="18256"/>
                    </a:cubicBezTo>
                    <a:cubicBezTo>
                      <a:pt x="61383" y="15081"/>
                      <a:pt x="55298" y="13229"/>
                      <a:pt x="48154" y="13229"/>
                    </a:cubicBezTo>
                    <a:cubicBezTo>
                      <a:pt x="41275" y="13229"/>
                      <a:pt x="35190" y="14817"/>
                      <a:pt x="30163" y="18256"/>
                    </a:cubicBezTo>
                    <a:cubicBezTo>
                      <a:pt x="25135" y="21431"/>
                      <a:pt x="21167" y="25929"/>
                      <a:pt x="18521" y="31485"/>
                    </a:cubicBezTo>
                    <a:cubicBezTo>
                      <a:pt x="15875" y="37042"/>
                      <a:pt x="14552" y="42863"/>
                      <a:pt x="14552" y="49477"/>
                    </a:cubicBezTo>
                    <a:cubicBezTo>
                      <a:pt x="14552" y="55827"/>
                      <a:pt x="15875" y="61913"/>
                      <a:pt x="18521" y="67469"/>
                    </a:cubicBezTo>
                    <a:cubicBezTo>
                      <a:pt x="21167" y="73025"/>
                      <a:pt x="25135" y="77523"/>
                      <a:pt x="30163" y="80698"/>
                    </a:cubicBezTo>
                    <a:cubicBezTo>
                      <a:pt x="35190" y="83873"/>
                      <a:pt x="41010" y="85725"/>
                      <a:pt x="48154" y="8572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A8D230F-3254-B882-D7E3-E6F376143AE5}"/>
                  </a:ext>
                </a:extLst>
              </p:cNvPr>
              <p:cNvSpPr/>
              <p:nvPr/>
            </p:nvSpPr>
            <p:spPr>
              <a:xfrm>
                <a:off x="11174677" y="1050280"/>
                <a:ext cx="84137" cy="97102"/>
              </a:xfrm>
              <a:custGeom>
                <a:avLst/>
                <a:gdLst>
                  <a:gd name="connsiteX0" fmla="*/ 0 w 84137"/>
                  <a:gd name="connsiteY0" fmla="*/ 94985 h 97102"/>
                  <a:gd name="connsiteX1" fmla="*/ 0 w 84137"/>
                  <a:gd name="connsiteY1" fmla="*/ 2910 h 97102"/>
                  <a:gd name="connsiteX2" fmla="*/ 1588 w 84137"/>
                  <a:gd name="connsiteY2" fmla="*/ 1323 h 97102"/>
                  <a:gd name="connsiteX3" fmla="*/ 12965 w 84137"/>
                  <a:gd name="connsiteY3" fmla="*/ 1323 h 97102"/>
                  <a:gd name="connsiteX4" fmla="*/ 14552 w 84137"/>
                  <a:gd name="connsiteY4" fmla="*/ 2910 h 97102"/>
                  <a:gd name="connsiteX5" fmla="*/ 14552 w 84137"/>
                  <a:gd name="connsiteY5" fmla="*/ 12171 h 97102"/>
                  <a:gd name="connsiteX6" fmla="*/ 17198 w 84137"/>
                  <a:gd name="connsiteY6" fmla="*/ 13229 h 97102"/>
                  <a:gd name="connsiteX7" fmla="*/ 27252 w 84137"/>
                  <a:gd name="connsiteY7" fmla="*/ 4762 h 97102"/>
                  <a:gd name="connsiteX8" fmla="*/ 46302 w 84137"/>
                  <a:gd name="connsiteY8" fmla="*/ 0 h 97102"/>
                  <a:gd name="connsiteX9" fmla="*/ 64823 w 84137"/>
                  <a:gd name="connsiteY9" fmla="*/ 4762 h 97102"/>
                  <a:gd name="connsiteX10" fmla="*/ 78846 w 84137"/>
                  <a:gd name="connsiteY10" fmla="*/ 18785 h 97102"/>
                  <a:gd name="connsiteX11" fmla="*/ 84138 w 84137"/>
                  <a:gd name="connsiteY11" fmla="*/ 41540 h 97102"/>
                  <a:gd name="connsiteX12" fmla="*/ 84138 w 84137"/>
                  <a:gd name="connsiteY12" fmla="*/ 95515 h 97102"/>
                  <a:gd name="connsiteX13" fmla="*/ 82550 w 84137"/>
                  <a:gd name="connsiteY13" fmla="*/ 97102 h 97102"/>
                  <a:gd name="connsiteX14" fmla="*/ 71173 w 84137"/>
                  <a:gd name="connsiteY14" fmla="*/ 97102 h 97102"/>
                  <a:gd name="connsiteX15" fmla="*/ 69585 w 84137"/>
                  <a:gd name="connsiteY15" fmla="*/ 95515 h 97102"/>
                  <a:gd name="connsiteX16" fmla="*/ 69585 w 84137"/>
                  <a:gd name="connsiteY16" fmla="*/ 42069 h 97102"/>
                  <a:gd name="connsiteX17" fmla="*/ 62177 w 84137"/>
                  <a:gd name="connsiteY17" fmla="*/ 21167 h 97102"/>
                  <a:gd name="connsiteX18" fmla="*/ 42863 w 84137"/>
                  <a:gd name="connsiteY18" fmla="*/ 13229 h 97102"/>
                  <a:gd name="connsiteX19" fmla="*/ 28310 w 84137"/>
                  <a:gd name="connsiteY19" fmla="*/ 16933 h 97102"/>
                  <a:gd name="connsiteX20" fmla="*/ 17992 w 84137"/>
                  <a:gd name="connsiteY20" fmla="*/ 26988 h 97102"/>
                  <a:gd name="connsiteX21" fmla="*/ 14023 w 84137"/>
                  <a:gd name="connsiteY21" fmla="*/ 42069 h 97102"/>
                  <a:gd name="connsiteX22" fmla="*/ 14023 w 84137"/>
                  <a:gd name="connsiteY22" fmla="*/ 95515 h 97102"/>
                  <a:gd name="connsiteX23" fmla="*/ 12435 w 84137"/>
                  <a:gd name="connsiteY23" fmla="*/ 97102 h 97102"/>
                  <a:gd name="connsiteX24" fmla="*/ 1058 w 84137"/>
                  <a:gd name="connsiteY24" fmla="*/ 97102 h 97102"/>
                  <a:gd name="connsiteX25" fmla="*/ 0 w 84137"/>
                  <a:gd name="connsiteY25" fmla="*/ 94985 h 97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84137" h="97102">
                    <a:moveTo>
                      <a:pt x="0" y="94985"/>
                    </a:moveTo>
                    <a:lnTo>
                      <a:pt x="0" y="2910"/>
                    </a:lnTo>
                    <a:cubicBezTo>
                      <a:pt x="0" y="2117"/>
                      <a:pt x="529" y="1323"/>
                      <a:pt x="1588" y="1323"/>
                    </a:cubicBezTo>
                    <a:lnTo>
                      <a:pt x="12965" y="1323"/>
                    </a:lnTo>
                    <a:cubicBezTo>
                      <a:pt x="13758" y="1323"/>
                      <a:pt x="14552" y="1852"/>
                      <a:pt x="14552" y="2910"/>
                    </a:cubicBezTo>
                    <a:lnTo>
                      <a:pt x="14552" y="12171"/>
                    </a:lnTo>
                    <a:cubicBezTo>
                      <a:pt x="14552" y="13494"/>
                      <a:pt x="16140" y="14023"/>
                      <a:pt x="17198" y="13229"/>
                    </a:cubicBezTo>
                    <a:cubicBezTo>
                      <a:pt x="20108" y="10054"/>
                      <a:pt x="23548" y="7144"/>
                      <a:pt x="27252" y="4762"/>
                    </a:cubicBezTo>
                    <a:cubicBezTo>
                      <a:pt x="32279" y="1588"/>
                      <a:pt x="38629" y="0"/>
                      <a:pt x="46302" y="0"/>
                    </a:cubicBezTo>
                    <a:cubicBezTo>
                      <a:pt x="52917" y="0"/>
                      <a:pt x="59002" y="1588"/>
                      <a:pt x="64823" y="4762"/>
                    </a:cubicBezTo>
                    <a:cubicBezTo>
                      <a:pt x="70644" y="7938"/>
                      <a:pt x="75406" y="12435"/>
                      <a:pt x="78846" y="18785"/>
                    </a:cubicBezTo>
                    <a:cubicBezTo>
                      <a:pt x="82550" y="24871"/>
                      <a:pt x="84138" y="32544"/>
                      <a:pt x="84138" y="41540"/>
                    </a:cubicBezTo>
                    <a:lnTo>
                      <a:pt x="84138" y="95515"/>
                    </a:lnTo>
                    <a:cubicBezTo>
                      <a:pt x="84138" y="96308"/>
                      <a:pt x="83608" y="97102"/>
                      <a:pt x="82550" y="97102"/>
                    </a:cubicBezTo>
                    <a:lnTo>
                      <a:pt x="71173" y="97102"/>
                    </a:lnTo>
                    <a:cubicBezTo>
                      <a:pt x="70379" y="97102"/>
                      <a:pt x="69585" y="96573"/>
                      <a:pt x="69585" y="95515"/>
                    </a:cubicBezTo>
                    <a:lnTo>
                      <a:pt x="69585" y="42069"/>
                    </a:lnTo>
                    <a:cubicBezTo>
                      <a:pt x="69585" y="33338"/>
                      <a:pt x="67204" y="26458"/>
                      <a:pt x="62177" y="21167"/>
                    </a:cubicBezTo>
                    <a:cubicBezTo>
                      <a:pt x="57150" y="15875"/>
                      <a:pt x="50800" y="13229"/>
                      <a:pt x="42863" y="13229"/>
                    </a:cubicBezTo>
                    <a:cubicBezTo>
                      <a:pt x="37571" y="13229"/>
                      <a:pt x="32808" y="14552"/>
                      <a:pt x="28310" y="16933"/>
                    </a:cubicBezTo>
                    <a:cubicBezTo>
                      <a:pt x="24077" y="19315"/>
                      <a:pt x="20638" y="22754"/>
                      <a:pt x="17992" y="26988"/>
                    </a:cubicBezTo>
                    <a:cubicBezTo>
                      <a:pt x="15346" y="31485"/>
                      <a:pt x="14023" y="36512"/>
                      <a:pt x="14023" y="42069"/>
                    </a:cubicBezTo>
                    <a:lnTo>
                      <a:pt x="14023" y="95515"/>
                    </a:lnTo>
                    <a:cubicBezTo>
                      <a:pt x="14023" y="96308"/>
                      <a:pt x="13494" y="97102"/>
                      <a:pt x="12435" y="97102"/>
                    </a:cubicBezTo>
                    <a:lnTo>
                      <a:pt x="1058" y="97102"/>
                    </a:lnTo>
                    <a:cubicBezTo>
                      <a:pt x="529" y="96573"/>
                      <a:pt x="0" y="95779"/>
                      <a:pt x="0" y="9498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4F89194-83D7-8AD6-7218-DB6DF3BFC207}"/>
                  </a:ext>
                </a:extLst>
              </p:cNvPr>
              <p:cNvSpPr/>
              <p:nvPr/>
            </p:nvSpPr>
            <p:spPr>
              <a:xfrm>
                <a:off x="1127072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7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7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7" y="42598"/>
                      <a:pt x="14287" y="49213"/>
                    </a:cubicBezTo>
                    <a:cubicBezTo>
                      <a:pt x="14287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8208" y="98425"/>
                      <a:pt x="46831" y="9842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C126E01D-C710-03B1-2700-1FFD69BCB69C}"/>
                  </a:ext>
                </a:extLst>
              </p:cNvPr>
              <p:cNvSpPr/>
              <p:nvPr/>
            </p:nvSpPr>
            <p:spPr>
              <a:xfrm>
                <a:off x="11371262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531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081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FB3964FA-C9C6-C0C9-4573-BB946BB901EA}"/>
                </a:ext>
              </a:extLst>
            </p:cNvPr>
            <p:cNvGrpSpPr/>
            <p:nvPr/>
          </p:nvGrpSpPr>
          <p:grpSpPr>
            <a:xfrm>
              <a:off x="10781224" y="586995"/>
              <a:ext cx="459100" cy="369358"/>
              <a:chOff x="10781224" y="586995"/>
              <a:chExt cx="459100" cy="369358"/>
            </a:xfrm>
            <a:grp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CE2C7EE-B39C-3AB0-AAAC-39ADFB09E60D}"/>
                  </a:ext>
                </a:extLst>
              </p:cNvPr>
              <p:cNvSpPr/>
              <p:nvPr/>
            </p:nvSpPr>
            <p:spPr>
              <a:xfrm>
                <a:off x="10781224" y="586995"/>
                <a:ext cx="459100" cy="369358"/>
              </a:xfrm>
              <a:custGeom>
                <a:avLst/>
                <a:gdLst>
                  <a:gd name="connsiteX0" fmla="*/ 440283 w 459100"/>
                  <a:gd name="connsiteY0" fmla="*/ 296069 h 369358"/>
                  <a:gd name="connsiteX1" fmla="*/ 428377 w 459100"/>
                  <a:gd name="connsiteY1" fmla="*/ 293687 h 369358"/>
                  <a:gd name="connsiteX2" fmla="*/ 354558 w 459100"/>
                  <a:gd name="connsiteY2" fmla="*/ 319617 h 369358"/>
                  <a:gd name="connsiteX3" fmla="*/ 354294 w 459100"/>
                  <a:gd name="connsiteY3" fmla="*/ 319617 h 369358"/>
                  <a:gd name="connsiteX4" fmla="*/ 350854 w 459100"/>
                  <a:gd name="connsiteY4" fmla="*/ 319617 h 369358"/>
                  <a:gd name="connsiteX5" fmla="*/ 348738 w 459100"/>
                  <a:gd name="connsiteY5" fmla="*/ 319617 h 369358"/>
                  <a:gd name="connsiteX6" fmla="*/ 213800 w 459100"/>
                  <a:gd name="connsiteY6" fmla="*/ 184679 h 369358"/>
                  <a:gd name="connsiteX7" fmla="*/ 348738 w 459100"/>
                  <a:gd name="connsiteY7" fmla="*/ 49742 h 369358"/>
                  <a:gd name="connsiteX8" fmla="*/ 350854 w 459100"/>
                  <a:gd name="connsiteY8" fmla="*/ 49742 h 369358"/>
                  <a:gd name="connsiteX9" fmla="*/ 354294 w 459100"/>
                  <a:gd name="connsiteY9" fmla="*/ 49742 h 369358"/>
                  <a:gd name="connsiteX10" fmla="*/ 354558 w 459100"/>
                  <a:gd name="connsiteY10" fmla="*/ 49742 h 369358"/>
                  <a:gd name="connsiteX11" fmla="*/ 428377 w 459100"/>
                  <a:gd name="connsiteY11" fmla="*/ 75671 h 369358"/>
                  <a:gd name="connsiteX12" fmla="*/ 440283 w 459100"/>
                  <a:gd name="connsiteY12" fmla="*/ 73290 h 369358"/>
                  <a:gd name="connsiteX13" fmla="*/ 458010 w 459100"/>
                  <a:gd name="connsiteY13" fmla="*/ 43392 h 369358"/>
                  <a:gd name="connsiteX14" fmla="*/ 455629 w 459100"/>
                  <a:gd name="connsiteY14" fmla="*/ 32808 h 369358"/>
                  <a:gd name="connsiteX15" fmla="*/ 350590 w 459100"/>
                  <a:gd name="connsiteY15" fmla="*/ 0 h 369358"/>
                  <a:gd name="connsiteX16" fmla="*/ 350590 w 459100"/>
                  <a:gd name="connsiteY16" fmla="*/ 0 h 369358"/>
                  <a:gd name="connsiteX17" fmla="*/ 350590 w 459100"/>
                  <a:gd name="connsiteY17" fmla="*/ 0 h 369358"/>
                  <a:gd name="connsiteX18" fmla="*/ 240258 w 459100"/>
                  <a:gd name="connsiteY18" fmla="*/ 36777 h 369358"/>
                  <a:gd name="connsiteX19" fmla="*/ 238406 w 459100"/>
                  <a:gd name="connsiteY19" fmla="*/ 38100 h 369358"/>
                  <a:gd name="connsiteX20" fmla="*/ 156385 w 459100"/>
                  <a:gd name="connsiteY20" fmla="*/ 144463 h 369358"/>
                  <a:gd name="connsiteX21" fmla="*/ 148183 w 459100"/>
                  <a:gd name="connsiteY21" fmla="*/ 144727 h 369358"/>
                  <a:gd name="connsiteX22" fmla="*/ 63517 w 459100"/>
                  <a:gd name="connsiteY22" fmla="*/ 10848 h 369358"/>
                  <a:gd name="connsiteX23" fmla="*/ 57960 w 459100"/>
                  <a:gd name="connsiteY23" fmla="*/ 7673 h 369358"/>
                  <a:gd name="connsiteX24" fmla="*/ 6631 w 459100"/>
                  <a:gd name="connsiteY24" fmla="*/ 7673 h 369358"/>
                  <a:gd name="connsiteX25" fmla="*/ 17 w 459100"/>
                  <a:gd name="connsiteY25" fmla="*/ 14817 h 369358"/>
                  <a:gd name="connsiteX26" fmla="*/ 1075 w 459100"/>
                  <a:gd name="connsiteY26" fmla="*/ 18256 h 369358"/>
                  <a:gd name="connsiteX27" fmla="*/ 112200 w 459100"/>
                  <a:gd name="connsiteY27" fmla="*/ 182033 h 369358"/>
                  <a:gd name="connsiteX28" fmla="*/ 112994 w 459100"/>
                  <a:gd name="connsiteY28" fmla="*/ 184679 h 369358"/>
                  <a:gd name="connsiteX29" fmla="*/ 112200 w 459100"/>
                  <a:gd name="connsiteY29" fmla="*/ 187325 h 369358"/>
                  <a:gd name="connsiteX30" fmla="*/ 1075 w 459100"/>
                  <a:gd name="connsiteY30" fmla="*/ 351102 h 369358"/>
                  <a:gd name="connsiteX31" fmla="*/ 17 w 459100"/>
                  <a:gd name="connsiteY31" fmla="*/ 354542 h 369358"/>
                  <a:gd name="connsiteX32" fmla="*/ 6631 w 459100"/>
                  <a:gd name="connsiteY32" fmla="*/ 361685 h 369358"/>
                  <a:gd name="connsiteX33" fmla="*/ 57960 w 459100"/>
                  <a:gd name="connsiteY33" fmla="*/ 361685 h 369358"/>
                  <a:gd name="connsiteX34" fmla="*/ 63517 w 459100"/>
                  <a:gd name="connsiteY34" fmla="*/ 358510 h 369358"/>
                  <a:gd name="connsiteX35" fmla="*/ 148183 w 459100"/>
                  <a:gd name="connsiteY35" fmla="*/ 224631 h 369358"/>
                  <a:gd name="connsiteX36" fmla="*/ 156385 w 459100"/>
                  <a:gd name="connsiteY36" fmla="*/ 224896 h 369358"/>
                  <a:gd name="connsiteX37" fmla="*/ 238406 w 459100"/>
                  <a:gd name="connsiteY37" fmla="*/ 331258 h 369358"/>
                  <a:gd name="connsiteX38" fmla="*/ 240258 w 459100"/>
                  <a:gd name="connsiteY38" fmla="*/ 332581 h 369358"/>
                  <a:gd name="connsiteX39" fmla="*/ 350590 w 459100"/>
                  <a:gd name="connsiteY39" fmla="*/ 369358 h 369358"/>
                  <a:gd name="connsiteX40" fmla="*/ 350590 w 459100"/>
                  <a:gd name="connsiteY40" fmla="*/ 369358 h 369358"/>
                  <a:gd name="connsiteX41" fmla="*/ 350590 w 459100"/>
                  <a:gd name="connsiteY41" fmla="*/ 369358 h 369358"/>
                  <a:gd name="connsiteX42" fmla="*/ 455629 w 459100"/>
                  <a:gd name="connsiteY42" fmla="*/ 336550 h 369358"/>
                  <a:gd name="connsiteX43" fmla="*/ 458010 w 459100"/>
                  <a:gd name="connsiteY43" fmla="*/ 325967 h 369358"/>
                  <a:gd name="connsiteX44" fmla="*/ 440283 w 459100"/>
                  <a:gd name="connsiteY44" fmla="*/ 296069 h 369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59100" h="369358">
                    <a:moveTo>
                      <a:pt x="440283" y="296069"/>
                    </a:moveTo>
                    <a:cubicBezTo>
                      <a:pt x="437902" y="291835"/>
                      <a:pt x="432346" y="290777"/>
                      <a:pt x="428377" y="293687"/>
                    </a:cubicBezTo>
                    <a:cubicBezTo>
                      <a:pt x="407475" y="308769"/>
                      <a:pt x="382075" y="318294"/>
                      <a:pt x="354558" y="319617"/>
                    </a:cubicBezTo>
                    <a:cubicBezTo>
                      <a:pt x="354558" y="319617"/>
                      <a:pt x="354558" y="319617"/>
                      <a:pt x="354294" y="319617"/>
                    </a:cubicBezTo>
                    <a:cubicBezTo>
                      <a:pt x="353235" y="319617"/>
                      <a:pt x="351913" y="319617"/>
                      <a:pt x="350854" y="319617"/>
                    </a:cubicBezTo>
                    <a:cubicBezTo>
                      <a:pt x="350060" y="319617"/>
                      <a:pt x="349531" y="319617"/>
                      <a:pt x="348738" y="319617"/>
                    </a:cubicBezTo>
                    <a:cubicBezTo>
                      <a:pt x="274125" y="319617"/>
                      <a:pt x="213800" y="259292"/>
                      <a:pt x="213800" y="184679"/>
                    </a:cubicBezTo>
                    <a:cubicBezTo>
                      <a:pt x="213800" y="110067"/>
                      <a:pt x="274390" y="49742"/>
                      <a:pt x="348738" y="49742"/>
                    </a:cubicBezTo>
                    <a:cubicBezTo>
                      <a:pt x="349531" y="49742"/>
                      <a:pt x="350060" y="49742"/>
                      <a:pt x="350854" y="49742"/>
                    </a:cubicBezTo>
                    <a:cubicBezTo>
                      <a:pt x="351913" y="49742"/>
                      <a:pt x="353235" y="49742"/>
                      <a:pt x="354294" y="49742"/>
                    </a:cubicBezTo>
                    <a:cubicBezTo>
                      <a:pt x="354294" y="49742"/>
                      <a:pt x="354558" y="49742"/>
                      <a:pt x="354558" y="49742"/>
                    </a:cubicBezTo>
                    <a:cubicBezTo>
                      <a:pt x="382075" y="50800"/>
                      <a:pt x="407475" y="60325"/>
                      <a:pt x="428377" y="75671"/>
                    </a:cubicBezTo>
                    <a:cubicBezTo>
                      <a:pt x="432346" y="78581"/>
                      <a:pt x="437902" y="77523"/>
                      <a:pt x="440283" y="73290"/>
                    </a:cubicBezTo>
                    <a:lnTo>
                      <a:pt x="458010" y="43392"/>
                    </a:lnTo>
                    <a:cubicBezTo>
                      <a:pt x="460127" y="39688"/>
                      <a:pt x="459069" y="35190"/>
                      <a:pt x="455629" y="32808"/>
                    </a:cubicBezTo>
                    <a:cubicBezTo>
                      <a:pt x="441606" y="23019"/>
                      <a:pt x="402977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283650" y="0"/>
                      <a:pt x="240258" y="36777"/>
                      <a:pt x="240258" y="36777"/>
                    </a:cubicBezTo>
                    <a:cubicBezTo>
                      <a:pt x="240258" y="36777"/>
                      <a:pt x="239729" y="37306"/>
                      <a:pt x="238406" y="38100"/>
                    </a:cubicBezTo>
                    <a:cubicBezTo>
                      <a:pt x="229940" y="44450"/>
                      <a:pt x="193692" y="74083"/>
                      <a:pt x="156385" y="144463"/>
                    </a:cubicBezTo>
                    <a:cubicBezTo>
                      <a:pt x="154533" y="147637"/>
                      <a:pt x="150035" y="147637"/>
                      <a:pt x="148183" y="144727"/>
                    </a:cubicBezTo>
                    <a:lnTo>
                      <a:pt x="63517" y="10848"/>
                    </a:lnTo>
                    <a:cubicBezTo>
                      <a:pt x="62194" y="8996"/>
                      <a:pt x="60342" y="7673"/>
                      <a:pt x="57960" y="7673"/>
                    </a:cubicBezTo>
                    <a:lnTo>
                      <a:pt x="6631" y="7673"/>
                    </a:lnTo>
                    <a:cubicBezTo>
                      <a:pt x="2663" y="7673"/>
                      <a:pt x="-248" y="11112"/>
                      <a:pt x="17" y="14817"/>
                    </a:cubicBezTo>
                    <a:cubicBezTo>
                      <a:pt x="17" y="15875"/>
                      <a:pt x="281" y="17198"/>
                      <a:pt x="1075" y="18256"/>
                    </a:cubicBezTo>
                    <a:lnTo>
                      <a:pt x="112200" y="182033"/>
                    </a:lnTo>
                    <a:cubicBezTo>
                      <a:pt x="112729" y="182827"/>
                      <a:pt x="112994" y="183621"/>
                      <a:pt x="112994" y="184679"/>
                    </a:cubicBezTo>
                    <a:cubicBezTo>
                      <a:pt x="112994" y="185473"/>
                      <a:pt x="112729" y="186531"/>
                      <a:pt x="112200" y="187325"/>
                    </a:cubicBezTo>
                    <a:lnTo>
                      <a:pt x="1075" y="351102"/>
                    </a:lnTo>
                    <a:cubicBezTo>
                      <a:pt x="281" y="352160"/>
                      <a:pt x="17" y="353483"/>
                      <a:pt x="17" y="354542"/>
                    </a:cubicBezTo>
                    <a:cubicBezTo>
                      <a:pt x="-248" y="358246"/>
                      <a:pt x="2663" y="361685"/>
                      <a:pt x="6631" y="361685"/>
                    </a:cubicBezTo>
                    <a:lnTo>
                      <a:pt x="57960" y="361685"/>
                    </a:lnTo>
                    <a:cubicBezTo>
                      <a:pt x="60342" y="361685"/>
                      <a:pt x="62194" y="360627"/>
                      <a:pt x="63517" y="358510"/>
                    </a:cubicBezTo>
                    <a:lnTo>
                      <a:pt x="148183" y="224631"/>
                    </a:lnTo>
                    <a:cubicBezTo>
                      <a:pt x="150300" y="221721"/>
                      <a:pt x="154533" y="221985"/>
                      <a:pt x="156385" y="224896"/>
                    </a:cubicBezTo>
                    <a:cubicBezTo>
                      <a:pt x="193692" y="295540"/>
                      <a:pt x="229940" y="324908"/>
                      <a:pt x="238406" y="331258"/>
                    </a:cubicBezTo>
                    <a:cubicBezTo>
                      <a:pt x="239729" y="332052"/>
                      <a:pt x="240258" y="332581"/>
                      <a:pt x="240258" y="332581"/>
                    </a:cubicBezTo>
                    <a:cubicBezTo>
                      <a:pt x="240258" y="332581"/>
                      <a:pt x="28365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402977" y="369358"/>
                      <a:pt x="441342" y="346340"/>
                      <a:pt x="455629" y="336550"/>
                    </a:cubicBezTo>
                    <a:cubicBezTo>
                      <a:pt x="459069" y="334169"/>
                      <a:pt x="460127" y="329406"/>
                      <a:pt x="458010" y="325967"/>
                    </a:cubicBezTo>
                    <a:lnTo>
                      <a:pt x="440283" y="296069"/>
                    </a:ln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3A9CC58-8749-1400-14DC-765CD9CFD7C8}"/>
                  </a:ext>
                </a:extLst>
              </p:cNvPr>
              <p:cNvSpPr/>
              <p:nvPr/>
            </p:nvSpPr>
            <p:spPr>
              <a:xfrm>
                <a:off x="11047677" y="690711"/>
                <a:ext cx="161925" cy="161924"/>
              </a:xfrm>
              <a:custGeom>
                <a:avLst/>
                <a:gdLst>
                  <a:gd name="connsiteX0" fmla="*/ 161925 w 161925"/>
                  <a:gd name="connsiteY0" fmla="*/ 80962 h 161924"/>
                  <a:gd name="connsiteX1" fmla="*/ 80963 w 161925"/>
                  <a:gd name="connsiteY1" fmla="*/ 161925 h 161924"/>
                  <a:gd name="connsiteX2" fmla="*/ 0 w 161925"/>
                  <a:gd name="connsiteY2" fmla="*/ 80962 h 161924"/>
                  <a:gd name="connsiteX3" fmla="*/ 80963 w 161925"/>
                  <a:gd name="connsiteY3" fmla="*/ 0 h 161924"/>
                  <a:gd name="connsiteX4" fmla="*/ 161925 w 161925"/>
                  <a:gd name="connsiteY4" fmla="*/ 80962 h 16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925" h="161924">
                    <a:moveTo>
                      <a:pt x="161925" y="80962"/>
                    </a:moveTo>
                    <a:cubicBezTo>
                      <a:pt x="161925" y="125677"/>
                      <a:pt x="125677" y="161925"/>
                      <a:pt x="80963" y="161925"/>
                    </a:cubicBezTo>
                    <a:cubicBezTo>
                      <a:pt x="36248" y="161925"/>
                      <a:pt x="0" y="125677"/>
                      <a:pt x="0" y="80962"/>
                    </a:cubicBezTo>
                    <a:cubicBezTo>
                      <a:pt x="0" y="36248"/>
                      <a:pt x="36248" y="0"/>
                      <a:pt x="80963" y="0"/>
                    </a:cubicBezTo>
                    <a:cubicBezTo>
                      <a:pt x="125677" y="0"/>
                      <a:pt x="161925" y="36248"/>
                      <a:pt x="161925" y="8096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421507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D642DD60-039E-C257-1E39-ED878DA3A1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457200"/>
            <a:ext cx="10820400" cy="1371599"/>
          </a:xfrm>
        </p:spPr>
        <p:txBody>
          <a:bodyPr lIns="0" anchor="t">
            <a:normAutofit/>
          </a:bodyPr>
          <a:lstStyle>
            <a:lvl1pPr algn="l">
              <a:defRPr sz="3200" b="0"/>
            </a:lvl1pPr>
          </a:lstStyle>
          <a:p>
            <a:pPr>
              <a:defRPr lang="en-US"/>
            </a:pPr>
            <a:r>
              <a:rPr lang="en-US"/>
              <a:t>Click to </a:t>
            </a:r>
            <a:br>
              <a:rPr lang="en-US"/>
            </a:br>
            <a:r>
              <a:rPr lang="en-US"/>
              <a:t>edit </a:t>
            </a:r>
            <a:br>
              <a:rPr lang="en-US"/>
            </a:br>
            <a:r>
              <a:rPr lang="en-US"/>
              <a:t>Master title style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8C7BD4-7871-5567-A8E6-093232762C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9400" y="298864"/>
            <a:ext cx="1143000" cy="1143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DE603A-F0CC-D6F3-6254-EF0C454AAF03}"/>
              </a:ext>
            </a:extLst>
          </p:cNvPr>
          <p:cNvCxnSpPr/>
          <p:nvPr userDrawn="1"/>
        </p:nvCxnSpPr>
        <p:spPr>
          <a:xfrm>
            <a:off x="762000" y="1866899"/>
            <a:ext cx="108204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C8CC184-92DA-7807-712D-4B188141BC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00" y="1974435"/>
            <a:ext cx="10820400" cy="365125"/>
          </a:xfrm>
          <a:solidFill>
            <a:schemeClr val="bg1">
              <a:lumMod val="95000"/>
            </a:schemeClr>
          </a:solidFill>
          <a:ln w="6350"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182880" indent="0">
              <a:buNone/>
              <a:defRPr sz="1200">
                <a:latin typeface="+mj-lt"/>
              </a:defRPr>
            </a:lvl2pPr>
            <a:lvl3pPr marL="365760" indent="0">
              <a:buNone/>
              <a:defRPr sz="1200">
                <a:latin typeface="+mj-lt"/>
              </a:defRPr>
            </a:lvl3pPr>
            <a:lvl4pPr marL="548640" indent="0">
              <a:buNone/>
              <a:defRPr sz="1200">
                <a:latin typeface="+mj-lt"/>
              </a:defRPr>
            </a:lvl4pPr>
            <a:lvl5pPr marL="731520" indent="0">
              <a:buNone/>
              <a:defRPr sz="1200">
                <a:latin typeface="+mj-lt"/>
              </a:defRPr>
            </a:lvl5pPr>
          </a:lstStyle>
          <a:p>
            <a:pPr lvl="0">
              <a:defRPr lang="en-US"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202318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78B562-B3CE-1AA8-4499-3F27E61AE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lang="en-US"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415CB-FA51-DB7A-6A20-E530CDC4C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 lang="en-US"/>
            </a:pPr>
            <a:r>
              <a:rPr lang="en-US"/>
              <a:t>Click to edit Master text styles</a:t>
            </a:r>
          </a:p>
          <a:p>
            <a:pPr lvl="1">
              <a:defRPr lang="en-US"/>
            </a:pPr>
            <a:r>
              <a:rPr lang="en-US"/>
              <a:t>Second level</a:t>
            </a:r>
          </a:p>
          <a:p>
            <a:pPr lvl="2">
              <a:defRPr lang="en-US"/>
            </a:pPr>
            <a:r>
              <a:rPr lang="en-US"/>
              <a:t>Third level</a:t>
            </a:r>
          </a:p>
          <a:p>
            <a:pPr lvl="3">
              <a:defRPr lang="en-US"/>
            </a:pPr>
            <a:r>
              <a:rPr lang="en-US"/>
              <a:t>Fourth level</a:t>
            </a:r>
          </a:p>
          <a:p>
            <a:pPr lvl="4">
              <a:defRPr lang="en-US"/>
            </a:pPr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4252D-135F-BCAF-FB1A-8D01DE47E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</a:defRPr>
            </a:lvl1pPr>
          </a:lstStyle>
          <a:p>
            <a:pPr>
              <a:defRPr lang="en-US"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9F677-1A59-9D1F-A64E-A57F7847C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</a:defRPr>
            </a:lvl1pPr>
          </a:lstStyle>
          <a:p>
            <a:pPr>
              <a:defRPr lang="en-US"/>
            </a:pPr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9EC4-14DB-202C-59BB-D74491059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</a:defRPr>
            </a:lvl1pPr>
          </a:lstStyle>
          <a:p>
            <a:pPr>
              <a:defRPr lang="en-US"/>
            </a:pPr>
            <a:fld id="{92BFB872-B24E-FB4B-BEE6-73C9D0DA3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2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84" r:id="rId2"/>
    <p:sldLayoutId id="2147483786" r:id="rId3"/>
    <p:sldLayoutId id="2147483794" r:id="rId4"/>
    <p:sldLayoutId id="2147483782" r:id="rId5"/>
    <p:sldLayoutId id="2147483790" r:id="rId6"/>
    <p:sldLayoutId id="2147483788" r:id="rId7"/>
  </p:sldLayoutIdLst>
  <p:transition/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venir Next LT Pro" panose="020B0504020202020204" pitchFamily="34" charset="77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100000"/>
        </a:lnSpc>
        <a:spcBef>
          <a:spcPct val="0"/>
        </a:spcBef>
        <a:buFont typeface="Avenir Next LT Pro" panose="020B0504020202020204" pitchFamily="34" charset="77"/>
        <a:buChar char="–"/>
        <a:defRPr sz="24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100000"/>
        </a:lnSpc>
        <a:spcBef>
          <a:spcPct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100000"/>
        </a:lnSpc>
        <a:spcBef>
          <a:spcPct val="0"/>
        </a:spcBef>
        <a:buFont typeface="Avenir Next LT Pro" panose="020B0504020202020204" pitchFamily="34" charset="77"/>
        <a:buChar char="–"/>
        <a:defRPr sz="18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10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hyperlink" Target="mailto:simon.armstrong@xceedance.com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3.sv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slideLayout" Target="../slideLayouts/slideLayout5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44.xml"/><Relationship Id="rId21" Type="http://schemas.openxmlformats.org/officeDocument/2006/relationships/tags" Target="../tags/tag39.xml"/><Relationship Id="rId42" Type="http://schemas.openxmlformats.org/officeDocument/2006/relationships/tags" Target="../tags/tag60.xml"/><Relationship Id="rId47" Type="http://schemas.openxmlformats.org/officeDocument/2006/relationships/tags" Target="../tags/tag65.xml"/><Relationship Id="rId63" Type="http://schemas.openxmlformats.org/officeDocument/2006/relationships/tags" Target="../tags/tag81.xml"/><Relationship Id="rId68" Type="http://schemas.openxmlformats.org/officeDocument/2006/relationships/notesSlide" Target="../notesSlides/notesSlide2.xml"/><Relationship Id="rId7" Type="http://schemas.openxmlformats.org/officeDocument/2006/relationships/tags" Target="../tags/tag2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9" Type="http://schemas.openxmlformats.org/officeDocument/2006/relationships/tags" Target="../tags/tag47.xml"/><Relationship Id="rId11" Type="http://schemas.openxmlformats.org/officeDocument/2006/relationships/tags" Target="../tags/tag29.xml"/><Relationship Id="rId24" Type="http://schemas.openxmlformats.org/officeDocument/2006/relationships/tags" Target="../tags/tag42.xml"/><Relationship Id="rId32" Type="http://schemas.openxmlformats.org/officeDocument/2006/relationships/tags" Target="../tags/tag50.xml"/><Relationship Id="rId37" Type="http://schemas.openxmlformats.org/officeDocument/2006/relationships/tags" Target="../tags/tag55.xml"/><Relationship Id="rId40" Type="http://schemas.openxmlformats.org/officeDocument/2006/relationships/tags" Target="../tags/tag58.xml"/><Relationship Id="rId45" Type="http://schemas.openxmlformats.org/officeDocument/2006/relationships/tags" Target="../tags/tag63.xml"/><Relationship Id="rId53" Type="http://schemas.openxmlformats.org/officeDocument/2006/relationships/tags" Target="../tags/tag71.xml"/><Relationship Id="rId58" Type="http://schemas.openxmlformats.org/officeDocument/2006/relationships/tags" Target="../tags/tag76.xml"/><Relationship Id="rId66" Type="http://schemas.openxmlformats.org/officeDocument/2006/relationships/tags" Target="../tags/tag84.xml"/><Relationship Id="rId5" Type="http://schemas.openxmlformats.org/officeDocument/2006/relationships/tags" Target="../tags/tag23.xml"/><Relationship Id="rId61" Type="http://schemas.openxmlformats.org/officeDocument/2006/relationships/tags" Target="../tags/tag79.xml"/><Relationship Id="rId19" Type="http://schemas.openxmlformats.org/officeDocument/2006/relationships/tags" Target="../tags/tag37.xml"/><Relationship Id="rId14" Type="http://schemas.openxmlformats.org/officeDocument/2006/relationships/tags" Target="../tags/tag32.xml"/><Relationship Id="rId22" Type="http://schemas.openxmlformats.org/officeDocument/2006/relationships/tags" Target="../tags/tag40.xml"/><Relationship Id="rId27" Type="http://schemas.openxmlformats.org/officeDocument/2006/relationships/tags" Target="../tags/tag45.xml"/><Relationship Id="rId30" Type="http://schemas.openxmlformats.org/officeDocument/2006/relationships/tags" Target="../tags/tag48.xml"/><Relationship Id="rId35" Type="http://schemas.openxmlformats.org/officeDocument/2006/relationships/tags" Target="../tags/tag53.xml"/><Relationship Id="rId43" Type="http://schemas.openxmlformats.org/officeDocument/2006/relationships/tags" Target="../tags/tag61.xml"/><Relationship Id="rId48" Type="http://schemas.openxmlformats.org/officeDocument/2006/relationships/tags" Target="../tags/tag66.xml"/><Relationship Id="rId56" Type="http://schemas.openxmlformats.org/officeDocument/2006/relationships/tags" Target="../tags/tag74.xml"/><Relationship Id="rId64" Type="http://schemas.openxmlformats.org/officeDocument/2006/relationships/tags" Target="../tags/tag82.xml"/><Relationship Id="rId69" Type="http://schemas.openxmlformats.org/officeDocument/2006/relationships/oleObject" Target="../embeddings/oleObject1.bin"/><Relationship Id="rId8" Type="http://schemas.openxmlformats.org/officeDocument/2006/relationships/tags" Target="../tags/tag26.xml"/><Relationship Id="rId51" Type="http://schemas.openxmlformats.org/officeDocument/2006/relationships/tags" Target="../tags/tag69.xml"/><Relationship Id="rId3" Type="http://schemas.openxmlformats.org/officeDocument/2006/relationships/tags" Target="../tags/tag21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5" Type="http://schemas.openxmlformats.org/officeDocument/2006/relationships/tags" Target="../tags/tag43.xml"/><Relationship Id="rId33" Type="http://schemas.openxmlformats.org/officeDocument/2006/relationships/tags" Target="../tags/tag51.xml"/><Relationship Id="rId38" Type="http://schemas.openxmlformats.org/officeDocument/2006/relationships/tags" Target="../tags/tag56.xml"/><Relationship Id="rId46" Type="http://schemas.openxmlformats.org/officeDocument/2006/relationships/tags" Target="../tags/tag64.xml"/><Relationship Id="rId59" Type="http://schemas.openxmlformats.org/officeDocument/2006/relationships/tags" Target="../tags/tag77.xml"/><Relationship Id="rId67" Type="http://schemas.openxmlformats.org/officeDocument/2006/relationships/slideLayout" Target="../slideLayouts/slideLayout5.xml"/><Relationship Id="rId20" Type="http://schemas.openxmlformats.org/officeDocument/2006/relationships/tags" Target="../tags/tag38.xml"/><Relationship Id="rId41" Type="http://schemas.openxmlformats.org/officeDocument/2006/relationships/tags" Target="../tags/tag59.xml"/><Relationship Id="rId54" Type="http://schemas.openxmlformats.org/officeDocument/2006/relationships/tags" Target="../tags/tag72.xml"/><Relationship Id="rId62" Type="http://schemas.openxmlformats.org/officeDocument/2006/relationships/tags" Target="../tags/tag80.xml"/><Relationship Id="rId70" Type="http://schemas.openxmlformats.org/officeDocument/2006/relationships/image" Target="../media/image5.emf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5" Type="http://schemas.openxmlformats.org/officeDocument/2006/relationships/tags" Target="../tags/tag33.xml"/><Relationship Id="rId23" Type="http://schemas.openxmlformats.org/officeDocument/2006/relationships/tags" Target="../tags/tag41.xml"/><Relationship Id="rId28" Type="http://schemas.openxmlformats.org/officeDocument/2006/relationships/tags" Target="../tags/tag46.xml"/><Relationship Id="rId36" Type="http://schemas.openxmlformats.org/officeDocument/2006/relationships/tags" Target="../tags/tag54.xml"/><Relationship Id="rId49" Type="http://schemas.openxmlformats.org/officeDocument/2006/relationships/tags" Target="../tags/tag67.xml"/><Relationship Id="rId57" Type="http://schemas.openxmlformats.org/officeDocument/2006/relationships/tags" Target="../tags/tag75.xml"/><Relationship Id="rId10" Type="http://schemas.openxmlformats.org/officeDocument/2006/relationships/tags" Target="../tags/tag28.xml"/><Relationship Id="rId31" Type="http://schemas.openxmlformats.org/officeDocument/2006/relationships/tags" Target="../tags/tag49.xml"/><Relationship Id="rId44" Type="http://schemas.openxmlformats.org/officeDocument/2006/relationships/tags" Target="../tags/tag62.xml"/><Relationship Id="rId52" Type="http://schemas.openxmlformats.org/officeDocument/2006/relationships/tags" Target="../tags/tag70.xml"/><Relationship Id="rId60" Type="http://schemas.openxmlformats.org/officeDocument/2006/relationships/tags" Target="../tags/tag78.xml"/><Relationship Id="rId65" Type="http://schemas.openxmlformats.org/officeDocument/2006/relationships/tags" Target="../tags/tag83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3" Type="http://schemas.openxmlformats.org/officeDocument/2006/relationships/tags" Target="../tags/tag31.xml"/><Relationship Id="rId18" Type="http://schemas.openxmlformats.org/officeDocument/2006/relationships/tags" Target="../tags/tag36.xml"/><Relationship Id="rId39" Type="http://schemas.openxmlformats.org/officeDocument/2006/relationships/tags" Target="../tags/tag57.xml"/><Relationship Id="rId34" Type="http://schemas.openxmlformats.org/officeDocument/2006/relationships/tags" Target="../tags/tag52.xml"/><Relationship Id="rId50" Type="http://schemas.openxmlformats.org/officeDocument/2006/relationships/tags" Target="../tags/tag68.xml"/><Relationship Id="rId55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8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8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13" Type="http://schemas.openxmlformats.org/officeDocument/2006/relationships/tags" Target="../tags/tag103.xml"/><Relationship Id="rId18" Type="http://schemas.openxmlformats.org/officeDocument/2006/relationships/image" Target="../media/image10.svg"/><Relationship Id="rId3" Type="http://schemas.openxmlformats.org/officeDocument/2006/relationships/tags" Target="../tags/tag93.xml"/><Relationship Id="rId21" Type="http://schemas.openxmlformats.org/officeDocument/2006/relationships/image" Target="../media/image13.svg"/><Relationship Id="rId7" Type="http://schemas.openxmlformats.org/officeDocument/2006/relationships/tags" Target="../tags/tag97.xml"/><Relationship Id="rId12" Type="http://schemas.openxmlformats.org/officeDocument/2006/relationships/tags" Target="../tags/tag102.xml"/><Relationship Id="rId17" Type="http://schemas.openxmlformats.org/officeDocument/2006/relationships/slideLayout" Target="../slideLayouts/slideLayout5.xml"/><Relationship Id="rId2" Type="http://schemas.openxmlformats.org/officeDocument/2006/relationships/tags" Target="../tags/tag92.xml"/><Relationship Id="rId16" Type="http://schemas.openxmlformats.org/officeDocument/2006/relationships/tags" Target="../tags/tag106.xml"/><Relationship Id="rId20" Type="http://schemas.openxmlformats.org/officeDocument/2006/relationships/image" Target="../media/image12.svg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101.xml"/><Relationship Id="rId5" Type="http://schemas.openxmlformats.org/officeDocument/2006/relationships/tags" Target="../tags/tag95.xml"/><Relationship Id="rId15" Type="http://schemas.openxmlformats.org/officeDocument/2006/relationships/tags" Target="../tags/tag105.xml"/><Relationship Id="rId10" Type="http://schemas.openxmlformats.org/officeDocument/2006/relationships/tags" Target="../tags/tag100.xml"/><Relationship Id="rId19" Type="http://schemas.openxmlformats.org/officeDocument/2006/relationships/image" Target="../media/image11.svg"/><Relationship Id="rId4" Type="http://schemas.openxmlformats.org/officeDocument/2006/relationships/tags" Target="../tags/tag94.xml"/><Relationship Id="rId9" Type="http://schemas.openxmlformats.org/officeDocument/2006/relationships/tags" Target="../tags/tag99.xml"/><Relationship Id="rId14" Type="http://schemas.openxmlformats.org/officeDocument/2006/relationships/tags" Target="../tags/tag104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119.xml"/><Relationship Id="rId18" Type="http://schemas.openxmlformats.org/officeDocument/2006/relationships/tags" Target="../tags/tag124.xml"/><Relationship Id="rId26" Type="http://schemas.openxmlformats.org/officeDocument/2006/relationships/tags" Target="../tags/tag132.xml"/><Relationship Id="rId39" Type="http://schemas.openxmlformats.org/officeDocument/2006/relationships/image" Target="../media/image16.svg"/><Relationship Id="rId21" Type="http://schemas.openxmlformats.org/officeDocument/2006/relationships/tags" Target="../tags/tag127.xml"/><Relationship Id="rId34" Type="http://schemas.openxmlformats.org/officeDocument/2006/relationships/tags" Target="../tags/tag140.xml"/><Relationship Id="rId7" Type="http://schemas.openxmlformats.org/officeDocument/2006/relationships/tags" Target="../tags/tag113.xml"/><Relationship Id="rId12" Type="http://schemas.openxmlformats.org/officeDocument/2006/relationships/tags" Target="../tags/tag118.xml"/><Relationship Id="rId17" Type="http://schemas.openxmlformats.org/officeDocument/2006/relationships/tags" Target="../tags/tag123.xml"/><Relationship Id="rId25" Type="http://schemas.openxmlformats.org/officeDocument/2006/relationships/tags" Target="../tags/tag131.xml"/><Relationship Id="rId33" Type="http://schemas.openxmlformats.org/officeDocument/2006/relationships/tags" Target="../tags/tag139.xml"/><Relationship Id="rId38" Type="http://schemas.openxmlformats.org/officeDocument/2006/relationships/image" Target="../media/image15.svg"/><Relationship Id="rId2" Type="http://schemas.openxmlformats.org/officeDocument/2006/relationships/tags" Target="../tags/tag108.xml"/><Relationship Id="rId16" Type="http://schemas.openxmlformats.org/officeDocument/2006/relationships/tags" Target="../tags/tag122.xml"/><Relationship Id="rId20" Type="http://schemas.openxmlformats.org/officeDocument/2006/relationships/tags" Target="../tags/tag126.xml"/><Relationship Id="rId29" Type="http://schemas.openxmlformats.org/officeDocument/2006/relationships/tags" Target="../tags/tag135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tags" Target="../tags/tag117.xml"/><Relationship Id="rId24" Type="http://schemas.openxmlformats.org/officeDocument/2006/relationships/tags" Target="../tags/tag130.xml"/><Relationship Id="rId32" Type="http://schemas.openxmlformats.org/officeDocument/2006/relationships/tags" Target="../tags/tag138.xml"/><Relationship Id="rId37" Type="http://schemas.openxmlformats.org/officeDocument/2006/relationships/image" Target="../media/image14.svg"/><Relationship Id="rId40" Type="http://schemas.openxmlformats.org/officeDocument/2006/relationships/image" Target="../media/image17.svg"/><Relationship Id="rId5" Type="http://schemas.openxmlformats.org/officeDocument/2006/relationships/tags" Target="../tags/tag111.xml"/><Relationship Id="rId15" Type="http://schemas.openxmlformats.org/officeDocument/2006/relationships/tags" Target="../tags/tag121.xml"/><Relationship Id="rId23" Type="http://schemas.openxmlformats.org/officeDocument/2006/relationships/tags" Target="../tags/tag129.xml"/><Relationship Id="rId28" Type="http://schemas.openxmlformats.org/officeDocument/2006/relationships/tags" Target="../tags/tag134.xml"/><Relationship Id="rId36" Type="http://schemas.openxmlformats.org/officeDocument/2006/relationships/hyperlink" Target="mailto:simon.armstrong@xceedance.com" TargetMode="External"/><Relationship Id="rId10" Type="http://schemas.openxmlformats.org/officeDocument/2006/relationships/tags" Target="../tags/tag116.xml"/><Relationship Id="rId19" Type="http://schemas.openxmlformats.org/officeDocument/2006/relationships/tags" Target="../tags/tag125.xml"/><Relationship Id="rId31" Type="http://schemas.openxmlformats.org/officeDocument/2006/relationships/tags" Target="../tags/tag137.xml"/><Relationship Id="rId4" Type="http://schemas.openxmlformats.org/officeDocument/2006/relationships/tags" Target="../tags/tag110.xml"/><Relationship Id="rId9" Type="http://schemas.openxmlformats.org/officeDocument/2006/relationships/tags" Target="../tags/tag115.xml"/><Relationship Id="rId14" Type="http://schemas.openxmlformats.org/officeDocument/2006/relationships/tags" Target="../tags/tag120.xml"/><Relationship Id="rId22" Type="http://schemas.openxmlformats.org/officeDocument/2006/relationships/tags" Target="../tags/tag128.xml"/><Relationship Id="rId27" Type="http://schemas.openxmlformats.org/officeDocument/2006/relationships/tags" Target="../tags/tag133.xml"/><Relationship Id="rId30" Type="http://schemas.openxmlformats.org/officeDocument/2006/relationships/tags" Target="../tags/tag136.xml"/><Relationship Id="rId35" Type="http://schemas.openxmlformats.org/officeDocument/2006/relationships/slideLayout" Target="../slideLayouts/slideLayout5.xml"/><Relationship Id="rId8" Type="http://schemas.openxmlformats.org/officeDocument/2006/relationships/tags" Target="../tags/tag114.xml"/><Relationship Id="rId3" Type="http://schemas.openxmlformats.org/officeDocument/2006/relationships/tags" Target="../tags/tag10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1.xml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6F09E032-EE4F-BE05-2181-D4CCF61439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17" r="3717"/>
          <a:stretch>
            <a:fillRect/>
          </a:stretch>
        </p:blipFill>
        <p:spPr>
          <a:xfrm>
            <a:off x="3541726" y="1172089"/>
            <a:ext cx="8650274" cy="5685911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949DA63-42A7-6E38-ADAA-DE7B797D4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242177"/>
            <a:ext cx="4337304" cy="1041971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FFFF"/>
                </a:solidFill>
                <a:latin typeface="Segoe UI"/>
              </a:rPr>
              <a:t>Architecture Review Board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7871B0-7CF6-0123-F159-30BAE1EA87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4519054"/>
            <a:ext cx="4584192" cy="377952"/>
          </a:xfrm>
        </p:spPr>
        <p:txBody>
          <a:bodyPr anchor="ctr" anchorCtr="0">
            <a:normAutofit lnSpcReduction="10000"/>
          </a:bodyPr>
          <a:lstStyle/>
          <a:p>
            <a:r>
              <a:rPr lang="en-US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Reboot — June 2026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113736D-0C65-876F-A05C-D099466680E0}"/>
              </a:ext>
            </a:extLst>
          </p:cNvPr>
          <p:cNvSpPr txBox="1">
            <a:spLocks/>
          </p:cNvSpPr>
          <p:nvPr/>
        </p:nvSpPr>
        <p:spPr>
          <a:xfrm>
            <a:off x="609600" y="5412117"/>
            <a:ext cx="4492752" cy="36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24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36576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73152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hlinkClick r:id="rId5"/>
              </a:rPr>
              <a:t>simon.armstrong@xceedance.com</a:t>
            </a:r>
            <a:r>
              <a:rPr lang="en-IN" sz="1800" dirty="0"/>
              <a:t>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53334D1-9624-42B5-8567-8E495D66CD8D}"/>
              </a:ext>
            </a:extLst>
          </p:cNvPr>
          <p:cNvSpPr txBox="1">
            <a:spLocks/>
          </p:cNvSpPr>
          <p:nvPr/>
        </p:nvSpPr>
        <p:spPr>
          <a:xfrm>
            <a:off x="609600" y="5025021"/>
            <a:ext cx="4492752" cy="36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24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36576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73152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Simon Armstrong  |  VP Chief Architect</a:t>
            </a:r>
            <a:endParaRPr 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27787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9461D42F-9392-BDF7-588A-89DC6694E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Are We Here?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EB19D89A-675B-5B43-5190-582E4131A6FA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The ARB exists to provide consistent, binding architectural governance across Xceedance. Here's why we're relaunching it now: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CF58D9AF-E8C6-7247-AC05-2C9921A29D01}"/>
              </a:ext>
            </a:extLst>
          </p:cNvPr>
          <p:cNvSpPr/>
          <p:nvPr/>
        </p:nvSpPr>
        <p:spPr>
          <a:xfrm>
            <a:off x="748099" y="1414182"/>
            <a:ext cx="3357175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Architecture Review Board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06A3564-AEF0-886F-2BDB-B92DA2AF2148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984370" y="3504297"/>
            <a:ext cx="3355274" cy="1827126"/>
            <a:chOff x="3864694" y="2299124"/>
            <a:chExt cx="4473698" cy="309256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B7D8EDB-EB0D-4A26-288B-E49B834BEBFE}"/>
                </a:ext>
              </a:extLst>
            </p:cNvPr>
            <p:cNvGrpSpPr/>
            <p:nvPr>
              <p:custDataLst>
                <p:tags r:id="rId9"/>
              </p:custDataLst>
            </p:nvPr>
          </p:nvGrpSpPr>
          <p:grpSpPr>
            <a:xfrm>
              <a:off x="3864694" y="2299124"/>
              <a:ext cx="4463919" cy="560503"/>
              <a:chOff x="2779203" y="2173875"/>
              <a:chExt cx="6633595" cy="555201"/>
            </a:xfrm>
          </p:grpSpPr>
          <p:sp>
            <p:nvSpPr>
              <p:cNvPr id="12" name="Freeform 75" descr="decorative: Freeform 75">
                <a:extLst>
                  <a:ext uri="{FF2B5EF4-FFF2-40B4-BE49-F238E27FC236}">
                    <a16:creationId xmlns:a16="http://schemas.microsoft.com/office/drawing/2014/main" id="{18ECCC5F-BAA3-D474-B2DA-00647A4A1BEF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 flipH="1">
                <a:off x="7958523" y="2173875"/>
                <a:ext cx="1454275" cy="555201"/>
              </a:xfrm>
              <a:custGeom>
                <a:avLst/>
                <a:gdLst>
                  <a:gd name="connsiteX0" fmla="*/ 0 w 1311275"/>
                  <a:gd name="connsiteY0" fmla="*/ 0 h 736600"/>
                  <a:gd name="connsiteX1" fmla="*/ 930275 w 1311275"/>
                  <a:gd name="connsiteY1" fmla="*/ 3175 h 736600"/>
                  <a:gd name="connsiteX2" fmla="*/ 1311275 w 1311275"/>
                  <a:gd name="connsiteY2" fmla="*/ 736600 h 736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11275" h="736600">
                    <a:moveTo>
                      <a:pt x="0" y="0"/>
                    </a:moveTo>
                    <a:lnTo>
                      <a:pt x="930275" y="3175"/>
                    </a:lnTo>
                    <a:lnTo>
                      <a:pt x="1311275" y="736600"/>
                    </a:lnTo>
                  </a:path>
                </a:pathLst>
              </a:custGeom>
              <a:noFill/>
              <a:ln w="12700">
                <a:solidFill>
                  <a:srgbClr val="121314"/>
                </a:solidFill>
                <a:prstDash val="dash"/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 75" descr="decorative: Freeform 75">
                <a:extLst>
                  <a:ext uri="{FF2B5EF4-FFF2-40B4-BE49-F238E27FC236}">
                    <a16:creationId xmlns:a16="http://schemas.microsoft.com/office/drawing/2014/main" id="{5C766D84-0361-90C2-E6F5-8957603C5FF1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2779203" y="2173875"/>
                <a:ext cx="1454275" cy="555201"/>
              </a:xfrm>
              <a:custGeom>
                <a:avLst/>
                <a:gdLst>
                  <a:gd name="connsiteX0" fmla="*/ 0 w 1311275"/>
                  <a:gd name="connsiteY0" fmla="*/ 0 h 736600"/>
                  <a:gd name="connsiteX1" fmla="*/ 930275 w 1311275"/>
                  <a:gd name="connsiteY1" fmla="*/ 3175 h 736600"/>
                  <a:gd name="connsiteX2" fmla="*/ 1311275 w 1311275"/>
                  <a:gd name="connsiteY2" fmla="*/ 736600 h 736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11275" h="736600">
                    <a:moveTo>
                      <a:pt x="0" y="0"/>
                    </a:moveTo>
                    <a:lnTo>
                      <a:pt x="930275" y="3175"/>
                    </a:lnTo>
                    <a:lnTo>
                      <a:pt x="1311275" y="736600"/>
                    </a:lnTo>
                  </a:path>
                </a:pathLst>
              </a:custGeom>
              <a:noFill/>
              <a:ln w="12700">
                <a:solidFill>
                  <a:srgbClr val="121314"/>
                </a:solidFill>
                <a:prstDash val="dash"/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48C64FB-8045-468F-6125-F8494136C27C}"/>
                </a:ext>
              </a:extLst>
            </p:cNvPr>
            <p:cNvGrpSpPr/>
            <p:nvPr>
              <p:custDataLst>
                <p:tags r:id="rId10"/>
              </p:custDataLst>
            </p:nvPr>
          </p:nvGrpSpPr>
          <p:grpSpPr>
            <a:xfrm flipV="1">
              <a:off x="3874473" y="4831185"/>
              <a:ext cx="4463919" cy="560503"/>
              <a:chOff x="2779203" y="2173875"/>
              <a:chExt cx="6633595" cy="555201"/>
            </a:xfrm>
          </p:grpSpPr>
          <p:sp>
            <p:nvSpPr>
              <p:cNvPr id="10" name="Freeform 75" descr="decorative: Freeform 75">
                <a:extLst>
                  <a:ext uri="{FF2B5EF4-FFF2-40B4-BE49-F238E27FC236}">
                    <a16:creationId xmlns:a16="http://schemas.microsoft.com/office/drawing/2014/main" id="{C1DA286A-ED7E-0F6B-F2E3-E89018591E9C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 flipH="1">
                <a:off x="7958523" y="2173875"/>
                <a:ext cx="1454275" cy="555201"/>
              </a:xfrm>
              <a:custGeom>
                <a:avLst/>
                <a:gdLst>
                  <a:gd name="connsiteX0" fmla="*/ 0 w 1311275"/>
                  <a:gd name="connsiteY0" fmla="*/ 0 h 736600"/>
                  <a:gd name="connsiteX1" fmla="*/ 930275 w 1311275"/>
                  <a:gd name="connsiteY1" fmla="*/ 3175 h 736600"/>
                  <a:gd name="connsiteX2" fmla="*/ 1311275 w 1311275"/>
                  <a:gd name="connsiteY2" fmla="*/ 736600 h 736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11275" h="736600">
                    <a:moveTo>
                      <a:pt x="0" y="0"/>
                    </a:moveTo>
                    <a:lnTo>
                      <a:pt x="930275" y="3175"/>
                    </a:lnTo>
                    <a:lnTo>
                      <a:pt x="1311275" y="736600"/>
                    </a:lnTo>
                  </a:path>
                </a:pathLst>
              </a:custGeom>
              <a:noFill/>
              <a:ln w="12700">
                <a:solidFill>
                  <a:srgbClr val="121314"/>
                </a:solidFill>
                <a:prstDash val="dash"/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75" descr="decorative: Freeform 75">
                <a:extLst>
                  <a:ext uri="{FF2B5EF4-FFF2-40B4-BE49-F238E27FC236}">
                    <a16:creationId xmlns:a16="http://schemas.microsoft.com/office/drawing/2014/main" id="{987498A9-3DAE-2B9C-AA9B-F87C11B2363B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2779203" y="2173875"/>
                <a:ext cx="1454275" cy="555201"/>
              </a:xfrm>
              <a:custGeom>
                <a:avLst/>
                <a:gdLst>
                  <a:gd name="connsiteX0" fmla="*/ 0 w 1311275"/>
                  <a:gd name="connsiteY0" fmla="*/ 0 h 736600"/>
                  <a:gd name="connsiteX1" fmla="*/ 930275 w 1311275"/>
                  <a:gd name="connsiteY1" fmla="*/ 3175 h 736600"/>
                  <a:gd name="connsiteX2" fmla="*/ 1311275 w 1311275"/>
                  <a:gd name="connsiteY2" fmla="*/ 736600 h 736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11275" h="736600">
                    <a:moveTo>
                      <a:pt x="0" y="0"/>
                    </a:moveTo>
                    <a:lnTo>
                      <a:pt x="930275" y="3175"/>
                    </a:lnTo>
                    <a:lnTo>
                      <a:pt x="1311275" y="736600"/>
                    </a:lnTo>
                  </a:path>
                </a:pathLst>
              </a:custGeom>
              <a:noFill/>
              <a:ln w="12700">
                <a:solidFill>
                  <a:srgbClr val="121314"/>
                </a:solidFill>
                <a:prstDash val="dash"/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4" name="Oval 13" descr="decorative: Oval 12">
            <a:extLst>
              <a:ext uri="{FF2B5EF4-FFF2-40B4-BE49-F238E27FC236}">
                <a16:creationId xmlns:a16="http://schemas.microsoft.com/office/drawing/2014/main" id="{4110003D-BD9F-4BBE-6AB8-0FAB0869EEC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438163" y="3198172"/>
            <a:ext cx="2439376" cy="2439376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D9210F4-55EE-473F-C4A7-FFF3833DAC0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074614" y="3711477"/>
            <a:ext cx="1166473" cy="1412765"/>
          </a:xfrm>
          <a:prstGeom prst="rect">
            <a:avLst/>
          </a:prstGeom>
        </p:spPr>
      </p:pic>
      <p:sp>
        <p:nvSpPr>
          <p:cNvPr id="16" name="TextBox 15" descr="decorative: TextBox 59">
            <a:extLst>
              <a:ext uri="{FF2B5EF4-FFF2-40B4-BE49-F238E27FC236}">
                <a16:creationId xmlns:a16="http://schemas.microsoft.com/office/drawing/2014/main" id="{55BC0E33-3B62-8FC0-2DE3-E89F9A56CB2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478743" y="2705191"/>
            <a:ext cx="2364154" cy="16556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450"/>
              </a:spcAft>
            </a:pPr>
            <a:r>
              <a:rPr sz="1650">
                <a:solidFill>
                  <a:srgbClr val="121314"/>
                </a:solidFill>
                <a:latin typeface="Avenir Next LT Pro"/>
              </a:rPr>
              <a:t>Engineering tooling and architecture decisions are being made in silos across service lines and BUs.</a:t>
            </a:r>
          </a:p>
        </p:txBody>
      </p:sp>
      <p:sp>
        <p:nvSpPr>
          <p:cNvPr id="17" name="TextBox 16" descr="decorative: TextBox 62">
            <a:extLst>
              <a:ext uri="{FF2B5EF4-FFF2-40B4-BE49-F238E27FC236}">
                <a16:creationId xmlns:a16="http://schemas.microsoft.com/office/drawing/2014/main" id="{FF227912-0EB3-321E-E05D-F1C33A543B3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478743" y="4474872"/>
            <a:ext cx="2364154" cy="16556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450"/>
              </a:spcAft>
            </a:pPr>
            <a:r>
              <a:rPr sz="1650">
                <a:solidFill>
                  <a:srgbClr val="121314"/>
                </a:solidFill>
                <a:latin typeface="Avenir Next LT Pro"/>
              </a:rPr>
              <a:t>We need a single forum for consistent, binding architectural governance before these gaps widen further.</a:t>
            </a:r>
          </a:p>
        </p:txBody>
      </p:sp>
      <p:sp>
        <p:nvSpPr>
          <p:cNvPr id="18" name="TextBox 17" descr="decorative: TextBox 64">
            <a:extLst>
              <a:ext uri="{FF2B5EF4-FFF2-40B4-BE49-F238E27FC236}">
                <a16:creationId xmlns:a16="http://schemas.microsoft.com/office/drawing/2014/main" id="{B723FB2B-AE0C-8BD4-E80B-DE1A51764BD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472804" y="2705191"/>
            <a:ext cx="2364153" cy="16556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r>
              <a:rPr sz="1650">
                <a:solidFill>
                  <a:srgbClr val="121314"/>
                </a:solidFill>
                <a:latin typeface="Avenir Next LT Pro"/>
              </a:rPr>
              <a:t>ARB has been dormant for several months — architectural decisions are accumulating without a ratification forum.</a:t>
            </a:r>
          </a:p>
        </p:txBody>
      </p:sp>
      <p:sp>
        <p:nvSpPr>
          <p:cNvPr id="19" name="TextBox 18" descr="decorative: TextBox 66">
            <a:extLst>
              <a:ext uri="{FF2B5EF4-FFF2-40B4-BE49-F238E27FC236}">
                <a16:creationId xmlns:a16="http://schemas.microsoft.com/office/drawing/2014/main" id="{35F77146-D57C-F886-9B1B-2827DF04323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472804" y="4474872"/>
            <a:ext cx="2364153" cy="16556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r>
              <a:rPr sz="1650">
                <a:solidFill>
                  <a:srgbClr val="121314"/>
                </a:solidFill>
                <a:latin typeface="Avenir Next LT Pro"/>
              </a:rPr>
              <a:t>23 architecture decisions identified in the SDLC Phase 3 review alone that require enterprise ratification.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945820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CA5A5-AEF8-F682-E119-4F21FAEE0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756A000C-8631-B53F-85AF-FA98F8C52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the ARB?</a:t>
            </a:r>
          </a:p>
        </p:txBody>
      </p:sp>
      <p:sp>
        <p:nvSpPr>
          <p:cNvPr id="3" name="TextBox 2" descr="decorative: TextBox 3">
            <a:extLst>
              <a:ext uri="{FF2B5EF4-FFF2-40B4-BE49-F238E27FC236}">
                <a16:creationId xmlns:a16="http://schemas.microsoft.com/office/drawing/2014/main" id="{2123A735-C7AB-2C52-3213-F74EE886F6D0}"/>
              </a:ext>
            </a:extLst>
          </p:cNvPr>
          <p:cNvSpPr txBox="1"/>
          <p:nvPr/>
        </p:nvSpPr>
        <p:spPr>
          <a:xfrm>
            <a:off x="2735643" y="2025254"/>
            <a:ext cx="5884482" cy="81918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450"/>
              </a:spcAft>
            </a:pPr>
            <a:r>
              <a:rPr sz="1800" dirty="0">
                <a:solidFill>
                  <a:srgbClr val="121314"/>
                </a:solidFill>
                <a:latin typeface="Avenir Next LT Pro"/>
              </a:rPr>
              <a:t>Review and ratify architecture decisions that have enterprise-wide impact.</a:t>
            </a:r>
          </a:p>
        </p:txBody>
      </p:sp>
      <p:sp>
        <p:nvSpPr>
          <p:cNvPr id="4" name="TextBox 3" descr="decorative: TextBox 5">
            <a:extLst>
              <a:ext uri="{FF2B5EF4-FFF2-40B4-BE49-F238E27FC236}">
                <a16:creationId xmlns:a16="http://schemas.microsoft.com/office/drawing/2014/main" id="{63AF3248-3041-F4B1-4121-4288000286B9}"/>
              </a:ext>
            </a:extLst>
          </p:cNvPr>
          <p:cNvSpPr txBox="1"/>
          <p:nvPr/>
        </p:nvSpPr>
        <p:spPr>
          <a:xfrm>
            <a:off x="2735643" y="3765128"/>
            <a:ext cx="5884482" cy="81918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450"/>
              </a:spcAft>
            </a:pPr>
            <a:r>
              <a:rPr sz="1800" dirty="0">
                <a:solidFill>
                  <a:srgbClr val="121314"/>
                </a:solidFill>
                <a:latin typeface="Avenir Next LT Pro"/>
              </a:rPr>
              <a:t>ARB decisions are binding across all service lines and business units.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306838-62D6-F022-0F19-B781E0DAFA85}"/>
              </a:ext>
            </a:extLst>
          </p:cNvPr>
          <p:cNvCxnSpPr>
            <a:cxnSpLocks/>
          </p:cNvCxnSpPr>
          <p:nvPr/>
        </p:nvCxnSpPr>
        <p:spPr>
          <a:xfrm>
            <a:off x="762001" y="3739754"/>
            <a:ext cx="7560000" cy="0"/>
          </a:xfrm>
          <a:prstGeom prst="line">
            <a:avLst/>
          </a:prstGeom>
          <a:solidFill>
            <a:srgbClr val="121314"/>
          </a:solidFill>
          <a:ln w="12700">
            <a:solidFill>
              <a:srgbClr val="12131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 descr="decorative: TextBox 17">
            <a:extLst>
              <a:ext uri="{FF2B5EF4-FFF2-40B4-BE49-F238E27FC236}">
                <a16:creationId xmlns:a16="http://schemas.microsoft.com/office/drawing/2014/main" id="{DF5EA607-97E1-E519-54F1-10D7CA5809DD}"/>
              </a:ext>
            </a:extLst>
          </p:cNvPr>
          <p:cNvSpPr txBox="1"/>
          <p:nvPr/>
        </p:nvSpPr>
        <p:spPr>
          <a:xfrm>
            <a:off x="2735643" y="2895191"/>
            <a:ext cx="5884482" cy="81918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450"/>
              </a:spcAft>
            </a:pPr>
            <a:r>
              <a:rPr sz="1800" dirty="0">
                <a:solidFill>
                  <a:srgbClr val="121314"/>
                </a:solidFill>
                <a:latin typeface="Avenir Next LT Pro"/>
              </a:rPr>
              <a:t>Technology selection, platform strategy, standards, patterns, and significant design choices.</a:t>
            </a:r>
          </a:p>
        </p:txBody>
      </p:sp>
      <p:sp>
        <p:nvSpPr>
          <p:cNvPr id="9" name="TextBox 8" descr="decorative: TextBox 19">
            <a:extLst>
              <a:ext uri="{FF2B5EF4-FFF2-40B4-BE49-F238E27FC236}">
                <a16:creationId xmlns:a16="http://schemas.microsoft.com/office/drawing/2014/main" id="{5187E14D-EAB9-ED1E-BC18-854EB72A02F9}"/>
              </a:ext>
            </a:extLst>
          </p:cNvPr>
          <p:cNvSpPr txBox="1"/>
          <p:nvPr/>
        </p:nvSpPr>
        <p:spPr>
          <a:xfrm>
            <a:off x="2735643" y="4635065"/>
            <a:ext cx="5884482" cy="81918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450"/>
              </a:spcAft>
            </a:pPr>
            <a:r>
              <a:rPr sz="1800">
                <a:solidFill>
                  <a:srgbClr val="121314"/>
                </a:solidFill>
                <a:latin typeface="Avenir Next LT Pro"/>
              </a:rPr>
              <a:t>Delivery-level design choices that sit entirely within a single team or product.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E79501-98C4-A289-FEEA-5C6332848B06}"/>
              </a:ext>
            </a:extLst>
          </p:cNvPr>
          <p:cNvCxnSpPr>
            <a:cxnSpLocks/>
          </p:cNvCxnSpPr>
          <p:nvPr/>
        </p:nvCxnSpPr>
        <p:spPr>
          <a:xfrm flipV="1">
            <a:off x="762002" y="4584317"/>
            <a:ext cx="7560000" cy="25374"/>
          </a:xfrm>
          <a:prstGeom prst="line">
            <a:avLst/>
          </a:prstGeom>
          <a:solidFill>
            <a:srgbClr val="121314"/>
          </a:solidFill>
          <a:ln w="12700">
            <a:solidFill>
              <a:srgbClr val="12131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789F508-8663-7867-35F0-24C6D16A28F0}"/>
              </a:ext>
            </a:extLst>
          </p:cNvPr>
          <p:cNvCxnSpPr>
            <a:cxnSpLocks/>
          </p:cNvCxnSpPr>
          <p:nvPr/>
        </p:nvCxnSpPr>
        <p:spPr>
          <a:xfrm>
            <a:off x="762001" y="2869817"/>
            <a:ext cx="7560000" cy="0"/>
          </a:xfrm>
          <a:prstGeom prst="line">
            <a:avLst/>
          </a:prstGeom>
          <a:solidFill>
            <a:srgbClr val="121314"/>
          </a:solidFill>
          <a:ln w="12700">
            <a:solidFill>
              <a:srgbClr val="12131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 descr="decorative: Rectangle 31">
            <a:extLst>
              <a:ext uri="{FF2B5EF4-FFF2-40B4-BE49-F238E27FC236}">
                <a16:creationId xmlns:a16="http://schemas.microsoft.com/office/drawing/2014/main" id="{6C530BDA-41A7-9FD8-B2F7-DEDC99B4368C}"/>
              </a:ext>
            </a:extLst>
          </p:cNvPr>
          <p:cNvSpPr/>
          <p:nvPr/>
        </p:nvSpPr>
        <p:spPr>
          <a:xfrm>
            <a:off x="762000" y="2025254"/>
            <a:ext cx="1890000" cy="8191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sz="1800" b="1">
                <a:solidFill>
                  <a:srgbClr val="FFFFFF"/>
                </a:solidFill>
                <a:latin typeface="Avenir Next LT Pro"/>
              </a:rPr>
              <a:t>Purpose</a:t>
            </a:r>
          </a:p>
        </p:txBody>
      </p:sp>
      <p:sp>
        <p:nvSpPr>
          <p:cNvPr id="13" name="Rectangle 12" descr="decorative: Rectangle 32">
            <a:extLst>
              <a:ext uri="{FF2B5EF4-FFF2-40B4-BE49-F238E27FC236}">
                <a16:creationId xmlns:a16="http://schemas.microsoft.com/office/drawing/2014/main" id="{4E3B2CEC-15F9-5D81-2204-F8CA46B45472}"/>
              </a:ext>
            </a:extLst>
          </p:cNvPr>
          <p:cNvSpPr/>
          <p:nvPr/>
        </p:nvSpPr>
        <p:spPr>
          <a:xfrm>
            <a:off x="762000" y="3765128"/>
            <a:ext cx="1890000" cy="8191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sz="1800" b="1">
                <a:solidFill>
                  <a:srgbClr val="FFFFFF"/>
                </a:solidFill>
                <a:latin typeface="Avenir Next LT Pro"/>
              </a:rPr>
              <a:t>Scope</a:t>
            </a:r>
          </a:p>
        </p:txBody>
      </p:sp>
      <p:sp>
        <p:nvSpPr>
          <p:cNvPr id="14" name="Rectangle 13" descr="decorative: Rectangle 33">
            <a:extLst>
              <a:ext uri="{FF2B5EF4-FFF2-40B4-BE49-F238E27FC236}">
                <a16:creationId xmlns:a16="http://schemas.microsoft.com/office/drawing/2014/main" id="{8AA481B8-42F7-178D-143C-27EAC7F00FA7}"/>
              </a:ext>
            </a:extLst>
          </p:cNvPr>
          <p:cNvSpPr/>
          <p:nvPr/>
        </p:nvSpPr>
        <p:spPr>
          <a:xfrm>
            <a:off x="762000" y="2895191"/>
            <a:ext cx="1890000" cy="8191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sz="1800" b="1">
                <a:solidFill>
                  <a:srgbClr val="FFFFFF"/>
                </a:solidFill>
                <a:latin typeface="Avenir Next LT Pro"/>
              </a:rPr>
              <a:t>Authority</a:t>
            </a:r>
          </a:p>
        </p:txBody>
      </p:sp>
      <p:sp>
        <p:nvSpPr>
          <p:cNvPr id="15" name="Rectangle 14" descr="decorative: Rectangle 34">
            <a:extLst>
              <a:ext uri="{FF2B5EF4-FFF2-40B4-BE49-F238E27FC236}">
                <a16:creationId xmlns:a16="http://schemas.microsoft.com/office/drawing/2014/main" id="{17EE02A9-FC11-E55C-72A4-EB0595CFF4C5}"/>
              </a:ext>
            </a:extLst>
          </p:cNvPr>
          <p:cNvSpPr/>
          <p:nvPr/>
        </p:nvSpPr>
        <p:spPr>
          <a:xfrm>
            <a:off x="762000" y="4635065"/>
            <a:ext cx="1890000" cy="8191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sz="1800" b="1">
                <a:solidFill>
                  <a:srgbClr val="FFFFFF"/>
                </a:solidFill>
                <a:latin typeface="Avenir Next LT Pro"/>
              </a:rPr>
              <a:t>Not In Scope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2FB77C1-A748-8BAC-5AE8-A7AFC093F85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734425" y="1154711"/>
            <a:ext cx="3457575" cy="57032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6256007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6054C-8DE7-EB87-4A13-3D524C4B8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7E5FECE6-3C32-124C-051E-B3AEF5E41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Cadence &amp; Format</a:t>
            </a:r>
          </a:p>
        </p:txBody>
      </p:sp>
      <p:sp>
        <p:nvSpPr>
          <p:cNvPr id="3" name="Text Placeholder 23" descr="decorative: Text Placeholder 23">
            <a:extLst>
              <a:ext uri="{FF2B5EF4-FFF2-40B4-BE49-F238E27FC236}">
                <a16:creationId xmlns:a16="http://schemas.microsoft.com/office/drawing/2014/main" id="{08671561-3A95-BBE5-C10A-3A9E0BB1FE9C}"/>
              </a:ext>
            </a:extLst>
          </p:cNvPr>
          <p:cNvSpPr txBox="1"/>
          <p:nvPr/>
        </p:nvSpPr>
        <p:spPr>
          <a:xfrm>
            <a:off x="762000" y="1358900"/>
            <a:ext cx="10820400" cy="10223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6576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73152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+mn-lt"/>
              </a:rPr>
              <a:t>Cadence refers to the regular, predictable rhythm and frequency of the review sessions. This establishes a workflow so that project teams know exactly when they can get design sign-offs without stalling development</a:t>
            </a:r>
          </a:p>
          <a:p>
            <a:endParaRPr lang="en-IN" sz="1600" dirty="0">
              <a:latin typeface="+mn-lt"/>
            </a:endParaRPr>
          </a:p>
          <a:p>
            <a:r>
              <a:rPr lang="en-IN" sz="1600" dirty="0">
                <a:latin typeface="+mn-lt"/>
              </a:rPr>
              <a:t>Format is a lightweight, standardized document detailing the context, options considered, and the final</a:t>
            </a:r>
            <a:endParaRPr lang="en-US" sz="1600" dirty="0">
              <a:latin typeface="+mn-lt"/>
            </a:endParaRPr>
          </a:p>
        </p:txBody>
      </p:sp>
      <p:sp>
        <p:nvSpPr>
          <p:cNvPr id="12" name="Rectangle 11" descr="decorative: Rectangle 11">
            <a:extLst>
              <a:ext uri="{FF2B5EF4-FFF2-40B4-BE49-F238E27FC236}">
                <a16:creationId xmlns:a16="http://schemas.microsoft.com/office/drawing/2014/main" id="{223AF9C5-BB6F-6F87-B665-9D6D6902BA82}"/>
              </a:ext>
            </a:extLst>
          </p:cNvPr>
          <p:cNvSpPr/>
          <p:nvPr/>
        </p:nvSpPr>
        <p:spPr>
          <a:xfrm>
            <a:off x="762000" y="2894645"/>
            <a:ext cx="5334000" cy="321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</a:pPr>
            <a:r>
              <a:rPr lang="en-IN" sz="1400" b="1" dirty="0"/>
              <a:t>Frequency</a:t>
            </a:r>
          </a:p>
          <a:p>
            <a:pPr>
              <a:buClr>
                <a:schemeClr val="accent1"/>
              </a:buClr>
            </a:pPr>
            <a:r>
              <a:rPr lang="en-IN" sz="1400" dirty="0"/>
              <a:t>Monthly – last Thursday of each month</a:t>
            </a:r>
          </a:p>
          <a:p>
            <a:pPr>
              <a:buClr>
                <a:schemeClr val="accent1"/>
              </a:buClr>
            </a:pPr>
            <a:endParaRPr lang="en-IN" sz="1400" dirty="0"/>
          </a:p>
          <a:p>
            <a:pPr>
              <a:buClr>
                <a:schemeClr val="accent1"/>
              </a:buClr>
            </a:pPr>
            <a:r>
              <a:rPr lang="en-IN" sz="1400" b="1" dirty="0"/>
              <a:t>Duration</a:t>
            </a:r>
          </a:p>
          <a:p>
            <a:pPr>
              <a:buClr>
                <a:schemeClr val="accent1"/>
              </a:buClr>
            </a:pPr>
            <a:r>
              <a:rPr lang="en-IN" sz="1400" dirty="0"/>
              <a:t>60 minutes maximum</a:t>
            </a:r>
          </a:p>
          <a:p>
            <a:pPr>
              <a:buClr>
                <a:schemeClr val="accent1"/>
              </a:buClr>
            </a:pPr>
            <a:endParaRPr lang="en-IN" sz="1400" dirty="0"/>
          </a:p>
          <a:p>
            <a:pPr>
              <a:buClr>
                <a:schemeClr val="accent1"/>
              </a:buClr>
            </a:pPr>
            <a:r>
              <a:rPr lang="en-IN" sz="1400" b="1" dirty="0"/>
              <a:t>Submissions</a:t>
            </a:r>
          </a:p>
          <a:p>
            <a:pPr>
              <a:buClr>
                <a:schemeClr val="accent1"/>
              </a:buClr>
            </a:pPr>
            <a:r>
              <a:rPr lang="en-IN" sz="1400" dirty="0"/>
              <a:t>2-3 per session</a:t>
            </a:r>
          </a:p>
          <a:p>
            <a:pPr>
              <a:buClr>
                <a:schemeClr val="accent1"/>
              </a:buClr>
            </a:pPr>
            <a:endParaRPr lang="en-IN" sz="1400" dirty="0"/>
          </a:p>
          <a:p>
            <a:pPr>
              <a:buClr>
                <a:schemeClr val="accent1"/>
              </a:buClr>
            </a:pPr>
            <a:r>
              <a:rPr lang="en-IN" sz="1400" b="1" dirty="0"/>
              <a:t>Pre-Read</a:t>
            </a:r>
          </a:p>
          <a:p>
            <a:pPr>
              <a:buClr>
                <a:schemeClr val="accent1"/>
              </a:buClr>
            </a:pPr>
            <a:r>
              <a:rPr lang="en-IN" sz="1400" dirty="0"/>
              <a:t>Circulated 5 business days in advance</a:t>
            </a:r>
          </a:p>
          <a:p>
            <a:pPr>
              <a:buClr>
                <a:schemeClr val="accent1"/>
              </a:buClr>
            </a:pPr>
            <a:endParaRPr lang="en-IN" sz="1400" dirty="0"/>
          </a:p>
          <a:p>
            <a:pPr>
              <a:buClr>
                <a:schemeClr val="accent1"/>
              </a:buClr>
            </a:pPr>
            <a:r>
              <a:rPr lang="en-IN" sz="1400" b="1" dirty="0"/>
              <a:t>Cold Reads</a:t>
            </a:r>
          </a:p>
          <a:p>
            <a:pPr>
              <a:buClr>
                <a:schemeClr val="accent1"/>
              </a:buClr>
            </a:pPr>
            <a:r>
              <a:rPr lang="en-IN" sz="1400" dirty="0"/>
              <a:t>Not Permitted – review before attending</a:t>
            </a:r>
          </a:p>
        </p:txBody>
      </p:sp>
      <p:sp>
        <p:nvSpPr>
          <p:cNvPr id="13" name="Rectangle 12" descr="decorative: Rectangle 12">
            <a:extLst>
              <a:ext uri="{FF2B5EF4-FFF2-40B4-BE49-F238E27FC236}">
                <a16:creationId xmlns:a16="http://schemas.microsoft.com/office/drawing/2014/main" id="{D80D6474-0B42-BCA1-1464-AC03CAC723CF}"/>
              </a:ext>
            </a:extLst>
          </p:cNvPr>
          <p:cNvSpPr/>
          <p:nvPr/>
        </p:nvSpPr>
        <p:spPr>
          <a:xfrm>
            <a:off x="762000" y="2468906"/>
            <a:ext cx="2743200" cy="350729"/>
          </a:xfrm>
          <a:prstGeom prst="rect">
            <a:avLst/>
          </a:prstGeom>
          <a:gradFill>
            <a:gsLst>
              <a:gs pos="100000">
                <a:schemeClr val="bg2"/>
              </a:gs>
              <a:gs pos="1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rgbClr val="121314"/>
                </a:solidFill>
                <a:latin typeface="Avenir Next LT Pro Demi"/>
                <a:cs typeface="Arial"/>
              </a:rPr>
              <a:t>Session Structure</a:t>
            </a:r>
          </a:p>
        </p:txBody>
      </p:sp>
      <p:sp>
        <p:nvSpPr>
          <p:cNvPr id="15" name="Rectangle 14" descr="decorative: Rectangle 14">
            <a:extLst>
              <a:ext uri="{FF2B5EF4-FFF2-40B4-BE49-F238E27FC236}">
                <a16:creationId xmlns:a16="http://schemas.microsoft.com/office/drawing/2014/main" id="{32F5F60B-2122-FD7A-9C58-F4743807EE84}"/>
              </a:ext>
            </a:extLst>
          </p:cNvPr>
          <p:cNvSpPr/>
          <p:nvPr/>
        </p:nvSpPr>
        <p:spPr>
          <a:xfrm>
            <a:off x="6438378" y="2468906"/>
            <a:ext cx="2743200" cy="350729"/>
          </a:xfrm>
          <a:prstGeom prst="rect">
            <a:avLst/>
          </a:prstGeom>
          <a:gradFill>
            <a:gsLst>
              <a:gs pos="100000">
                <a:schemeClr val="bg2"/>
              </a:gs>
              <a:gs pos="1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rgbClr val="121314"/>
                </a:solidFill>
                <a:latin typeface="Avenir Next LT Pro Demi"/>
                <a:cs typeface="Arial"/>
              </a:rPr>
              <a:t>Record Keeping</a:t>
            </a:r>
          </a:p>
        </p:txBody>
      </p:sp>
      <p:sp>
        <p:nvSpPr>
          <p:cNvPr id="5" name="Rectangle 4" descr="decorative: Rectangle 11">
            <a:extLst>
              <a:ext uri="{FF2B5EF4-FFF2-40B4-BE49-F238E27FC236}">
                <a16:creationId xmlns:a16="http://schemas.microsoft.com/office/drawing/2014/main" id="{D58418CA-4934-C476-C273-AE15CAF0C777}"/>
              </a:ext>
            </a:extLst>
          </p:cNvPr>
          <p:cNvSpPr/>
          <p:nvPr/>
        </p:nvSpPr>
        <p:spPr>
          <a:xfrm>
            <a:off x="6438378" y="2894645"/>
            <a:ext cx="5334000" cy="321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</a:pPr>
            <a:r>
              <a:rPr lang="en-IN" sz="1400" b="1" dirty="0"/>
              <a:t>Decisions</a:t>
            </a:r>
          </a:p>
          <a:p>
            <a:pPr>
              <a:buClr>
                <a:schemeClr val="accent1"/>
              </a:buClr>
            </a:pPr>
            <a:r>
              <a:rPr lang="en-IN" sz="1400" dirty="0"/>
              <a:t>Recorded as ADR (Architecture Decision Record)</a:t>
            </a:r>
          </a:p>
          <a:p>
            <a:pPr>
              <a:buClr>
                <a:schemeClr val="accent1"/>
              </a:buClr>
            </a:pPr>
            <a:endParaRPr lang="en-IN" sz="1400" dirty="0"/>
          </a:p>
          <a:p>
            <a:pPr>
              <a:buClr>
                <a:schemeClr val="accent1"/>
              </a:buClr>
            </a:pPr>
            <a:r>
              <a:rPr lang="en-IN" sz="1400" b="1" dirty="0"/>
              <a:t>Storage</a:t>
            </a:r>
          </a:p>
          <a:p>
            <a:pPr>
              <a:buClr>
                <a:schemeClr val="accent1"/>
              </a:buClr>
            </a:pPr>
            <a:r>
              <a:rPr lang="en-IN" sz="1400" dirty="0"/>
              <a:t>SharePoint: 02_Architecture_Principles_Patterns_Decisions/ADRs/</a:t>
            </a:r>
          </a:p>
          <a:p>
            <a:pPr>
              <a:buClr>
                <a:schemeClr val="accent1"/>
              </a:buClr>
            </a:pPr>
            <a:endParaRPr lang="en-IN" sz="1400" dirty="0"/>
          </a:p>
          <a:p>
            <a:pPr>
              <a:buClr>
                <a:schemeClr val="accent1"/>
              </a:buClr>
            </a:pPr>
            <a:r>
              <a:rPr lang="en-IN" sz="1400" b="1" dirty="0"/>
              <a:t>Tracking</a:t>
            </a:r>
          </a:p>
          <a:p>
            <a:pPr>
              <a:buClr>
                <a:schemeClr val="accent1"/>
              </a:buClr>
            </a:pPr>
            <a:r>
              <a:rPr lang="en-IN" sz="1400" dirty="0"/>
              <a:t>Jira MET Project – One ticket per ADR</a:t>
            </a:r>
          </a:p>
          <a:p>
            <a:pPr>
              <a:buClr>
                <a:schemeClr val="accent1"/>
              </a:buClr>
            </a:pPr>
            <a:endParaRPr lang="en-IN" sz="1400" dirty="0"/>
          </a:p>
          <a:p>
            <a:pPr>
              <a:buClr>
                <a:schemeClr val="accent1"/>
              </a:buClr>
            </a:pPr>
            <a:r>
              <a:rPr lang="en-IN" sz="1400" b="1" dirty="0"/>
              <a:t>Register</a:t>
            </a:r>
          </a:p>
          <a:p>
            <a:pPr>
              <a:buClr>
                <a:schemeClr val="accent1"/>
              </a:buClr>
            </a:pPr>
            <a:r>
              <a:rPr lang="en-IN" sz="1400" dirty="0"/>
              <a:t>ADR-Register.md – single source of truth</a:t>
            </a:r>
          </a:p>
          <a:p>
            <a:pPr>
              <a:buClr>
                <a:schemeClr val="accent1"/>
              </a:buClr>
            </a:pPr>
            <a:endParaRPr lang="en-IN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637408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E1DD2-C85F-752F-ABC6-39AA92F2D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Object 101" hidden="1">
            <a:extLst>
              <a:ext uri="{FF2B5EF4-FFF2-40B4-BE49-F238E27FC236}">
                <a16:creationId xmlns:a16="http://schemas.microsoft.com/office/drawing/2014/main" id="{87BF9852-FEFC-2357-DBD8-454E5D8744E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25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9" imgW="384" imgH="384" progId="TCLayout.ActiveDocument.1">
                  <p:embed/>
                </p:oleObj>
              </mc:Choice>
              <mc:Fallback>
                <p:oleObj name="think-cell Slide" r:id="rId69" imgW="384" imgH="384" progId="TCLayout.ActiveDocument.1">
                  <p:embed/>
                  <p:pic>
                    <p:nvPicPr>
                      <p:cNvPr id="102" name="Object 101" hidden="1">
                        <a:extLst>
                          <a:ext uri="{FF2B5EF4-FFF2-40B4-BE49-F238E27FC236}">
                            <a16:creationId xmlns:a16="http://schemas.microsoft.com/office/drawing/2014/main" id="{87BF9852-FEFC-2357-DBD8-454E5D8744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1525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Rectangle 66" descr="decorative: Rectangle 66">
            <a:extLst>
              <a:ext uri="{FF2B5EF4-FFF2-40B4-BE49-F238E27FC236}">
                <a16:creationId xmlns:a16="http://schemas.microsoft.com/office/drawing/2014/main" id="{ABB506F7-1A76-8975-FF73-65BA28D0C37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3419423"/>
            <a:ext cx="12192000" cy="84155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800">
              <a:solidFill>
                <a:schemeClr val="accent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F50A386-825C-8D2F-6D99-F1BBBA4BD15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590201" y="3292715"/>
            <a:ext cx="1392339" cy="1381848"/>
            <a:chOff x="2590201" y="3292715"/>
            <a:chExt cx="1392338" cy="1381848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ACCF7EE-F999-B657-5A6B-C700DBB737AB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>
            <a:xfrm flipH="1" flipV="1">
              <a:off x="3046701" y="4455202"/>
              <a:ext cx="0" cy="219361"/>
            </a:xfrm>
            <a:prstGeom prst="line">
              <a:avLst/>
            </a:prstGeom>
            <a:solidFill>
              <a:srgbClr val="121314"/>
            </a:solidFill>
            <a:ln w="12700">
              <a:solidFill>
                <a:srgbClr val="121314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Arrow: Chevron 5" descr="decorative: Arrow: Chevron 5">
              <a:extLst>
                <a:ext uri="{FF2B5EF4-FFF2-40B4-BE49-F238E27FC236}">
                  <a16:creationId xmlns:a16="http://schemas.microsoft.com/office/drawing/2014/main" id="{740D6F4F-5F24-7A3E-576B-EFC97D641F71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3206728" y="3484790"/>
              <a:ext cx="775811" cy="723019"/>
            </a:xfrm>
            <a:prstGeom prst="chevron">
              <a:avLst>
                <a:gd name="adj" fmla="val 48725"/>
              </a:avLst>
            </a:prstGeom>
            <a:solidFill>
              <a:srgbClr val="121314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800">
                <a:solidFill>
                  <a:schemeClr val="accent1"/>
                </a:solidFill>
              </a:endParaRPr>
            </a:p>
          </p:txBody>
        </p:sp>
        <p:sp>
          <p:nvSpPr>
            <p:cNvPr id="18" name="Rectangle 17" descr="decorative: Rectangle 17">
              <a:extLst>
                <a:ext uri="{FF2B5EF4-FFF2-40B4-BE49-F238E27FC236}">
                  <a16:creationId xmlns:a16="http://schemas.microsoft.com/office/drawing/2014/main" id="{2D935AC4-3321-80F4-2839-05A97A2FB4A1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2590201" y="3684296"/>
              <a:ext cx="580617" cy="2647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2800" b="1">
                  <a:solidFill>
                    <a:srgbClr val="121314"/>
                  </a:solidFill>
                  <a:latin typeface="Avenir Next LT Pro"/>
                </a:rPr>
                <a:t>2</a:t>
              </a:r>
            </a:p>
          </p:txBody>
        </p:sp>
        <p:sp>
          <p:nvSpPr>
            <p:cNvPr id="19" name="Arrow: Chevron 18" descr="decorative: Arrow: Chevron 18">
              <a:extLst>
                <a:ext uri="{FF2B5EF4-FFF2-40B4-BE49-F238E27FC236}">
                  <a16:creationId xmlns:a16="http://schemas.microsoft.com/office/drawing/2014/main" id="{CF67B960-BC9D-692A-A399-0F55C902A95B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2731421" y="3292717"/>
              <a:ext cx="1178306" cy="1098125"/>
            </a:xfrm>
            <a:prstGeom prst="chevron">
              <a:avLst>
                <a:gd name="adj" fmla="val 48725"/>
              </a:avLst>
            </a:prstGeom>
            <a:solidFill>
              <a:srgbClr val="1213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800">
                <a:solidFill>
                  <a:schemeClr val="accent1"/>
                </a:solidFill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2582318-FF54-8E7D-4974-5B2FAC94CE6A}"/>
                </a:ext>
              </a:extLst>
            </p:cNvPr>
            <p:cNvGrpSpPr/>
            <p:nvPr>
              <p:custDataLst>
                <p:tags r:id="rId64"/>
              </p:custDataLst>
            </p:nvPr>
          </p:nvGrpSpPr>
          <p:grpSpPr>
            <a:xfrm>
              <a:off x="2731421" y="3292715"/>
              <a:ext cx="138439" cy="1098128"/>
              <a:chOff x="595597" y="2943461"/>
              <a:chExt cx="156378" cy="1560259"/>
            </a:xfrm>
            <a:solidFill>
              <a:schemeClr val="accent1">
                <a:lumMod val="75000"/>
                <a:alpha val="70000"/>
              </a:schemeClr>
            </a:solidFill>
          </p:grpSpPr>
          <p:sp>
            <p:nvSpPr>
              <p:cNvPr id="49" name="Right Triangle 48" descr="decorative: Right Triangle 48">
                <a:extLst>
                  <a:ext uri="{FF2B5EF4-FFF2-40B4-BE49-F238E27FC236}">
                    <a16:creationId xmlns:a16="http://schemas.microsoft.com/office/drawing/2014/main" id="{C18D1C28-41AE-DDF3-984D-BD89632AFDEA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 rot="5400000" flipH="1">
                <a:off x="583772" y="2955287"/>
                <a:ext cx="180029" cy="156377"/>
              </a:xfrm>
              <a:prstGeom prst="rtTriangle">
                <a:avLst/>
              </a:prstGeom>
              <a:solidFill>
                <a:srgbClr val="121314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0" name="Right Triangle 49" descr="decorative: Right Triangle 49">
                <a:extLst>
                  <a:ext uri="{FF2B5EF4-FFF2-40B4-BE49-F238E27FC236}">
                    <a16:creationId xmlns:a16="http://schemas.microsoft.com/office/drawing/2014/main" id="{78CCED7D-B520-83F1-D3F7-D9989AFB08E7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 rot="16200000" flipH="1" flipV="1">
                <a:off x="581529" y="4333274"/>
                <a:ext cx="184514" cy="156377"/>
              </a:xfrm>
              <a:prstGeom prst="rtTriangle">
                <a:avLst/>
              </a:prstGeom>
              <a:solidFill>
                <a:srgbClr val="121314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80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7D86144-7D46-A6EC-C09F-CE1A2A9ACA54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997856" y="3008996"/>
            <a:ext cx="1392339" cy="1381849"/>
            <a:chOff x="3997855" y="3008994"/>
            <a:chExt cx="1392339" cy="1381849"/>
          </a:xfrm>
        </p:grpSpPr>
        <p:sp>
          <p:nvSpPr>
            <p:cNvPr id="7" name="Arrow: Chevron 6" descr="decorative: Arrow: Chevron 6">
              <a:extLst>
                <a:ext uri="{FF2B5EF4-FFF2-40B4-BE49-F238E27FC236}">
                  <a16:creationId xmlns:a16="http://schemas.microsoft.com/office/drawing/2014/main" id="{81BE9114-0620-503D-057F-A69CDA5737B9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4614382" y="3484790"/>
              <a:ext cx="775812" cy="723019"/>
            </a:xfrm>
            <a:prstGeom prst="chevron">
              <a:avLst>
                <a:gd name="adj" fmla="val 48725"/>
              </a:avLst>
            </a:prstGeom>
            <a:solidFill>
              <a:srgbClr val="FFB5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800">
                <a:solidFill>
                  <a:schemeClr val="accent1"/>
                </a:solidFill>
              </a:endParaRPr>
            </a:p>
          </p:txBody>
        </p:sp>
        <p:sp>
          <p:nvSpPr>
            <p:cNvPr id="20" name="Rectangle 19" descr="decorative: Rectangle 19">
              <a:extLst>
                <a:ext uri="{FF2B5EF4-FFF2-40B4-BE49-F238E27FC236}">
                  <a16:creationId xmlns:a16="http://schemas.microsoft.com/office/drawing/2014/main" id="{3748B96B-0682-B030-3D14-474B21C1D0DE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3997855" y="3684296"/>
              <a:ext cx="580617" cy="2647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2800" b="1">
                  <a:solidFill>
                    <a:srgbClr val="FFB500"/>
                  </a:solidFill>
                  <a:latin typeface="Avenir Next LT Pro"/>
                </a:rPr>
                <a:t>3</a:t>
              </a:r>
            </a:p>
          </p:txBody>
        </p:sp>
        <p:sp>
          <p:nvSpPr>
            <p:cNvPr id="21" name="Arrow: Chevron 20" descr="decorative: Arrow: Chevron 20">
              <a:extLst>
                <a:ext uri="{FF2B5EF4-FFF2-40B4-BE49-F238E27FC236}">
                  <a16:creationId xmlns:a16="http://schemas.microsoft.com/office/drawing/2014/main" id="{54E44E59-4014-1BE9-9BCB-22011327059C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4139076" y="3292717"/>
              <a:ext cx="1178306" cy="1098125"/>
            </a:xfrm>
            <a:prstGeom prst="chevron">
              <a:avLst>
                <a:gd name="adj" fmla="val 48725"/>
              </a:avLst>
            </a:prstGeom>
            <a:solidFill>
              <a:srgbClr val="FFB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800">
                <a:solidFill>
                  <a:schemeClr val="accent1"/>
                </a:solidFill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1BC0870-B9AA-6490-2763-C5FCB9280462}"/>
                </a:ext>
              </a:extLst>
            </p:cNvPr>
            <p:cNvGrpSpPr/>
            <p:nvPr>
              <p:custDataLst>
                <p:tags r:id="rId56"/>
              </p:custDataLst>
            </p:nvPr>
          </p:nvGrpSpPr>
          <p:grpSpPr>
            <a:xfrm>
              <a:off x="4139442" y="3292715"/>
              <a:ext cx="138439" cy="1098128"/>
              <a:chOff x="595597" y="2943461"/>
              <a:chExt cx="156378" cy="1560259"/>
            </a:xfrm>
            <a:solidFill>
              <a:schemeClr val="accent1">
                <a:alpha val="70000"/>
              </a:schemeClr>
            </a:solidFill>
          </p:grpSpPr>
          <p:sp>
            <p:nvSpPr>
              <p:cNvPr id="47" name="Right Triangle 46" descr="decorative: Right Triangle 46">
                <a:extLst>
                  <a:ext uri="{FF2B5EF4-FFF2-40B4-BE49-F238E27FC236}">
                    <a16:creationId xmlns:a16="http://schemas.microsoft.com/office/drawing/2014/main" id="{57AC3C2D-9624-41E3-0E83-B7BF1ECE8400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 rot="5400000" flipH="1">
                <a:off x="583772" y="2955287"/>
                <a:ext cx="180029" cy="156377"/>
              </a:xfrm>
              <a:prstGeom prst="rtTriangle">
                <a:avLst/>
              </a:prstGeom>
              <a:solidFill>
                <a:srgbClr val="FFB500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8" name="Right Triangle 47" descr="decorative: Right Triangle 47">
                <a:extLst>
                  <a:ext uri="{FF2B5EF4-FFF2-40B4-BE49-F238E27FC236}">
                    <a16:creationId xmlns:a16="http://schemas.microsoft.com/office/drawing/2014/main" id="{CE8F4599-E4C7-D3D7-372B-6D05CF350246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 rot="16200000" flipH="1" flipV="1">
                <a:off x="581529" y="4333274"/>
                <a:ext cx="184514" cy="156377"/>
              </a:xfrm>
              <a:prstGeom prst="rtTriangle">
                <a:avLst/>
              </a:prstGeom>
              <a:solidFill>
                <a:srgbClr val="FFB500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800">
                  <a:solidFill>
                    <a:schemeClr val="accent1"/>
                  </a:solidFill>
                </a:endParaRP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27CEF1-20FD-E690-58A8-A8E3B54CE542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>
            <a:xfrm flipH="1" flipV="1">
              <a:off x="4494372" y="3008994"/>
              <a:ext cx="0" cy="219361"/>
            </a:xfrm>
            <a:prstGeom prst="line">
              <a:avLst/>
            </a:prstGeom>
            <a:solidFill>
              <a:srgbClr val="121314"/>
            </a:solidFill>
            <a:ln w="12700">
              <a:solidFill>
                <a:srgbClr val="FFB5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51742D0-3365-0CED-3569-D3FE61B3F592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405509" y="3292715"/>
            <a:ext cx="1392339" cy="1381848"/>
            <a:chOff x="5405509" y="3292715"/>
            <a:chExt cx="1392338" cy="1381848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72B6BAF-D477-21F6-A3C9-5015A79C42E3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>
            <a:xfrm flipH="1" flipV="1">
              <a:off x="5862009" y="4455202"/>
              <a:ext cx="0" cy="219361"/>
            </a:xfrm>
            <a:prstGeom prst="line">
              <a:avLst/>
            </a:prstGeom>
            <a:solidFill>
              <a:srgbClr val="121314"/>
            </a:solidFill>
            <a:ln w="12700">
              <a:solidFill>
                <a:srgbClr val="121314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row: Chevron 29" descr="decorative: Arrow: Chevron 29">
              <a:extLst>
                <a:ext uri="{FF2B5EF4-FFF2-40B4-BE49-F238E27FC236}">
                  <a16:creationId xmlns:a16="http://schemas.microsoft.com/office/drawing/2014/main" id="{3A7E5439-1EF4-6312-58FA-B3E564F161E8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6022036" y="3484790"/>
              <a:ext cx="775811" cy="723019"/>
            </a:xfrm>
            <a:prstGeom prst="chevron">
              <a:avLst>
                <a:gd name="adj" fmla="val 48725"/>
              </a:avLst>
            </a:prstGeom>
            <a:solidFill>
              <a:srgbClr val="121314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800">
                <a:solidFill>
                  <a:schemeClr val="accent1"/>
                </a:solidFill>
              </a:endParaRPr>
            </a:p>
          </p:txBody>
        </p:sp>
        <p:sp>
          <p:nvSpPr>
            <p:cNvPr id="34" name="Rectangle 33" descr="decorative: Rectangle 33">
              <a:extLst>
                <a:ext uri="{FF2B5EF4-FFF2-40B4-BE49-F238E27FC236}">
                  <a16:creationId xmlns:a16="http://schemas.microsoft.com/office/drawing/2014/main" id="{3CEE7ED9-93D6-095B-ED6F-E8985459750D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5405509" y="3684296"/>
              <a:ext cx="580617" cy="2647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2800" b="1">
                  <a:solidFill>
                    <a:srgbClr val="121314"/>
                  </a:solidFill>
                  <a:latin typeface="Avenir Next LT Pro"/>
                </a:rPr>
                <a:t>4</a:t>
              </a:r>
            </a:p>
          </p:txBody>
        </p:sp>
        <p:sp>
          <p:nvSpPr>
            <p:cNvPr id="53" name="Arrow: Chevron 52" descr="decorative: Arrow: Chevron 52">
              <a:extLst>
                <a:ext uri="{FF2B5EF4-FFF2-40B4-BE49-F238E27FC236}">
                  <a16:creationId xmlns:a16="http://schemas.microsoft.com/office/drawing/2014/main" id="{DF27499F-D350-773F-3173-C25458125C8B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5546729" y="3292717"/>
              <a:ext cx="1178306" cy="1098125"/>
            </a:xfrm>
            <a:prstGeom prst="chevron">
              <a:avLst>
                <a:gd name="adj" fmla="val 48725"/>
              </a:avLst>
            </a:prstGeom>
            <a:solidFill>
              <a:srgbClr val="1213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800">
                <a:solidFill>
                  <a:schemeClr val="accent1"/>
                </a:solidFill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E46F24E-9EC0-0DF4-9171-5CAB8ABB7391}"/>
                </a:ext>
              </a:extLst>
            </p:cNvPr>
            <p:cNvGrpSpPr/>
            <p:nvPr>
              <p:custDataLst>
                <p:tags r:id="rId50"/>
              </p:custDataLst>
            </p:nvPr>
          </p:nvGrpSpPr>
          <p:grpSpPr>
            <a:xfrm>
              <a:off x="5546729" y="3292715"/>
              <a:ext cx="138439" cy="1098128"/>
              <a:chOff x="595597" y="2943461"/>
              <a:chExt cx="156378" cy="1560259"/>
            </a:xfrm>
            <a:solidFill>
              <a:schemeClr val="accent1">
                <a:lumMod val="75000"/>
                <a:alpha val="70000"/>
              </a:schemeClr>
            </a:solidFill>
          </p:grpSpPr>
          <p:sp>
            <p:nvSpPr>
              <p:cNvPr id="56" name="Right Triangle 55" descr="decorative: Right Triangle 55">
                <a:extLst>
                  <a:ext uri="{FF2B5EF4-FFF2-40B4-BE49-F238E27FC236}">
                    <a16:creationId xmlns:a16="http://schemas.microsoft.com/office/drawing/2014/main" id="{B353ADFE-9466-657F-DA26-C0D86D5BAD61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 rot="5400000" flipH="1">
                <a:off x="583772" y="2955287"/>
                <a:ext cx="180029" cy="156377"/>
              </a:xfrm>
              <a:prstGeom prst="rtTriangle">
                <a:avLst/>
              </a:prstGeom>
              <a:solidFill>
                <a:srgbClr val="121314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7" name="Right Triangle 56" descr="decorative: Right Triangle 56">
                <a:extLst>
                  <a:ext uri="{FF2B5EF4-FFF2-40B4-BE49-F238E27FC236}">
                    <a16:creationId xmlns:a16="http://schemas.microsoft.com/office/drawing/2014/main" id="{AB8E8402-0253-B3D6-7E0A-370C57B65FEB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 rot="16200000" flipH="1" flipV="1">
                <a:off x="581529" y="4333274"/>
                <a:ext cx="184514" cy="156377"/>
              </a:xfrm>
              <a:prstGeom prst="rtTriangle">
                <a:avLst/>
              </a:prstGeom>
              <a:solidFill>
                <a:srgbClr val="121314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80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72934C9-26EE-5DA6-6B8A-875EE653EF43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813164" y="3008996"/>
            <a:ext cx="1392339" cy="1381849"/>
            <a:chOff x="6813163" y="3008994"/>
            <a:chExt cx="1392339" cy="1381849"/>
          </a:xfrm>
        </p:grpSpPr>
        <p:sp>
          <p:nvSpPr>
            <p:cNvPr id="60" name="Arrow: Chevron 59" descr="decorative: Arrow: Chevron 59">
              <a:extLst>
                <a:ext uri="{FF2B5EF4-FFF2-40B4-BE49-F238E27FC236}">
                  <a16:creationId xmlns:a16="http://schemas.microsoft.com/office/drawing/2014/main" id="{1A7415EA-7B8B-3130-8592-415B49C0E1E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429690" y="3484790"/>
              <a:ext cx="775812" cy="723019"/>
            </a:xfrm>
            <a:prstGeom prst="chevron">
              <a:avLst>
                <a:gd name="adj" fmla="val 48725"/>
              </a:avLst>
            </a:prstGeom>
            <a:solidFill>
              <a:srgbClr val="FFB5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800">
                <a:solidFill>
                  <a:schemeClr val="accent1"/>
                </a:solidFill>
              </a:endParaRPr>
            </a:p>
          </p:txBody>
        </p:sp>
        <p:sp>
          <p:nvSpPr>
            <p:cNvPr id="96" name="Rectangle 95" descr="decorative: Rectangle 95">
              <a:extLst>
                <a:ext uri="{FF2B5EF4-FFF2-40B4-BE49-F238E27FC236}">
                  <a16:creationId xmlns:a16="http://schemas.microsoft.com/office/drawing/2014/main" id="{03E66D41-C682-4053-E942-70DDE2124158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6813163" y="3684296"/>
              <a:ext cx="580617" cy="2647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2800" b="1">
                  <a:solidFill>
                    <a:srgbClr val="FFB500"/>
                  </a:solidFill>
                  <a:latin typeface="Avenir Next LT Pro"/>
                </a:rPr>
                <a:t>5</a:t>
              </a:r>
            </a:p>
          </p:txBody>
        </p:sp>
        <p:sp>
          <p:nvSpPr>
            <p:cNvPr id="97" name="Arrow: Chevron 96" descr="decorative: Arrow: Chevron 96">
              <a:extLst>
                <a:ext uri="{FF2B5EF4-FFF2-40B4-BE49-F238E27FC236}">
                  <a16:creationId xmlns:a16="http://schemas.microsoft.com/office/drawing/2014/main" id="{FB32AA9A-C3E6-5BCC-DCF6-CDB8F5D3F5F8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954384" y="3292717"/>
              <a:ext cx="1178306" cy="1098125"/>
            </a:xfrm>
            <a:prstGeom prst="chevron">
              <a:avLst>
                <a:gd name="adj" fmla="val 48725"/>
              </a:avLst>
            </a:prstGeom>
            <a:solidFill>
              <a:srgbClr val="FFB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800">
                <a:solidFill>
                  <a:schemeClr val="accent1"/>
                </a:solidFill>
              </a:endParaRP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8CC03C5B-D56C-3DB6-FF1F-1720EB5904D9}"/>
                </a:ext>
              </a:extLst>
            </p:cNvPr>
            <p:cNvGrpSpPr/>
            <p:nvPr>
              <p:custDataLst>
                <p:tags r:id="rId42"/>
              </p:custDataLst>
            </p:nvPr>
          </p:nvGrpSpPr>
          <p:grpSpPr>
            <a:xfrm>
              <a:off x="6954750" y="3292715"/>
              <a:ext cx="138439" cy="1098128"/>
              <a:chOff x="595597" y="2943461"/>
              <a:chExt cx="156378" cy="1560259"/>
            </a:xfrm>
            <a:solidFill>
              <a:schemeClr val="accent1">
                <a:alpha val="70000"/>
              </a:schemeClr>
            </a:solidFill>
          </p:grpSpPr>
          <p:sp>
            <p:nvSpPr>
              <p:cNvPr id="100" name="Right Triangle 99" descr="decorative: Right Triangle 99">
                <a:extLst>
                  <a:ext uri="{FF2B5EF4-FFF2-40B4-BE49-F238E27FC236}">
                    <a16:creationId xmlns:a16="http://schemas.microsoft.com/office/drawing/2014/main" id="{B409816A-F3D1-739E-AFCC-D8D25A482184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 rot="5400000" flipH="1">
                <a:off x="583772" y="2955287"/>
                <a:ext cx="180029" cy="156377"/>
              </a:xfrm>
              <a:prstGeom prst="rtTriangle">
                <a:avLst/>
              </a:prstGeom>
              <a:solidFill>
                <a:srgbClr val="FFB500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1" name="Right Triangle 100" descr="decorative: Right Triangle 100">
                <a:extLst>
                  <a:ext uri="{FF2B5EF4-FFF2-40B4-BE49-F238E27FC236}">
                    <a16:creationId xmlns:a16="http://schemas.microsoft.com/office/drawing/2014/main" id="{99D96DA1-17BE-3F04-2460-E0A3AE6B39E3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 rot="16200000" flipH="1" flipV="1">
                <a:off x="581529" y="4333274"/>
                <a:ext cx="184514" cy="156377"/>
              </a:xfrm>
              <a:prstGeom prst="rtTriangle">
                <a:avLst/>
              </a:prstGeom>
              <a:solidFill>
                <a:srgbClr val="FFB500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800">
                  <a:solidFill>
                    <a:schemeClr val="accent1"/>
                  </a:solidFill>
                </a:endParaRPr>
              </a:p>
            </p:txBody>
          </p:sp>
        </p:grp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7572C5A3-EB15-F260-0EE8-F049829CC1D8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>
            <a:xfrm flipH="1" flipV="1">
              <a:off x="7309680" y="3008994"/>
              <a:ext cx="0" cy="219361"/>
            </a:xfrm>
            <a:prstGeom prst="line">
              <a:avLst/>
            </a:prstGeom>
            <a:solidFill>
              <a:srgbClr val="121314"/>
            </a:solidFill>
            <a:ln w="12700">
              <a:solidFill>
                <a:srgbClr val="FFB5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369D6F1-5D2C-649C-E426-24E3324B2E8B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1182547" y="3008996"/>
            <a:ext cx="1392339" cy="1381849"/>
            <a:chOff x="1182547" y="3008994"/>
            <a:chExt cx="1392338" cy="1381849"/>
          </a:xfrm>
        </p:grpSpPr>
        <p:sp>
          <p:nvSpPr>
            <p:cNvPr id="15" name="Arrow: Chevron 14" descr="decorative: Arrow: Chevron 14">
              <a:extLst>
                <a:ext uri="{FF2B5EF4-FFF2-40B4-BE49-F238E27FC236}">
                  <a16:creationId xmlns:a16="http://schemas.microsoft.com/office/drawing/2014/main" id="{F7B32143-A03C-4C8D-4039-2A31824399A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799074" y="3484790"/>
              <a:ext cx="775811" cy="723019"/>
            </a:xfrm>
            <a:prstGeom prst="chevron">
              <a:avLst>
                <a:gd name="adj" fmla="val 48725"/>
              </a:avLst>
            </a:prstGeom>
            <a:solidFill>
              <a:srgbClr val="FFB5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800">
                <a:solidFill>
                  <a:schemeClr val="accent1"/>
                </a:solidFill>
              </a:endParaRPr>
            </a:p>
          </p:txBody>
        </p:sp>
        <p:sp>
          <p:nvSpPr>
            <p:cNvPr id="16" name="Rectangle 15" descr="decorative: Rectangle 15">
              <a:extLst>
                <a:ext uri="{FF2B5EF4-FFF2-40B4-BE49-F238E27FC236}">
                  <a16:creationId xmlns:a16="http://schemas.microsoft.com/office/drawing/2014/main" id="{6F0451F6-87E8-8BFF-D911-0F35ED47CCC8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182547" y="3684296"/>
              <a:ext cx="580617" cy="2647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2800" b="1">
                  <a:solidFill>
                    <a:srgbClr val="FFB500"/>
                  </a:solidFill>
                  <a:latin typeface="Avenir Next LT Pro"/>
                </a:rPr>
                <a:t>1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59ED89E-AD82-A1C2-D79E-AA4D569D7F34}"/>
                </a:ext>
              </a:extLst>
            </p:cNvPr>
            <p:cNvGrpSpPr/>
            <p:nvPr>
              <p:custDataLst>
                <p:tags r:id="rId34"/>
              </p:custDataLst>
            </p:nvPr>
          </p:nvGrpSpPr>
          <p:grpSpPr>
            <a:xfrm>
              <a:off x="1323765" y="3292715"/>
              <a:ext cx="138438" cy="1098128"/>
              <a:chOff x="-434910" y="2943461"/>
              <a:chExt cx="156377" cy="1560259"/>
            </a:xfrm>
            <a:solidFill>
              <a:schemeClr val="accent1">
                <a:alpha val="70000"/>
              </a:schemeClr>
            </a:solidFill>
          </p:grpSpPr>
          <p:sp>
            <p:nvSpPr>
              <p:cNvPr id="25" name="Right Triangle 24" descr="decorative: Right Triangle 24">
                <a:extLst>
                  <a:ext uri="{FF2B5EF4-FFF2-40B4-BE49-F238E27FC236}">
                    <a16:creationId xmlns:a16="http://schemas.microsoft.com/office/drawing/2014/main" id="{95365B96-E5FD-2983-EA3D-C132D9F1FD3C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 rot="5400000" flipH="1">
                <a:off x="-446736" y="2955287"/>
                <a:ext cx="180029" cy="156377"/>
              </a:xfrm>
              <a:prstGeom prst="rtTriangle">
                <a:avLst/>
              </a:prstGeom>
              <a:solidFill>
                <a:srgbClr val="FFB500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6" name="Right Triangle 25" descr="decorative: Right Triangle 25">
                <a:extLst>
                  <a:ext uri="{FF2B5EF4-FFF2-40B4-BE49-F238E27FC236}">
                    <a16:creationId xmlns:a16="http://schemas.microsoft.com/office/drawing/2014/main" id="{E23DB1DB-4EC4-4735-D33C-D1E9E24FFAEE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 rot="16200000" flipH="1" flipV="1">
                <a:off x="-448979" y="4333274"/>
                <a:ext cx="184515" cy="156377"/>
              </a:xfrm>
              <a:prstGeom prst="rtTriangle">
                <a:avLst/>
              </a:prstGeom>
              <a:solidFill>
                <a:srgbClr val="FFB500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80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23" name="Arrow: Chevron 22" descr="decorative: Arrow: Chevron 22">
              <a:extLst>
                <a:ext uri="{FF2B5EF4-FFF2-40B4-BE49-F238E27FC236}">
                  <a16:creationId xmlns:a16="http://schemas.microsoft.com/office/drawing/2014/main" id="{C8564F70-8C3C-64C7-4E48-487A04C7C224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323767" y="3292717"/>
              <a:ext cx="1178306" cy="1098125"/>
            </a:xfrm>
            <a:prstGeom prst="chevron">
              <a:avLst>
                <a:gd name="adj" fmla="val 48725"/>
              </a:avLst>
            </a:prstGeom>
            <a:solidFill>
              <a:srgbClr val="FFB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800">
                <a:solidFill>
                  <a:schemeClr val="accent1"/>
                </a:solidFill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7F94FA1-F4B8-42DC-8B8C-235BF9D3DC28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>
            <a:xfrm flipH="1" flipV="1">
              <a:off x="1698559" y="3008994"/>
              <a:ext cx="0" cy="219361"/>
            </a:xfrm>
            <a:prstGeom prst="line">
              <a:avLst/>
            </a:prstGeom>
            <a:solidFill>
              <a:srgbClr val="121314"/>
            </a:solidFill>
            <a:ln w="12700">
              <a:solidFill>
                <a:srgbClr val="FFB5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 descr="decorative: Rectangle 26">
            <a:extLst>
              <a:ext uri="{FF2B5EF4-FFF2-40B4-BE49-F238E27FC236}">
                <a16:creationId xmlns:a16="http://schemas.microsoft.com/office/drawing/2014/main" id="{F37DC5B6-8DEB-1CD8-3C25-E1CF33F2B346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18559" y="1535155"/>
            <a:ext cx="2160000" cy="108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00"/>
              </a:spcAft>
            </a:pPr>
            <a:r>
              <a:rPr sz="1400" b="1" dirty="0">
                <a:solidFill>
                  <a:srgbClr val="121314"/>
                </a:solidFill>
                <a:latin typeface="Avenir Next LT Pro"/>
              </a:rPr>
              <a:t>Identify</a:t>
            </a:r>
            <a:r>
              <a:rPr sz="1400" dirty="0">
                <a:solidFill>
                  <a:srgbClr val="121314"/>
                </a:solidFill>
                <a:latin typeface="Avenir Next LT Pro"/>
              </a:rPr>
              <a:t>
Architect/engineer identifies a decision with enterprise-wide scope.</a:t>
            </a:r>
          </a:p>
        </p:txBody>
      </p:sp>
      <p:sp>
        <p:nvSpPr>
          <p:cNvPr id="31" name="Rectangle 30" descr="decorative: Rectangle 30">
            <a:extLst>
              <a:ext uri="{FF2B5EF4-FFF2-40B4-BE49-F238E27FC236}">
                <a16:creationId xmlns:a16="http://schemas.microsoft.com/office/drawing/2014/main" id="{6D0DF1A0-2E58-A42E-EFD3-AE90205550A7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34384" y="1535155"/>
            <a:ext cx="2160000" cy="108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00"/>
              </a:spcAft>
            </a:pPr>
            <a:r>
              <a:rPr sz="1400" b="1" dirty="0">
                <a:solidFill>
                  <a:srgbClr val="121314"/>
                </a:solidFill>
                <a:latin typeface="Avenir Next LT Pro"/>
              </a:rPr>
              <a:t>Draft</a:t>
            </a:r>
            <a:r>
              <a:rPr sz="1400" dirty="0">
                <a:solidFill>
                  <a:srgbClr val="121314"/>
                </a:solidFill>
                <a:latin typeface="Avenir Next LT Pro"/>
              </a:rPr>
              <a:t>
Drafts ADR document → SharePoint: …/ADRs/Proposed/</a:t>
            </a:r>
          </a:p>
        </p:txBody>
      </p:sp>
      <p:sp>
        <p:nvSpPr>
          <p:cNvPr id="45" name="Rectangle 44" descr="decorative: Rectangle 44">
            <a:extLst>
              <a:ext uri="{FF2B5EF4-FFF2-40B4-BE49-F238E27FC236}">
                <a16:creationId xmlns:a16="http://schemas.microsoft.com/office/drawing/2014/main" id="{BDD8F19C-E618-BC15-F657-D56551C3662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986043" y="4856893"/>
            <a:ext cx="2160000" cy="1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00"/>
              </a:spcAft>
            </a:pPr>
            <a:r>
              <a:rPr sz="1400" b="1" dirty="0">
                <a:solidFill>
                  <a:srgbClr val="121314"/>
                </a:solidFill>
                <a:latin typeface="Avenir Next LT Pro"/>
              </a:rPr>
              <a:t>Review</a:t>
            </a:r>
            <a:r>
              <a:rPr sz="1400" dirty="0">
                <a:solidFill>
                  <a:srgbClr val="121314"/>
                </a:solidFill>
                <a:latin typeface="Avenir Next LT Pro"/>
              </a:rPr>
              <a:t>
ARB reviews, discusses, decides: Accepted / Rejected / Deferred.</a:t>
            </a:r>
          </a:p>
        </p:txBody>
      </p:sp>
      <p:sp>
        <p:nvSpPr>
          <p:cNvPr id="46" name="Rectangle 45" descr="decorative: Rectangle 45">
            <a:extLst>
              <a:ext uri="{FF2B5EF4-FFF2-40B4-BE49-F238E27FC236}">
                <a16:creationId xmlns:a16="http://schemas.microsoft.com/office/drawing/2014/main" id="{6B875F2B-4315-2D42-E8E6-F07A24AA815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3498473" y="1535155"/>
            <a:ext cx="2160000" cy="108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00"/>
              </a:spcAft>
            </a:pPr>
            <a:r>
              <a:rPr sz="1400" b="1" dirty="0">
                <a:solidFill>
                  <a:srgbClr val="121314"/>
                </a:solidFill>
                <a:latin typeface="Avenir Next LT Pro"/>
              </a:rPr>
              <a:t>Raise</a:t>
            </a:r>
            <a:r>
              <a:rPr sz="1400" dirty="0">
                <a:solidFill>
                  <a:srgbClr val="121314"/>
                </a:solidFill>
                <a:latin typeface="Avenir Next LT Pro"/>
              </a:rPr>
              <a:t>
Raises a Jira ticket in the MET project using the ADR template.</a:t>
            </a:r>
          </a:p>
        </p:txBody>
      </p:sp>
      <p:sp>
        <p:nvSpPr>
          <p:cNvPr id="51" name="Rectangle 50" descr="decorative: Rectangle 50">
            <a:extLst>
              <a:ext uri="{FF2B5EF4-FFF2-40B4-BE49-F238E27FC236}">
                <a16:creationId xmlns:a16="http://schemas.microsoft.com/office/drawing/2014/main" id="{AECF8194-F66D-1882-8EDB-07DB75F2482B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794449" y="4856893"/>
            <a:ext cx="2160000" cy="1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00"/>
              </a:spcAft>
            </a:pPr>
            <a:r>
              <a:rPr sz="1400" b="1" dirty="0">
                <a:solidFill>
                  <a:srgbClr val="121314"/>
                </a:solidFill>
                <a:latin typeface="Avenir Next LT Pro"/>
              </a:rPr>
              <a:t>Record</a:t>
            </a:r>
            <a:br>
              <a:rPr sz="1400" b="1" dirty="0">
                <a:solidFill>
                  <a:srgbClr val="121314"/>
                </a:solidFill>
                <a:latin typeface="Avenir Next LT Pro"/>
              </a:rPr>
            </a:br>
            <a:r>
              <a:rPr sz="1400" dirty="0">
                <a:solidFill>
                  <a:srgbClr val="121314"/>
                </a:solidFill>
                <a:latin typeface="Avenir Next LT Pro"/>
              </a:rPr>
              <a:t>Decision recorded; ADR moved to Accepted/ and teams notified.</a:t>
            </a:r>
          </a:p>
        </p:txBody>
      </p:sp>
      <p:sp>
        <p:nvSpPr>
          <p:cNvPr id="2" name="Rectangle 1" descr="decorative: Rectangle 1">
            <a:extLst>
              <a:ext uri="{FF2B5EF4-FFF2-40B4-BE49-F238E27FC236}">
                <a16:creationId xmlns:a16="http://schemas.microsoft.com/office/drawing/2014/main" id="{E345ABA3-2E39-3169-672E-8B7C6BF356A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7589815" y="4856893"/>
            <a:ext cx="2160000" cy="1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00"/>
              </a:spcAft>
            </a:pPr>
            <a:r>
              <a:rPr sz="1400" b="1" dirty="0">
                <a:solidFill>
                  <a:srgbClr val="121314"/>
                </a:solidFill>
                <a:latin typeface="Avenir Next LT Pro"/>
              </a:rPr>
              <a:t>Implement</a:t>
            </a:r>
            <a:br>
              <a:rPr sz="1400" b="1" dirty="0">
                <a:solidFill>
                  <a:srgbClr val="121314"/>
                </a:solidFill>
                <a:latin typeface="Avenir Next LT Pro"/>
              </a:rPr>
            </a:br>
            <a:r>
              <a:rPr sz="1400" dirty="0">
                <a:solidFill>
                  <a:srgbClr val="121314"/>
                </a:solidFill>
                <a:latin typeface="Avenir Next LT Pro"/>
              </a:rPr>
              <a:t>Teams implement according to the ratified decision.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526F33B-DFC1-C03E-0FCF-CEDB523CBEB6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8220817" y="3292715"/>
            <a:ext cx="1392339" cy="1381848"/>
            <a:chOff x="8220817" y="3292715"/>
            <a:chExt cx="1392338" cy="138184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89EC4DC-7191-9A66-E56D-BE2E0361487E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>
            <a:xfrm flipH="1" flipV="1">
              <a:off x="8677317" y="4455202"/>
              <a:ext cx="0" cy="219361"/>
            </a:xfrm>
            <a:prstGeom prst="line">
              <a:avLst/>
            </a:prstGeom>
            <a:solidFill>
              <a:srgbClr val="121314"/>
            </a:solidFill>
            <a:ln w="12700">
              <a:solidFill>
                <a:srgbClr val="121314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Arrow: Chevron 8" descr="decorative: Arrow: Chevron 8">
              <a:extLst>
                <a:ext uri="{FF2B5EF4-FFF2-40B4-BE49-F238E27FC236}">
                  <a16:creationId xmlns:a16="http://schemas.microsoft.com/office/drawing/2014/main" id="{0934E966-DBB3-4F4D-E605-D3465B987F17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837344" y="3484790"/>
              <a:ext cx="775811" cy="723019"/>
            </a:xfrm>
            <a:prstGeom prst="chevron">
              <a:avLst>
                <a:gd name="adj" fmla="val 48725"/>
              </a:avLst>
            </a:prstGeom>
            <a:solidFill>
              <a:srgbClr val="121314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800">
                <a:solidFill>
                  <a:schemeClr val="accent1"/>
                </a:solidFill>
              </a:endParaRPr>
            </a:p>
          </p:txBody>
        </p:sp>
        <p:sp>
          <p:nvSpPr>
            <p:cNvPr id="10" name="Rectangle 9" descr="decorative: Rectangle 9">
              <a:extLst>
                <a:ext uri="{FF2B5EF4-FFF2-40B4-BE49-F238E27FC236}">
                  <a16:creationId xmlns:a16="http://schemas.microsoft.com/office/drawing/2014/main" id="{EF21C612-41A2-559D-F57D-3FF1D4B08394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8220817" y="3684296"/>
              <a:ext cx="580617" cy="2647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2800" b="1">
                  <a:solidFill>
                    <a:srgbClr val="121314"/>
                  </a:solidFill>
                  <a:latin typeface="Avenir Next LT Pro"/>
                </a:rPr>
                <a:t>6</a:t>
              </a:r>
            </a:p>
          </p:txBody>
        </p:sp>
        <p:sp>
          <p:nvSpPr>
            <p:cNvPr id="11" name="Arrow: Chevron 10" descr="decorative: Arrow: Chevron 10">
              <a:extLst>
                <a:ext uri="{FF2B5EF4-FFF2-40B4-BE49-F238E27FC236}">
                  <a16:creationId xmlns:a16="http://schemas.microsoft.com/office/drawing/2014/main" id="{65D9430E-19C4-6658-B95C-512DE1B1E71D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362037" y="3292717"/>
              <a:ext cx="1178306" cy="1098125"/>
            </a:xfrm>
            <a:prstGeom prst="chevron">
              <a:avLst>
                <a:gd name="adj" fmla="val 48725"/>
              </a:avLst>
            </a:prstGeom>
            <a:solidFill>
              <a:srgbClr val="1213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800">
                <a:solidFill>
                  <a:schemeClr val="accent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B2B7202-E3A8-837B-5A54-5D1AF2C799B1}"/>
                </a:ext>
              </a:extLst>
            </p:cNvPr>
            <p:cNvGrpSpPr/>
            <p:nvPr>
              <p:custDataLst>
                <p:tags r:id="rId29"/>
              </p:custDataLst>
            </p:nvPr>
          </p:nvGrpSpPr>
          <p:grpSpPr>
            <a:xfrm>
              <a:off x="8362037" y="3292715"/>
              <a:ext cx="138439" cy="1098128"/>
              <a:chOff x="595597" y="2943461"/>
              <a:chExt cx="156378" cy="1560259"/>
            </a:xfrm>
            <a:solidFill>
              <a:schemeClr val="accent1">
                <a:lumMod val="75000"/>
                <a:alpha val="70000"/>
              </a:schemeClr>
            </a:solidFill>
          </p:grpSpPr>
          <p:sp>
            <p:nvSpPr>
              <p:cNvPr id="22" name="Right Triangle 21" descr="decorative: Right Triangle 21">
                <a:extLst>
                  <a:ext uri="{FF2B5EF4-FFF2-40B4-BE49-F238E27FC236}">
                    <a16:creationId xmlns:a16="http://schemas.microsoft.com/office/drawing/2014/main" id="{BED295D2-66FE-B8E9-8E76-EE8F00F12654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 rot="5400000" flipH="1">
                <a:off x="583772" y="2955287"/>
                <a:ext cx="180029" cy="156377"/>
              </a:xfrm>
              <a:prstGeom prst="rtTriangle">
                <a:avLst/>
              </a:prstGeom>
              <a:solidFill>
                <a:srgbClr val="121314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2" name="Right Triangle 31" descr="decorative: Right Triangle 31">
                <a:extLst>
                  <a:ext uri="{FF2B5EF4-FFF2-40B4-BE49-F238E27FC236}">
                    <a16:creationId xmlns:a16="http://schemas.microsoft.com/office/drawing/2014/main" id="{E0585555-DCD7-77B7-8BF7-E5E1E524FB1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 rot="16200000" flipH="1" flipV="1">
                <a:off x="581529" y="4333274"/>
                <a:ext cx="184514" cy="156377"/>
              </a:xfrm>
              <a:prstGeom prst="rtTriangle">
                <a:avLst/>
              </a:prstGeom>
              <a:solidFill>
                <a:srgbClr val="121314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800">
                  <a:solidFill>
                    <a:schemeClr val="accent1"/>
                  </a:solidFill>
                </a:endParaRPr>
              </a:p>
            </p:txBody>
          </p:sp>
        </p:grpSp>
      </p:grpSp>
      <p:sp>
        <p:nvSpPr>
          <p:cNvPr id="33" name="Rectangle 32" descr="decorative: Rectangle 32">
            <a:extLst>
              <a:ext uri="{FF2B5EF4-FFF2-40B4-BE49-F238E27FC236}">
                <a16:creationId xmlns:a16="http://schemas.microsoft.com/office/drawing/2014/main" id="{1124C190-54F5-7BEF-B277-6EBB0156DFB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9044990" y="1535155"/>
            <a:ext cx="2160000" cy="108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00"/>
              </a:spcAft>
            </a:pPr>
            <a:r>
              <a:rPr sz="1400" b="1" dirty="0">
                <a:solidFill>
                  <a:srgbClr val="121314"/>
                </a:solidFill>
                <a:latin typeface="Avenir Next LT Pro"/>
              </a:rPr>
              <a:t>Submit</a:t>
            </a:r>
            <a:r>
              <a:rPr sz="1400" dirty="0">
                <a:solidFill>
                  <a:srgbClr val="121314"/>
                </a:solidFill>
                <a:latin typeface="Avenir Next LT Pro"/>
              </a:rPr>
              <a:t>
Submits to ARB backlog at least 5 business days before the session.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9F64FA0-E864-60CB-BAD8-061A9D34B2B2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9628473" y="3008996"/>
            <a:ext cx="1392339" cy="1381849"/>
            <a:chOff x="9628472" y="3008994"/>
            <a:chExt cx="1392339" cy="1381849"/>
          </a:xfrm>
        </p:grpSpPr>
        <p:sp>
          <p:nvSpPr>
            <p:cNvPr id="41" name="Arrow: Chevron 40" descr="decorative: Arrow: Chevron 40">
              <a:extLst>
                <a:ext uri="{FF2B5EF4-FFF2-40B4-BE49-F238E27FC236}">
                  <a16:creationId xmlns:a16="http://schemas.microsoft.com/office/drawing/2014/main" id="{7BEE1584-E1B8-E601-904E-4CCAA1CBD23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244999" y="3484790"/>
              <a:ext cx="775812" cy="723019"/>
            </a:xfrm>
            <a:prstGeom prst="chevron">
              <a:avLst>
                <a:gd name="adj" fmla="val 48725"/>
              </a:avLst>
            </a:prstGeom>
            <a:solidFill>
              <a:srgbClr val="FFB5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800">
                <a:solidFill>
                  <a:schemeClr val="accent1"/>
                </a:solidFill>
              </a:endParaRPr>
            </a:p>
          </p:txBody>
        </p:sp>
        <p:sp>
          <p:nvSpPr>
            <p:cNvPr id="42" name="Rectangle 41" descr="decorative: Rectangle 41">
              <a:extLst>
                <a:ext uri="{FF2B5EF4-FFF2-40B4-BE49-F238E27FC236}">
                  <a16:creationId xmlns:a16="http://schemas.microsoft.com/office/drawing/2014/main" id="{FE00B7BE-860E-2BEF-F91C-D1F14E35296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628472" y="3684296"/>
              <a:ext cx="580617" cy="2647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2800" b="1">
                  <a:solidFill>
                    <a:srgbClr val="FFB500"/>
                  </a:solidFill>
                  <a:latin typeface="Avenir Next LT Pro"/>
                </a:rPr>
                <a:t>7</a:t>
              </a:r>
            </a:p>
          </p:txBody>
        </p:sp>
        <p:sp>
          <p:nvSpPr>
            <p:cNvPr id="43" name="Arrow: Chevron 42" descr="decorative: Arrow: Chevron 42">
              <a:extLst>
                <a:ext uri="{FF2B5EF4-FFF2-40B4-BE49-F238E27FC236}">
                  <a16:creationId xmlns:a16="http://schemas.microsoft.com/office/drawing/2014/main" id="{F264C84D-037F-B945-8F3E-8C0BAE5DAB61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769693" y="3292717"/>
              <a:ext cx="1178306" cy="1098125"/>
            </a:xfrm>
            <a:prstGeom prst="chevron">
              <a:avLst>
                <a:gd name="adj" fmla="val 48725"/>
              </a:avLst>
            </a:prstGeom>
            <a:solidFill>
              <a:srgbClr val="FFB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800">
                <a:solidFill>
                  <a:schemeClr val="accent1"/>
                </a:solidFill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E58B1C0-4515-5DCA-1FE1-844BBD8889F9}"/>
                </a:ext>
              </a:extLst>
            </p:cNvPr>
            <p:cNvGrpSpPr/>
            <p:nvPr>
              <p:custDataLst>
                <p:tags r:id="rId21"/>
              </p:custDataLst>
            </p:nvPr>
          </p:nvGrpSpPr>
          <p:grpSpPr>
            <a:xfrm>
              <a:off x="9770059" y="3292715"/>
              <a:ext cx="138439" cy="1098128"/>
              <a:chOff x="595597" y="2943461"/>
              <a:chExt cx="156378" cy="1560259"/>
            </a:xfrm>
            <a:solidFill>
              <a:schemeClr val="accent1">
                <a:alpha val="70000"/>
              </a:schemeClr>
            </a:solidFill>
          </p:grpSpPr>
          <p:sp>
            <p:nvSpPr>
              <p:cNvPr id="54" name="Right Triangle 53" descr="decorative: Right Triangle 53">
                <a:extLst>
                  <a:ext uri="{FF2B5EF4-FFF2-40B4-BE49-F238E27FC236}">
                    <a16:creationId xmlns:a16="http://schemas.microsoft.com/office/drawing/2014/main" id="{937933DE-B014-EF52-C978-F4731597DADC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 rot="5400000" flipH="1">
                <a:off x="583772" y="2955287"/>
                <a:ext cx="180029" cy="156377"/>
              </a:xfrm>
              <a:prstGeom prst="rtTriangle">
                <a:avLst/>
              </a:prstGeom>
              <a:solidFill>
                <a:srgbClr val="FFB500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8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9" name="Right Triangle 58" descr="decorative: Right Triangle 58">
                <a:extLst>
                  <a:ext uri="{FF2B5EF4-FFF2-40B4-BE49-F238E27FC236}">
                    <a16:creationId xmlns:a16="http://schemas.microsoft.com/office/drawing/2014/main" id="{32CEF831-512E-DDB9-FF10-1F68E87E98BC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 rot="16200000" flipH="1" flipV="1">
                <a:off x="581529" y="4333274"/>
                <a:ext cx="184514" cy="156377"/>
              </a:xfrm>
              <a:prstGeom prst="rtTriangle">
                <a:avLst/>
              </a:prstGeom>
              <a:solidFill>
                <a:srgbClr val="FFB500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800">
                  <a:solidFill>
                    <a:schemeClr val="accent1"/>
                  </a:solidFill>
                </a:endParaRPr>
              </a:p>
            </p:txBody>
          </p: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2922DA1-9E59-048B-2CB4-9CD32E78F396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>
            <a:xfrm flipH="1" flipV="1">
              <a:off x="10124989" y="3008994"/>
              <a:ext cx="0" cy="219361"/>
            </a:xfrm>
            <a:prstGeom prst="line">
              <a:avLst/>
            </a:prstGeom>
            <a:solidFill>
              <a:srgbClr val="121314"/>
            </a:solidFill>
            <a:ln w="12700">
              <a:solidFill>
                <a:srgbClr val="FFB5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 1" descr="decorative: Title 1">
            <a:extLst>
              <a:ext uri="{FF2B5EF4-FFF2-40B4-BE49-F238E27FC236}">
                <a16:creationId xmlns:a16="http://schemas.microsoft.com/office/drawing/2014/main" id="{E1A7683A-B1F7-8670-1731-B5C8A527A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820400" cy="584774"/>
          </a:xfrm>
        </p:spPr>
        <p:txBody>
          <a:bodyPr/>
          <a:lstStyle/>
          <a:p>
            <a:r>
              <a:rPr lang="en-IN" b="1" dirty="0"/>
              <a:t>Submission Process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085586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A232DD69-5BC1-CC3B-A5B6-CAB5AB7AD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Who's Involved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62E392-1F6B-3629-F383-B9A7A9A764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0241074"/>
              </p:ext>
            </p:extLst>
          </p:nvPr>
        </p:nvGraphicFramePr>
        <p:xfrm>
          <a:off x="761999" y="1477245"/>
          <a:ext cx="10820400" cy="41329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200276">
                  <a:extLst>
                    <a:ext uri="{9D8B030D-6E8A-4147-A177-3AD203B41FA5}">
                      <a16:colId xmlns:a16="http://schemas.microsoft.com/office/drawing/2014/main" val="3465240938"/>
                    </a:ext>
                  </a:extLst>
                </a:gridCol>
                <a:gridCol w="4310062">
                  <a:extLst>
                    <a:ext uri="{9D8B030D-6E8A-4147-A177-3AD203B41FA5}">
                      <a16:colId xmlns:a16="http://schemas.microsoft.com/office/drawing/2014/main" val="1193996572"/>
                    </a:ext>
                  </a:extLst>
                </a:gridCol>
                <a:gridCol w="4310062">
                  <a:extLst>
                    <a:ext uri="{9D8B030D-6E8A-4147-A177-3AD203B41FA5}">
                      <a16:colId xmlns:a16="http://schemas.microsoft.com/office/drawing/2014/main" val="4111600996"/>
                    </a:ext>
                  </a:extLst>
                </a:gridCol>
              </a:tblGrid>
              <a:tr h="82659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Role</a:t>
                      </a:r>
                    </a:p>
                  </a:txBody>
                  <a:tcPr marL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</a:rPr>
                        <a:t>Who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</a:rPr>
                        <a:t>Responsibility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866573"/>
                  </a:ext>
                </a:extLst>
              </a:tr>
              <a:tr h="82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latin typeface="+mn-lt"/>
                        </a:rPr>
                        <a:t>Chair</a:t>
                      </a:r>
                    </a:p>
                  </a:txBody>
                  <a:tcPr anchor="ctr">
                    <a:lnT w="254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+mn-lt"/>
                        </a:rPr>
                        <a:t>Simon Armstrong</a:t>
                      </a:r>
                    </a:p>
                  </a:txBody>
                  <a:tcPr anchor="ctr">
                    <a:lnT w="254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+mn-lt"/>
                        </a:rPr>
                        <a:t>Agenda, facilitation, decision recording</a:t>
                      </a:r>
                    </a:p>
                  </a:txBody>
                  <a:tcPr anchor="ctr">
                    <a:lnT w="254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08462373"/>
                  </a:ext>
                </a:extLst>
              </a:tr>
              <a:tr h="82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latin typeface="+mn-lt"/>
                        </a:rPr>
                        <a:t>Members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+mn-lt"/>
                        </a:rPr>
                        <a:t>Solution Architects, Platform Leads, Engineering Managers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+mn-lt"/>
                        </a:rPr>
                        <a:t>Review, challenge, vote on submissions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1418043"/>
                  </a:ext>
                </a:extLst>
              </a:tr>
              <a:tr h="82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latin typeface="+mn-lt"/>
                        </a:rPr>
                        <a:t>Stakeholders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+mn-lt"/>
                        </a:rPr>
                        <a:t>Brandon Nuttall, Tiwari (as needed)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+mn-lt"/>
                        </a:rPr>
                        <a:t>Executive sponsorship, escalation path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3467608"/>
                  </a:ext>
                </a:extLst>
              </a:tr>
              <a:tr h="82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latin typeface="+mn-lt"/>
                        </a:rPr>
                        <a:t>Submitters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+mn-lt"/>
                        </a:rPr>
                        <a:t>Any architect or senior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+mn-lt"/>
                        </a:rPr>
                        <a:t>Propose architecture decisions for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79616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02684371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D69F2-795F-CFB2-6326-B369D6C99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2B66BF53-6CB9-18B1-43A1-0924FCA3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What's on the Docket — First 3 Sessions</a:t>
            </a:r>
          </a:p>
        </p:txBody>
      </p:sp>
      <p:sp>
        <p:nvSpPr>
          <p:cNvPr id="3" name="Text Placeholder 23" descr="decorative: Text Placeholder 23">
            <a:extLst>
              <a:ext uri="{FF2B5EF4-FFF2-40B4-BE49-F238E27FC236}">
                <a16:creationId xmlns:a16="http://schemas.microsoft.com/office/drawing/2014/main" id="{224F251C-A587-9098-A9F8-85336D33A3F3}"/>
              </a:ext>
            </a:extLst>
          </p:cNvPr>
          <p:cNvSpPr txBox="1"/>
          <p:nvPr/>
        </p:nvSpPr>
        <p:spPr>
          <a:xfrm>
            <a:off x="762000" y="1358900"/>
            <a:ext cx="10820400" cy="58477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6576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73152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+mn-lt"/>
              </a:rPr>
              <a:t>23 ADRs registered from the SDLC Phase 3 review, prioritised across the first three sessions:</a:t>
            </a:r>
          </a:p>
        </p:txBody>
      </p:sp>
      <p:sp>
        <p:nvSpPr>
          <p:cNvPr id="12" name="Rectangle 11" descr="decorative: Rectangle 11">
            <a:extLst>
              <a:ext uri="{FF2B5EF4-FFF2-40B4-BE49-F238E27FC236}">
                <a16:creationId xmlns:a16="http://schemas.microsoft.com/office/drawing/2014/main" id="{78878D68-7B91-8BB9-5539-776D4F08A428}"/>
              </a:ext>
            </a:extLst>
          </p:cNvPr>
          <p:cNvSpPr/>
          <p:nvPr/>
        </p:nvSpPr>
        <p:spPr>
          <a:xfrm>
            <a:off x="762000" y="2467210"/>
            <a:ext cx="2880000" cy="370499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</a:pPr>
            <a:r>
              <a:rPr lang="en-IN" sz="1400" b="1" dirty="0"/>
              <a:t>ADR-018</a:t>
            </a:r>
          </a:p>
          <a:p>
            <a:pPr>
              <a:buClr>
                <a:schemeClr val="accent1"/>
              </a:buClr>
            </a:pPr>
            <a:r>
              <a:rPr lang="en-IN" sz="1400" dirty="0"/>
              <a:t>AI Coding Assistant Governance – widest gap, reference in11/13 SDLC pages</a:t>
            </a:r>
          </a:p>
          <a:p>
            <a:pPr>
              <a:buClr>
                <a:schemeClr val="accent1"/>
              </a:buClr>
            </a:pPr>
            <a:endParaRPr lang="en-IN" sz="1400" dirty="0"/>
          </a:p>
          <a:p>
            <a:pPr>
              <a:buClr>
                <a:schemeClr val="accent1"/>
              </a:buClr>
            </a:pPr>
            <a:endParaRPr lang="en-IN" sz="1400" dirty="0"/>
          </a:p>
          <a:p>
            <a:pPr>
              <a:buClr>
                <a:schemeClr val="accent1"/>
              </a:buClr>
            </a:pPr>
            <a:r>
              <a:rPr lang="en-IN" sz="1400" b="1" dirty="0"/>
              <a:t>ADR-005</a:t>
            </a:r>
          </a:p>
          <a:p>
            <a:pPr>
              <a:buClr>
                <a:schemeClr val="accent1"/>
              </a:buClr>
            </a:pPr>
            <a:r>
              <a:rPr lang="fr-FR" sz="1400" dirty="0"/>
              <a:t>CI/CD Pipeline Platform Selection</a:t>
            </a:r>
          </a:p>
          <a:p>
            <a:pPr>
              <a:buClr>
                <a:schemeClr val="accent1"/>
              </a:buClr>
            </a:pPr>
            <a:endParaRPr lang="en-IN" sz="1400" dirty="0"/>
          </a:p>
          <a:p>
            <a:pPr>
              <a:buClr>
                <a:schemeClr val="accent1"/>
              </a:buClr>
            </a:pPr>
            <a:endParaRPr lang="en-IN" sz="1400" dirty="0"/>
          </a:p>
          <a:p>
            <a:pPr>
              <a:buClr>
                <a:schemeClr val="accent1"/>
              </a:buClr>
            </a:pPr>
            <a:r>
              <a:rPr lang="en-IN" sz="1400" b="1" dirty="0"/>
              <a:t>ADR-019/020</a:t>
            </a:r>
          </a:p>
          <a:p>
            <a:pPr>
              <a:buClr>
                <a:schemeClr val="accent1"/>
              </a:buClr>
            </a:pPr>
            <a:r>
              <a:rPr lang="en-US" sz="1400" dirty="0"/>
              <a:t>Source Control Platform &amp; Branching Strategy</a:t>
            </a:r>
          </a:p>
          <a:p>
            <a:pPr>
              <a:buClr>
                <a:schemeClr val="accent1"/>
              </a:buClr>
            </a:pPr>
            <a:endParaRPr lang="en-IN" sz="1400" dirty="0"/>
          </a:p>
          <a:p>
            <a:pPr>
              <a:buClr>
                <a:schemeClr val="accent1"/>
              </a:buClr>
            </a:pPr>
            <a:endParaRPr lang="en-IN" sz="1400" dirty="0"/>
          </a:p>
        </p:txBody>
      </p:sp>
      <p:sp>
        <p:nvSpPr>
          <p:cNvPr id="13" name="Rectangle 12" descr="decorative: Rectangle 12">
            <a:extLst>
              <a:ext uri="{FF2B5EF4-FFF2-40B4-BE49-F238E27FC236}">
                <a16:creationId xmlns:a16="http://schemas.microsoft.com/office/drawing/2014/main" id="{AA3A39BF-CACA-D809-FBFE-13F85AC8A7D2}"/>
              </a:ext>
            </a:extLst>
          </p:cNvPr>
          <p:cNvSpPr/>
          <p:nvPr/>
        </p:nvSpPr>
        <p:spPr>
          <a:xfrm>
            <a:off x="762000" y="2041471"/>
            <a:ext cx="2743200" cy="350729"/>
          </a:xfrm>
          <a:prstGeom prst="rect">
            <a:avLst/>
          </a:prstGeom>
          <a:gradFill>
            <a:gsLst>
              <a:gs pos="100000">
                <a:schemeClr val="bg2"/>
              </a:gs>
              <a:gs pos="1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rgbClr val="121314"/>
                </a:solidFill>
                <a:latin typeface="Avenir Next LT Pro Demi"/>
                <a:cs typeface="Arial"/>
              </a:rPr>
              <a:t>Session 1 — June</a:t>
            </a:r>
          </a:p>
        </p:txBody>
      </p:sp>
      <p:sp>
        <p:nvSpPr>
          <p:cNvPr id="6" name="Rectangle 5" descr="decorative: Rectangle 11">
            <a:extLst>
              <a:ext uri="{FF2B5EF4-FFF2-40B4-BE49-F238E27FC236}">
                <a16:creationId xmlns:a16="http://schemas.microsoft.com/office/drawing/2014/main" id="{34997B29-03A1-56D4-6210-ADE1BFA73962}"/>
              </a:ext>
            </a:extLst>
          </p:cNvPr>
          <p:cNvSpPr/>
          <p:nvPr/>
        </p:nvSpPr>
        <p:spPr>
          <a:xfrm>
            <a:off x="4410075" y="2467210"/>
            <a:ext cx="2880000" cy="370499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</a:pPr>
            <a:r>
              <a:rPr lang="en-US" sz="1400" b="1" dirty="0"/>
              <a:t>ADR-001</a:t>
            </a:r>
          </a:p>
          <a:p>
            <a:pPr>
              <a:buClr>
                <a:schemeClr val="accent1"/>
              </a:buClr>
            </a:pPr>
            <a:r>
              <a:rPr lang="en-US" sz="1400" dirty="0"/>
              <a:t>IaC Technology Selection</a:t>
            </a:r>
          </a:p>
          <a:p>
            <a:pPr>
              <a:buClr>
                <a:schemeClr val="accent1"/>
              </a:buClr>
            </a:pPr>
            <a:endParaRPr lang="en-US" sz="1400" dirty="0"/>
          </a:p>
          <a:p>
            <a:pPr>
              <a:buClr>
                <a:schemeClr val="accent1"/>
              </a:buClr>
            </a:pPr>
            <a:endParaRPr lang="en-US" sz="1400" dirty="0"/>
          </a:p>
          <a:p>
            <a:pPr>
              <a:buClr>
                <a:schemeClr val="accent1"/>
              </a:buClr>
            </a:pPr>
            <a:r>
              <a:rPr lang="en-US" sz="1400" b="1" dirty="0"/>
              <a:t>ADR-009</a:t>
            </a:r>
          </a:p>
          <a:p>
            <a:pPr>
              <a:buClr>
                <a:schemeClr val="accent1"/>
              </a:buClr>
            </a:pPr>
            <a:r>
              <a:rPr lang="en-US" sz="1400" dirty="0"/>
              <a:t>Unit Test Framework Standards</a:t>
            </a:r>
          </a:p>
          <a:p>
            <a:pPr>
              <a:buClr>
                <a:schemeClr val="accent1"/>
              </a:buClr>
            </a:pPr>
            <a:endParaRPr lang="en-US" sz="1400" dirty="0"/>
          </a:p>
          <a:p>
            <a:pPr>
              <a:buClr>
                <a:schemeClr val="accent1"/>
              </a:buClr>
            </a:pPr>
            <a:endParaRPr lang="en-US" sz="1400" dirty="0"/>
          </a:p>
          <a:p>
            <a:pPr>
              <a:buClr>
                <a:schemeClr val="accent1"/>
              </a:buClr>
            </a:pPr>
            <a:r>
              <a:rPr lang="en-US" sz="1400" b="1" dirty="0"/>
              <a:t>ADR-010</a:t>
            </a:r>
          </a:p>
          <a:p>
            <a:pPr>
              <a:buClr>
                <a:schemeClr val="accent1"/>
              </a:buClr>
            </a:pPr>
            <a:r>
              <a:rPr lang="en-US" sz="1400" dirty="0"/>
              <a:t>Code Coverage Tooling</a:t>
            </a:r>
          </a:p>
          <a:p>
            <a:pPr>
              <a:buClr>
                <a:schemeClr val="accent1"/>
              </a:buClr>
            </a:pPr>
            <a:endParaRPr lang="en-IN" sz="1400" dirty="0"/>
          </a:p>
        </p:txBody>
      </p:sp>
      <p:sp>
        <p:nvSpPr>
          <p:cNvPr id="9" name="Rectangle 8" descr="decorative: Rectangle 12">
            <a:extLst>
              <a:ext uri="{FF2B5EF4-FFF2-40B4-BE49-F238E27FC236}">
                <a16:creationId xmlns:a16="http://schemas.microsoft.com/office/drawing/2014/main" id="{A2BE25E3-BBD2-BE16-F044-138886A38800}"/>
              </a:ext>
            </a:extLst>
          </p:cNvPr>
          <p:cNvSpPr/>
          <p:nvPr/>
        </p:nvSpPr>
        <p:spPr>
          <a:xfrm>
            <a:off x="4410075" y="2041471"/>
            <a:ext cx="2743200" cy="350729"/>
          </a:xfrm>
          <a:prstGeom prst="rect">
            <a:avLst/>
          </a:prstGeom>
          <a:gradFill>
            <a:gsLst>
              <a:gs pos="100000">
                <a:schemeClr val="bg2"/>
              </a:gs>
              <a:gs pos="1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rgbClr val="121314"/>
                </a:solidFill>
                <a:latin typeface="Avenir Next LT Pro Demi"/>
                <a:cs typeface="Arial"/>
              </a:rPr>
              <a:t>Session 2 — July</a:t>
            </a:r>
          </a:p>
        </p:txBody>
      </p:sp>
      <p:sp>
        <p:nvSpPr>
          <p:cNvPr id="11" name="Rectangle 10" descr="decorative: Rectangle 11">
            <a:extLst>
              <a:ext uri="{FF2B5EF4-FFF2-40B4-BE49-F238E27FC236}">
                <a16:creationId xmlns:a16="http://schemas.microsoft.com/office/drawing/2014/main" id="{D07B8B61-B060-1E31-98C0-5E3C07F381F9}"/>
              </a:ext>
            </a:extLst>
          </p:cNvPr>
          <p:cNvSpPr/>
          <p:nvPr/>
        </p:nvSpPr>
        <p:spPr>
          <a:xfrm>
            <a:off x="8058150" y="2467210"/>
            <a:ext cx="2880000" cy="370499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venir Next LT Pro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</a:pPr>
            <a:r>
              <a:rPr lang="en-US" sz="1400" b="1" dirty="0"/>
              <a:t>ADR-017</a:t>
            </a:r>
          </a:p>
          <a:p>
            <a:pPr>
              <a:buClr>
                <a:schemeClr val="accent1"/>
              </a:buClr>
            </a:pPr>
            <a:r>
              <a:rPr lang="en-US" sz="1400" dirty="0"/>
              <a:t>Observability Platform</a:t>
            </a:r>
          </a:p>
          <a:p>
            <a:pPr>
              <a:buClr>
                <a:schemeClr val="accent1"/>
              </a:buClr>
            </a:pPr>
            <a:endParaRPr lang="en-US" sz="1400" dirty="0"/>
          </a:p>
          <a:p>
            <a:pPr>
              <a:buClr>
                <a:schemeClr val="accent1"/>
              </a:buClr>
            </a:pPr>
            <a:endParaRPr lang="en-US" sz="1400" dirty="0"/>
          </a:p>
          <a:p>
            <a:pPr>
              <a:buClr>
                <a:schemeClr val="accent1"/>
              </a:buClr>
            </a:pPr>
            <a:r>
              <a:rPr lang="en-US" sz="1400" b="1" dirty="0"/>
              <a:t>ADR-014</a:t>
            </a:r>
          </a:p>
          <a:p>
            <a:pPr>
              <a:buClr>
                <a:schemeClr val="accent1"/>
              </a:buClr>
            </a:pPr>
            <a:r>
              <a:rPr lang="en-US" sz="1400" dirty="0"/>
              <a:t>Secret Management</a:t>
            </a:r>
          </a:p>
          <a:p>
            <a:pPr>
              <a:buClr>
                <a:schemeClr val="accent1"/>
              </a:buClr>
            </a:pPr>
            <a:endParaRPr lang="en-US" sz="1400" dirty="0"/>
          </a:p>
          <a:p>
            <a:pPr>
              <a:buClr>
                <a:schemeClr val="accent1"/>
              </a:buClr>
            </a:pPr>
            <a:endParaRPr lang="en-US" sz="1400" dirty="0"/>
          </a:p>
          <a:p>
            <a:pPr>
              <a:buClr>
                <a:schemeClr val="accent1"/>
              </a:buClr>
            </a:pPr>
            <a:r>
              <a:rPr lang="en-US" sz="1400" b="1" dirty="0"/>
              <a:t>ADR-023</a:t>
            </a:r>
          </a:p>
          <a:p>
            <a:pPr>
              <a:buClr>
                <a:schemeClr val="accent1"/>
              </a:buClr>
            </a:pPr>
            <a:r>
              <a:rPr lang="en-US" sz="1400" dirty="0"/>
              <a:t>Build Artefact Repository</a:t>
            </a:r>
          </a:p>
          <a:p>
            <a:pPr>
              <a:buClr>
                <a:schemeClr val="accent1"/>
              </a:buClr>
            </a:pPr>
            <a:endParaRPr lang="en-IN" sz="1400" dirty="0"/>
          </a:p>
        </p:txBody>
      </p:sp>
      <p:sp>
        <p:nvSpPr>
          <p:cNvPr id="16" name="Rectangle 15" descr="decorative: Rectangle 12">
            <a:extLst>
              <a:ext uri="{FF2B5EF4-FFF2-40B4-BE49-F238E27FC236}">
                <a16:creationId xmlns:a16="http://schemas.microsoft.com/office/drawing/2014/main" id="{BD6218EC-0E78-B434-FA01-0A69C47FFD22}"/>
              </a:ext>
            </a:extLst>
          </p:cNvPr>
          <p:cNvSpPr/>
          <p:nvPr/>
        </p:nvSpPr>
        <p:spPr>
          <a:xfrm>
            <a:off x="8058150" y="2041471"/>
            <a:ext cx="2743200" cy="350729"/>
          </a:xfrm>
          <a:prstGeom prst="rect">
            <a:avLst/>
          </a:prstGeom>
          <a:gradFill>
            <a:gsLst>
              <a:gs pos="100000">
                <a:schemeClr val="bg2"/>
              </a:gs>
              <a:gs pos="1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venir Next LT Pro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rgbClr val="121314"/>
                </a:solidFill>
                <a:latin typeface="Avenir Next LT Pro Demi"/>
                <a:cs typeface="Arial"/>
              </a:rPr>
              <a:t>Session 3 — August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879999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descr="decorative: Title 2">
            <a:extLst>
              <a:ext uri="{FF2B5EF4-FFF2-40B4-BE49-F238E27FC236}">
                <a16:creationId xmlns:a16="http://schemas.microsoft.com/office/drawing/2014/main" id="{7AED4106-A28F-FF30-1956-3B569BB72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Decisions Are Recorded</a:t>
            </a:r>
            <a:endParaRPr lang="en-IN" b="1" dirty="0"/>
          </a:p>
        </p:txBody>
      </p:sp>
      <p:sp>
        <p:nvSpPr>
          <p:cNvPr id="4" name="Text Placeholder 28" descr="decorative: Text Placeholder 28">
            <a:extLst>
              <a:ext uri="{FF2B5EF4-FFF2-40B4-BE49-F238E27FC236}">
                <a16:creationId xmlns:a16="http://schemas.microsoft.com/office/drawing/2014/main" id="{C6A08B72-9074-4219-6779-960EF378FC4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14106" y="1349796"/>
            <a:ext cx="10820400" cy="365125"/>
          </a:xfrm>
          <a:solidFill>
            <a:schemeClr val="bg1">
              <a:lumMod val="95000"/>
            </a:schemeClr>
          </a:solidFill>
          <a:ln w="635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IN" sz="1400" dirty="0">
                <a:latin typeface="+mj-lt"/>
              </a:rPr>
              <a:t>ADR Lifecycle - </a:t>
            </a:r>
          </a:p>
        </p:txBody>
      </p:sp>
      <p:sp>
        <p:nvSpPr>
          <p:cNvPr id="5" name="Rounded Rectangle 15" descr="decorative: Rounded Rectangle 15">
            <a:extLst>
              <a:ext uri="{FF2B5EF4-FFF2-40B4-BE49-F238E27FC236}">
                <a16:creationId xmlns:a16="http://schemas.microsoft.com/office/drawing/2014/main" id="{0428073C-2CA5-BC26-42C6-150ACE7E76AE}"/>
              </a:ext>
            </a:extLst>
          </p:cNvPr>
          <p:cNvSpPr/>
          <p:nvPr/>
        </p:nvSpPr>
        <p:spPr>
          <a:xfrm>
            <a:off x="3783813" y="1904623"/>
            <a:ext cx="1595429" cy="1008134"/>
          </a:xfrm>
          <a:prstGeom prst="roundRect">
            <a:avLst>
              <a:gd name="adj" fmla="val 8069"/>
            </a:avLst>
          </a:prstGeom>
          <a:gradFill>
            <a:gsLst>
              <a:gs pos="100000">
                <a:schemeClr val="bg2"/>
              </a:gs>
              <a:gs pos="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203200" dist="88900" dir="27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endParaRPr sz="1400">
              <a:latin typeface="Avenir Next LT Pro"/>
              <a:cs typeface="Arial"/>
            </a:endParaRPr>
          </a:p>
        </p:txBody>
      </p:sp>
      <p:sp>
        <p:nvSpPr>
          <p:cNvPr id="6" name="TextBox 5" descr="decorative: TextBox 5">
            <a:extLst>
              <a:ext uri="{FF2B5EF4-FFF2-40B4-BE49-F238E27FC236}">
                <a16:creationId xmlns:a16="http://schemas.microsoft.com/office/drawing/2014/main" id="{31E35CA9-A74B-4ECA-9823-9FF5718518CD}"/>
              </a:ext>
            </a:extLst>
          </p:cNvPr>
          <p:cNvSpPr txBox="1"/>
          <p:nvPr/>
        </p:nvSpPr>
        <p:spPr>
          <a:xfrm>
            <a:off x="3865568" y="2438827"/>
            <a:ext cx="1431918" cy="540208"/>
          </a:xfrm>
          <a:prstGeom prst="rect">
            <a:avLst/>
          </a:prstGeom>
          <a:noFill/>
          <a:ln>
            <a:noFill/>
          </a:ln>
        </p:spPr>
        <p:txBody>
          <a:bodyPr wrap="square" lIns="72000" tIns="0" rIns="7200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400" b="1" dirty="0">
                <a:solidFill>
                  <a:srgbClr val="121314"/>
                </a:solidFill>
                <a:latin typeface="Avenir Next LT Pro Demi"/>
              </a:rPr>
              <a:t>Under Review</a:t>
            </a:r>
          </a:p>
        </p:txBody>
      </p:sp>
      <p:sp>
        <p:nvSpPr>
          <p:cNvPr id="7" name="Rounded Rectangle 15" descr="decorative: Rounded Rectangle 15">
            <a:extLst>
              <a:ext uri="{FF2B5EF4-FFF2-40B4-BE49-F238E27FC236}">
                <a16:creationId xmlns:a16="http://schemas.microsoft.com/office/drawing/2014/main" id="{D224C3BA-B160-09C0-6AE9-6A67133642E4}"/>
              </a:ext>
            </a:extLst>
          </p:cNvPr>
          <p:cNvSpPr/>
          <p:nvPr/>
        </p:nvSpPr>
        <p:spPr>
          <a:xfrm>
            <a:off x="6752442" y="1904623"/>
            <a:ext cx="1595429" cy="1008134"/>
          </a:xfrm>
          <a:prstGeom prst="roundRect">
            <a:avLst>
              <a:gd name="adj" fmla="val 8069"/>
            </a:avLst>
          </a:prstGeom>
          <a:gradFill>
            <a:gsLst>
              <a:gs pos="100000">
                <a:schemeClr val="bg2"/>
              </a:gs>
              <a:gs pos="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203200" dist="88900" dir="27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endParaRPr sz="1400">
              <a:latin typeface="Avenir Next LT Pro"/>
              <a:cs typeface="Arial"/>
            </a:endParaRPr>
          </a:p>
        </p:txBody>
      </p:sp>
      <p:sp>
        <p:nvSpPr>
          <p:cNvPr id="8" name="TextBox 7" descr="decorative: TextBox 7">
            <a:extLst>
              <a:ext uri="{FF2B5EF4-FFF2-40B4-BE49-F238E27FC236}">
                <a16:creationId xmlns:a16="http://schemas.microsoft.com/office/drawing/2014/main" id="{23A0F8B0-8B1C-70EA-2D6B-EF5DF1A1E4EE}"/>
              </a:ext>
            </a:extLst>
          </p:cNvPr>
          <p:cNvSpPr txBox="1"/>
          <p:nvPr/>
        </p:nvSpPr>
        <p:spPr>
          <a:xfrm>
            <a:off x="6834197" y="2438827"/>
            <a:ext cx="1431918" cy="540208"/>
          </a:xfrm>
          <a:prstGeom prst="rect">
            <a:avLst/>
          </a:prstGeom>
          <a:noFill/>
          <a:ln>
            <a:noFill/>
          </a:ln>
        </p:spPr>
        <p:txBody>
          <a:bodyPr wrap="square" lIns="72000" tIns="0" rIns="7200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400" b="1" dirty="0">
                <a:solidFill>
                  <a:srgbClr val="121314"/>
                </a:solidFill>
                <a:latin typeface="Avenir Next LT Pro Demi"/>
              </a:rPr>
              <a:t>Accepted</a:t>
            </a:r>
          </a:p>
        </p:txBody>
      </p:sp>
      <p:sp>
        <p:nvSpPr>
          <p:cNvPr id="9" name="Rounded Rectangle 15" descr="decorative: Rounded Rectangle 15">
            <a:extLst>
              <a:ext uri="{FF2B5EF4-FFF2-40B4-BE49-F238E27FC236}">
                <a16:creationId xmlns:a16="http://schemas.microsoft.com/office/drawing/2014/main" id="{0BCAFD13-B076-E702-AA4A-5942D1C33214}"/>
              </a:ext>
            </a:extLst>
          </p:cNvPr>
          <p:cNvSpPr/>
          <p:nvPr/>
        </p:nvSpPr>
        <p:spPr>
          <a:xfrm>
            <a:off x="9721070" y="1904623"/>
            <a:ext cx="1595429" cy="1008134"/>
          </a:xfrm>
          <a:prstGeom prst="roundRect">
            <a:avLst>
              <a:gd name="adj" fmla="val 8069"/>
            </a:avLst>
          </a:prstGeom>
          <a:gradFill>
            <a:gsLst>
              <a:gs pos="100000">
                <a:schemeClr val="bg2"/>
              </a:gs>
              <a:gs pos="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203200" dist="88900" dir="27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endParaRPr sz="1400">
              <a:latin typeface="Avenir Next LT Pro"/>
              <a:cs typeface="Arial"/>
            </a:endParaRPr>
          </a:p>
        </p:txBody>
      </p:sp>
      <p:sp>
        <p:nvSpPr>
          <p:cNvPr id="10" name="TextBox 9" descr="decorative: TextBox 9">
            <a:extLst>
              <a:ext uri="{FF2B5EF4-FFF2-40B4-BE49-F238E27FC236}">
                <a16:creationId xmlns:a16="http://schemas.microsoft.com/office/drawing/2014/main" id="{95758C90-1670-A7AE-60BC-52523D65A3BD}"/>
              </a:ext>
            </a:extLst>
          </p:cNvPr>
          <p:cNvSpPr txBox="1"/>
          <p:nvPr/>
        </p:nvSpPr>
        <p:spPr>
          <a:xfrm>
            <a:off x="9802826" y="2438827"/>
            <a:ext cx="1431918" cy="540208"/>
          </a:xfrm>
          <a:prstGeom prst="rect">
            <a:avLst/>
          </a:prstGeom>
          <a:noFill/>
          <a:ln>
            <a:noFill/>
          </a:ln>
        </p:spPr>
        <p:txBody>
          <a:bodyPr wrap="square" lIns="72000" tIns="0" rIns="7200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400" b="1" dirty="0">
                <a:solidFill>
                  <a:srgbClr val="121314"/>
                </a:solidFill>
                <a:latin typeface="Avenir Next LT Pro Demi"/>
              </a:rPr>
              <a:t>Superseded</a:t>
            </a:r>
          </a:p>
        </p:txBody>
      </p:sp>
      <p:sp>
        <p:nvSpPr>
          <p:cNvPr id="11" name="Rounded Rectangle 15" descr="decorative: Rounded Rectangle 15">
            <a:extLst>
              <a:ext uri="{FF2B5EF4-FFF2-40B4-BE49-F238E27FC236}">
                <a16:creationId xmlns:a16="http://schemas.microsoft.com/office/drawing/2014/main" id="{798F113F-2816-B5F9-0615-DCFB5933025F}"/>
              </a:ext>
            </a:extLst>
          </p:cNvPr>
          <p:cNvSpPr/>
          <p:nvPr/>
        </p:nvSpPr>
        <p:spPr>
          <a:xfrm>
            <a:off x="815186" y="1904623"/>
            <a:ext cx="1595429" cy="1008134"/>
          </a:xfrm>
          <a:prstGeom prst="roundRect">
            <a:avLst>
              <a:gd name="adj" fmla="val 8069"/>
            </a:avLst>
          </a:prstGeom>
          <a:gradFill>
            <a:gsLst>
              <a:gs pos="100000">
                <a:schemeClr val="bg2"/>
              </a:gs>
              <a:gs pos="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203200" dist="88900" dir="27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endParaRPr sz="1400">
              <a:latin typeface="Avenir Next LT Pro"/>
              <a:cs typeface="Arial"/>
            </a:endParaRPr>
          </a:p>
        </p:txBody>
      </p:sp>
      <p:sp>
        <p:nvSpPr>
          <p:cNvPr id="12" name="TextBox 11" descr="decorative: TextBox 11">
            <a:extLst>
              <a:ext uri="{FF2B5EF4-FFF2-40B4-BE49-F238E27FC236}">
                <a16:creationId xmlns:a16="http://schemas.microsoft.com/office/drawing/2014/main" id="{281A1BA1-B779-C8F3-9140-60081AC80FD6}"/>
              </a:ext>
            </a:extLst>
          </p:cNvPr>
          <p:cNvSpPr txBox="1"/>
          <p:nvPr/>
        </p:nvSpPr>
        <p:spPr>
          <a:xfrm>
            <a:off x="852755" y="2438827"/>
            <a:ext cx="1431918" cy="540208"/>
          </a:xfrm>
          <a:prstGeom prst="rect">
            <a:avLst/>
          </a:prstGeom>
          <a:noFill/>
          <a:ln>
            <a:noFill/>
          </a:ln>
        </p:spPr>
        <p:txBody>
          <a:bodyPr wrap="square" lIns="72000" tIns="0" rIns="7200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400" b="1" dirty="0">
                <a:solidFill>
                  <a:srgbClr val="121314"/>
                </a:solidFill>
                <a:latin typeface="Avenir Next LT Pro Demi"/>
              </a:rPr>
              <a:t>Proposed</a:t>
            </a:r>
          </a:p>
        </p:txBody>
      </p:sp>
      <p:sp>
        <p:nvSpPr>
          <p:cNvPr id="13" name="Arrow: Right 12" descr="decorative: Arrow: Right 12">
            <a:extLst>
              <a:ext uri="{FF2B5EF4-FFF2-40B4-BE49-F238E27FC236}">
                <a16:creationId xmlns:a16="http://schemas.microsoft.com/office/drawing/2014/main" id="{65B02363-D05D-4889-E84E-3B05292550F6}"/>
              </a:ext>
            </a:extLst>
          </p:cNvPr>
          <p:cNvSpPr/>
          <p:nvPr/>
        </p:nvSpPr>
        <p:spPr>
          <a:xfrm>
            <a:off x="2618586" y="2149559"/>
            <a:ext cx="863600" cy="307777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1270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121314"/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  <p:sp>
        <p:nvSpPr>
          <p:cNvPr id="14" name="Arrow: Right 13" descr="decorative: Arrow: Right 13">
            <a:extLst>
              <a:ext uri="{FF2B5EF4-FFF2-40B4-BE49-F238E27FC236}">
                <a16:creationId xmlns:a16="http://schemas.microsoft.com/office/drawing/2014/main" id="{59A9BBB1-FDFB-ED70-8602-162E4E3B3F56}"/>
              </a:ext>
            </a:extLst>
          </p:cNvPr>
          <p:cNvSpPr/>
          <p:nvPr/>
        </p:nvSpPr>
        <p:spPr>
          <a:xfrm>
            <a:off x="5634041" y="2149559"/>
            <a:ext cx="863600" cy="307777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1270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121314"/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  <p:sp>
        <p:nvSpPr>
          <p:cNvPr id="15" name="Arrow: Right 14" descr="decorative: Arrow: Right 14">
            <a:extLst>
              <a:ext uri="{FF2B5EF4-FFF2-40B4-BE49-F238E27FC236}">
                <a16:creationId xmlns:a16="http://schemas.microsoft.com/office/drawing/2014/main" id="{B2F3A27B-3492-EEC6-FBD3-7F23E40D90E5}"/>
              </a:ext>
            </a:extLst>
          </p:cNvPr>
          <p:cNvSpPr/>
          <p:nvPr/>
        </p:nvSpPr>
        <p:spPr>
          <a:xfrm>
            <a:off x="8602670" y="2095550"/>
            <a:ext cx="863600" cy="307777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1270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121314"/>
              </a:solidFill>
              <a:effectLst/>
              <a:uLnTx/>
              <a:uFillTx/>
              <a:latin typeface="Avenir Next LT Pro Demi"/>
              <a:ea typeface="+mn-ea"/>
              <a:cs typeface="+mn-cs"/>
            </a:endParaRPr>
          </a:p>
        </p:txBody>
      </p:sp>
      <p:sp>
        <p:nvSpPr>
          <p:cNvPr id="23" name="TextBox 22" descr="decorative: TextBox 22">
            <a:extLst>
              <a:ext uri="{FF2B5EF4-FFF2-40B4-BE49-F238E27FC236}">
                <a16:creationId xmlns:a16="http://schemas.microsoft.com/office/drawing/2014/main" id="{CCC26620-8C95-261B-FE3B-5C5442D4A3A5}"/>
              </a:ext>
            </a:extLst>
          </p:cNvPr>
          <p:cNvSpPr txBox="1"/>
          <p:nvPr/>
        </p:nvSpPr>
        <p:spPr>
          <a:xfrm>
            <a:off x="784743" y="3710633"/>
            <a:ext cx="10800000" cy="330668"/>
          </a:xfrm>
          <a:prstGeom prst="rect">
            <a:avLst/>
          </a:prstGeom>
          <a:gradFill flip="none" rotWithShape="1">
            <a:gsLst>
              <a:gs pos="0">
                <a:srgbClr val="FFB500"/>
              </a:gs>
              <a:gs pos="100000">
                <a:srgbClr val="FFFFFF"/>
              </a:gs>
            </a:gsLst>
            <a:lin ang="0" scaled="1"/>
          </a:gradFill>
        </p:spPr>
        <p:txBody>
          <a:bodyPr vert="horz" lIns="72000" tIns="36000" rIns="36000" bIns="36000" rtlCol="0" anchor="ctr">
            <a:noAutofit/>
          </a:bodyPr>
          <a:lstStyle>
            <a:defPPr>
              <a:defRPr lang="en-US"/>
            </a:defPPr>
            <a:lvl1pPr marL="0" marR="0" lvl="0" indent="0" algn="just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kumimoji="0" sz="1200" b="1" i="0" u="none" strike="noStrike" kern="1200" cap="none" spc="0" normalizeH="0" baseline="0">
                <a:ln>
                  <a:noFill/>
                </a:ln>
                <a:solidFill>
                  <a:srgbClr val="121314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defRPr>
            </a:lvl1pPr>
            <a:lvl2pPr marL="252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20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504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 sz="110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756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05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008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 sz="105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Document: </a:t>
            </a:r>
            <a:r>
              <a:rPr lang="en-US" sz="1400" b="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decision gets a formal ADR document using the standard template.</a:t>
            </a:r>
            <a:endParaRPr lang="en-US" sz="1400" b="0" dirty="0"/>
          </a:p>
        </p:txBody>
      </p:sp>
      <p:sp>
        <p:nvSpPr>
          <p:cNvPr id="24" name="TextBox 23" descr="decorative: TextBox 23">
            <a:extLst>
              <a:ext uri="{FF2B5EF4-FFF2-40B4-BE49-F238E27FC236}">
                <a16:creationId xmlns:a16="http://schemas.microsoft.com/office/drawing/2014/main" id="{3FC1A091-69AB-6517-333A-195308624686}"/>
              </a:ext>
            </a:extLst>
          </p:cNvPr>
          <p:cNvSpPr txBox="1"/>
          <p:nvPr/>
        </p:nvSpPr>
        <p:spPr>
          <a:xfrm>
            <a:off x="784743" y="4208300"/>
            <a:ext cx="10800000" cy="330668"/>
          </a:xfrm>
          <a:prstGeom prst="rect">
            <a:avLst/>
          </a:prstGeom>
          <a:gradFill flip="none" rotWithShape="1">
            <a:gsLst>
              <a:gs pos="0">
                <a:srgbClr val="FFB500"/>
              </a:gs>
              <a:gs pos="100000">
                <a:srgbClr val="FFFFFF"/>
              </a:gs>
            </a:gsLst>
            <a:lin ang="0" scaled="1"/>
          </a:gradFill>
        </p:spPr>
        <p:txBody>
          <a:bodyPr vert="horz" lIns="72000" tIns="36000" rIns="36000" bIns="36000" rtlCol="0" anchor="ctr">
            <a:noAutofit/>
          </a:bodyPr>
          <a:lstStyle>
            <a:defPPr>
              <a:defRPr lang="en-US"/>
            </a:defPPr>
            <a:lvl1pPr marL="0" marR="0" lvl="0" indent="0" algn="just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kumimoji="0" sz="1200" b="1" i="0" u="none" strike="noStrike" kern="1200" cap="none" spc="0" normalizeH="0" baseline="0">
                <a:ln>
                  <a:noFill/>
                </a:ln>
                <a:solidFill>
                  <a:srgbClr val="121314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defRPr>
            </a:lvl1pPr>
            <a:lvl2pPr marL="252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20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504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 sz="110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756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05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008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 sz="105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Storage: </a:t>
            </a:r>
            <a:r>
              <a:rPr lang="en-US" sz="1400" b="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› 02_Architecture_Principles_Patterns_Decisions › ADRs › Proposed / Accepted</a:t>
            </a:r>
            <a:endParaRPr lang="en-US" sz="1400" b="0" dirty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54B5A294-F4DE-AC95-E83F-F255F2E0BE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4834" y="1989614"/>
            <a:ext cx="360000" cy="3600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AC8B12B6-11C3-0F58-EBD2-C53B395EF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9891" y="1989614"/>
            <a:ext cx="360000" cy="360000"/>
          </a:xfrm>
          <a:prstGeom prst="rect">
            <a:avLst/>
          </a:prstGeom>
        </p:spPr>
      </p:pic>
      <p:pic>
        <p:nvPicPr>
          <p:cNvPr id="27" name="Graphic 25">
            <a:extLst>
              <a:ext uri="{FF2B5EF4-FFF2-40B4-BE49-F238E27FC236}">
                <a16:creationId xmlns:a16="http://schemas.microsoft.com/office/drawing/2014/main" id="{C2955ADE-06D3-ED80-1940-FCEA99B14E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4822" y="1943362"/>
            <a:ext cx="330668" cy="330668"/>
          </a:xfrm>
          <a:prstGeom prst="rect">
            <a:avLst/>
          </a:prstGeom>
        </p:spPr>
      </p:pic>
      <p:pic>
        <p:nvPicPr>
          <p:cNvPr id="28" name="Graphic 26">
            <a:extLst>
              <a:ext uri="{FF2B5EF4-FFF2-40B4-BE49-F238E27FC236}">
                <a16:creationId xmlns:a16="http://schemas.microsoft.com/office/drawing/2014/main" id="{0E65D84F-5651-F34A-201C-23DE2B41BD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76198" y="1960505"/>
            <a:ext cx="383440" cy="383440"/>
          </a:xfrm>
          <a:prstGeom prst="rect">
            <a:avLst/>
          </a:prstGeom>
        </p:spPr>
      </p:pic>
      <p:sp>
        <p:nvSpPr>
          <p:cNvPr id="33" name="TextBox 32" descr="decorative: TextBox 22">
            <a:extLst>
              <a:ext uri="{FF2B5EF4-FFF2-40B4-BE49-F238E27FC236}">
                <a16:creationId xmlns:a16="http://schemas.microsoft.com/office/drawing/2014/main" id="{A4FDF6B2-F5EE-E106-AB0F-52B2321CB9ED}"/>
              </a:ext>
            </a:extLst>
          </p:cNvPr>
          <p:cNvSpPr txBox="1"/>
          <p:nvPr/>
        </p:nvSpPr>
        <p:spPr>
          <a:xfrm>
            <a:off x="784743" y="4705967"/>
            <a:ext cx="10800000" cy="330668"/>
          </a:xfrm>
          <a:prstGeom prst="rect">
            <a:avLst/>
          </a:prstGeom>
          <a:gradFill flip="none" rotWithShape="1">
            <a:gsLst>
              <a:gs pos="0">
                <a:srgbClr val="FFB500"/>
              </a:gs>
              <a:gs pos="100000">
                <a:srgbClr val="FFFFFF"/>
              </a:gs>
            </a:gsLst>
            <a:lin ang="0" scaled="1"/>
          </a:gradFill>
        </p:spPr>
        <p:txBody>
          <a:bodyPr vert="horz" lIns="72000" tIns="36000" rIns="36000" bIns="36000" rtlCol="0" anchor="ctr">
            <a:noAutofit/>
          </a:bodyPr>
          <a:lstStyle>
            <a:defPPr>
              <a:defRPr lang="en-US"/>
            </a:defPPr>
            <a:lvl1pPr marL="0" marR="0" lvl="0" indent="0" algn="just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kumimoji="0" sz="1200" b="1" i="0" u="none" strike="noStrike" kern="1200" cap="none" spc="0" normalizeH="0" baseline="0">
                <a:ln>
                  <a:noFill/>
                </a:ln>
                <a:solidFill>
                  <a:srgbClr val="121314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defRPr>
            </a:lvl1pPr>
            <a:lvl2pPr marL="252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20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504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 sz="110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756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05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008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 sz="105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Tracking: </a:t>
            </a:r>
            <a:r>
              <a:rPr lang="en-US" sz="1400" b="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MET project — one ticket per ADR, linked to the SharePoint document.</a:t>
            </a:r>
            <a:endParaRPr lang="en-US" sz="1400" b="0" dirty="0"/>
          </a:p>
        </p:txBody>
      </p:sp>
      <p:sp>
        <p:nvSpPr>
          <p:cNvPr id="35" name="TextBox 34" descr="decorative: TextBox 23">
            <a:extLst>
              <a:ext uri="{FF2B5EF4-FFF2-40B4-BE49-F238E27FC236}">
                <a16:creationId xmlns:a16="http://schemas.microsoft.com/office/drawing/2014/main" id="{3605B1C6-08F9-D9EF-9D35-5449460E724A}"/>
              </a:ext>
            </a:extLst>
          </p:cNvPr>
          <p:cNvSpPr txBox="1"/>
          <p:nvPr/>
        </p:nvSpPr>
        <p:spPr>
          <a:xfrm>
            <a:off x="784743" y="5203634"/>
            <a:ext cx="10800000" cy="330668"/>
          </a:xfrm>
          <a:prstGeom prst="rect">
            <a:avLst/>
          </a:prstGeom>
          <a:gradFill flip="none" rotWithShape="1">
            <a:gsLst>
              <a:gs pos="0">
                <a:srgbClr val="FFB500"/>
              </a:gs>
              <a:gs pos="100000">
                <a:srgbClr val="FFFFFF"/>
              </a:gs>
            </a:gsLst>
            <a:lin ang="0" scaled="1"/>
          </a:gradFill>
        </p:spPr>
        <p:txBody>
          <a:bodyPr vert="horz" lIns="72000" tIns="36000" rIns="36000" bIns="36000" rtlCol="0" anchor="ctr">
            <a:noAutofit/>
          </a:bodyPr>
          <a:lstStyle>
            <a:defPPr>
              <a:defRPr lang="en-US"/>
            </a:defPPr>
            <a:lvl1pPr marL="0" marR="0" lvl="0" indent="0" algn="just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kumimoji="0" sz="1200" b="1" i="0" u="none" strike="noStrike" kern="1200" cap="none" spc="0" normalizeH="0" baseline="0">
                <a:ln>
                  <a:noFill/>
                </a:ln>
                <a:solidFill>
                  <a:srgbClr val="121314"/>
                </a:solidFill>
                <a:effectLst/>
                <a:uLnTx/>
                <a:uFillTx/>
                <a:latin typeface="Avenir Next LT Pro Demi"/>
                <a:ea typeface="+mn-ea"/>
                <a:cs typeface="+mn-cs"/>
              </a:defRPr>
            </a:lvl1pPr>
            <a:lvl2pPr marL="252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20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504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 sz="110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756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05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00800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 sz="105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Register: </a:t>
            </a:r>
            <a:r>
              <a:rPr lang="en-US" sz="1400" b="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ADR_Register.md — master list of all ADRs with status, owner, and session date.</a:t>
            </a:r>
            <a:endParaRPr lang="en-US" sz="1400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752279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4644B-3D97-7597-2B1B-5B2DF13FE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descr="decorative: Title 2">
            <a:extLst>
              <a:ext uri="{FF2B5EF4-FFF2-40B4-BE49-F238E27FC236}">
                <a16:creationId xmlns:a16="http://schemas.microsoft.com/office/drawing/2014/main" id="{231F4982-8675-CA82-8950-9F0650C3C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We Need From You</a:t>
            </a:r>
            <a:endParaRPr lang="en-IN" b="1" dirty="0"/>
          </a:p>
        </p:txBody>
      </p:sp>
      <p:sp>
        <p:nvSpPr>
          <p:cNvPr id="16" name="TextBox 15" descr="decorative: TextBox 38">
            <a:extLst>
              <a:ext uri="{FF2B5EF4-FFF2-40B4-BE49-F238E27FC236}">
                <a16:creationId xmlns:a16="http://schemas.microsoft.com/office/drawing/2014/main" id="{8CEE19A0-79D8-8A2E-57F4-33C90DCB39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887161" y="1881646"/>
            <a:ext cx="6984000" cy="77258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450"/>
              </a:spcAft>
            </a:pPr>
            <a:r>
              <a:rPr sz="1650" dirty="0">
                <a:solidFill>
                  <a:srgbClr val="121314"/>
                </a:solidFill>
                <a:latin typeface="Avenir Next LT Pro"/>
              </a:rPr>
              <a:t>Block the last Thursday of each month. Missing the session doesn't pause a decision.</a:t>
            </a:r>
          </a:p>
        </p:txBody>
      </p:sp>
      <p:sp>
        <p:nvSpPr>
          <p:cNvPr id="18" name="TextBox 17" descr="decorative: TextBox 39">
            <a:extLst>
              <a:ext uri="{FF2B5EF4-FFF2-40B4-BE49-F238E27FC236}">
                <a16:creationId xmlns:a16="http://schemas.microsoft.com/office/drawing/2014/main" id="{D61D73BB-EAD0-F7AF-8B83-D9494D4C5F0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442263" y="2703462"/>
            <a:ext cx="6984000" cy="77258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450"/>
              </a:spcAft>
            </a:pPr>
            <a:r>
              <a:rPr sz="1650" dirty="0">
                <a:solidFill>
                  <a:srgbClr val="121314"/>
                </a:solidFill>
                <a:latin typeface="Avenir Next LT Pro"/>
              </a:rPr>
              <a:t>Submissions are circulated 5 days in advance. No cold reads — come prepared.</a:t>
            </a:r>
          </a:p>
        </p:txBody>
      </p:sp>
      <p:sp>
        <p:nvSpPr>
          <p:cNvPr id="20" name="TextBox 19" descr="decorative: TextBox 40">
            <a:extLst>
              <a:ext uri="{FF2B5EF4-FFF2-40B4-BE49-F238E27FC236}">
                <a16:creationId xmlns:a16="http://schemas.microsoft.com/office/drawing/2014/main" id="{12F5EC34-E1D2-4926-341C-1B9E2AD9AC6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442263" y="3753773"/>
            <a:ext cx="6984000" cy="77258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450"/>
              </a:spcAft>
            </a:pPr>
            <a:r>
              <a:rPr sz="1650" dirty="0">
                <a:solidFill>
                  <a:srgbClr val="121314"/>
                </a:solidFill>
                <a:latin typeface="Avenir Next LT Pro"/>
              </a:rPr>
              <a:t>ARB outputs are binding. Disagreements should be raised in the session, not after.</a:t>
            </a:r>
          </a:p>
        </p:txBody>
      </p:sp>
      <p:sp>
        <p:nvSpPr>
          <p:cNvPr id="22" name="Freeform: Shape 21" descr="decorative: Freeform: Shape 17">
            <a:extLst>
              <a:ext uri="{FF2B5EF4-FFF2-40B4-BE49-F238E27FC236}">
                <a16:creationId xmlns:a16="http://schemas.microsoft.com/office/drawing/2014/main" id="{2E3A38DC-0EBC-EFE7-E595-B4338FAFCC5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937446" y="2195612"/>
            <a:ext cx="2863346" cy="2863346"/>
          </a:xfrm>
          <a:custGeom>
            <a:avLst/>
            <a:gdLst>
              <a:gd name="connsiteX0" fmla="*/ 4563525 w 4563524"/>
              <a:gd name="connsiteY0" fmla="*/ 2281763 h 4563525"/>
              <a:gd name="connsiteX1" fmla="*/ 2281762 w 4563524"/>
              <a:gd name="connsiteY1" fmla="*/ 4563526 h 4563525"/>
              <a:gd name="connsiteX2" fmla="*/ 0 w 4563524"/>
              <a:gd name="connsiteY2" fmla="*/ 2281763 h 4563525"/>
              <a:gd name="connsiteX3" fmla="*/ 2281762 w 4563524"/>
              <a:gd name="connsiteY3" fmla="*/ 0 h 4563525"/>
              <a:gd name="connsiteX4" fmla="*/ 4563525 w 4563524"/>
              <a:gd name="connsiteY4" fmla="*/ 2281763 h 456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3524" h="4563525">
                <a:moveTo>
                  <a:pt x="4563525" y="2281763"/>
                </a:moveTo>
                <a:cubicBezTo>
                  <a:pt x="4563525" y="3541945"/>
                  <a:pt x="3541945" y="4563526"/>
                  <a:pt x="2281762" y="4563526"/>
                </a:cubicBezTo>
                <a:cubicBezTo>
                  <a:pt x="1021580" y="4563526"/>
                  <a:pt x="0" y="3541945"/>
                  <a:pt x="0" y="2281763"/>
                </a:cubicBezTo>
                <a:cubicBezTo>
                  <a:pt x="0" y="1021580"/>
                  <a:pt x="1021580" y="0"/>
                  <a:pt x="2281762" y="0"/>
                </a:cubicBezTo>
                <a:cubicBezTo>
                  <a:pt x="3541945" y="0"/>
                  <a:pt x="4563525" y="1021580"/>
                  <a:pt x="4563525" y="2281763"/>
                </a:cubicBezTo>
                <a:close/>
              </a:path>
            </a:pathLst>
          </a:custGeom>
          <a:solidFill>
            <a:srgbClr val="FFB500">
              <a:alpha val="20000"/>
            </a:srgbClr>
          </a:solidFill>
          <a:ln w="12700">
            <a:noFill/>
            <a:prstDash val="solid"/>
            <a:round/>
          </a:ln>
          <a:effectLst/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30" name="Freeform: Shape 29" descr="decorative: Freeform: Shape 18">
            <a:extLst>
              <a:ext uri="{FF2B5EF4-FFF2-40B4-BE49-F238E27FC236}">
                <a16:creationId xmlns:a16="http://schemas.microsoft.com/office/drawing/2014/main" id="{C6821335-783C-A048-7921-838D93182F8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901358" y="1914616"/>
            <a:ext cx="772200" cy="772200"/>
          </a:xfrm>
          <a:custGeom>
            <a:avLst/>
            <a:gdLst>
              <a:gd name="connsiteX0" fmla="*/ 451178 w 451177"/>
              <a:gd name="connsiteY0" fmla="*/ 225589 h 451177"/>
              <a:gd name="connsiteX1" fmla="*/ 225589 w 451177"/>
              <a:gd name="connsiteY1" fmla="*/ 451178 h 451177"/>
              <a:gd name="connsiteX2" fmla="*/ 0 w 451177"/>
              <a:gd name="connsiteY2" fmla="*/ 225589 h 451177"/>
              <a:gd name="connsiteX3" fmla="*/ 225589 w 451177"/>
              <a:gd name="connsiteY3" fmla="*/ 0 h 451177"/>
              <a:gd name="connsiteX4" fmla="*/ 451178 w 451177"/>
              <a:gd name="connsiteY4" fmla="*/ 225589 h 451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177" h="451177">
                <a:moveTo>
                  <a:pt x="451178" y="225589"/>
                </a:moveTo>
                <a:cubicBezTo>
                  <a:pt x="451178" y="350178"/>
                  <a:pt x="350178" y="451178"/>
                  <a:pt x="225589" y="451178"/>
                </a:cubicBezTo>
                <a:cubicBezTo>
                  <a:pt x="101000" y="451178"/>
                  <a:pt x="0" y="350178"/>
                  <a:pt x="0" y="225589"/>
                </a:cubicBezTo>
                <a:cubicBezTo>
                  <a:pt x="0" y="101000"/>
                  <a:pt x="101000" y="0"/>
                  <a:pt x="225589" y="0"/>
                </a:cubicBezTo>
                <a:cubicBezTo>
                  <a:pt x="350178" y="0"/>
                  <a:pt x="451178" y="101000"/>
                  <a:pt x="451178" y="225589"/>
                </a:cubicBezTo>
                <a:close/>
              </a:path>
            </a:pathLst>
          </a:custGeom>
          <a:solidFill>
            <a:srgbClr val="FFB500"/>
          </a:solidFill>
          <a:ln w="161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5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A077ADBA-96BF-375A-07D8-CD2817602BF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99943" y="2113201"/>
            <a:ext cx="375029" cy="375029"/>
          </a:xfrm>
          <a:prstGeom prst="rect">
            <a:avLst/>
          </a:prstGeom>
        </p:spPr>
      </p:pic>
      <p:sp>
        <p:nvSpPr>
          <p:cNvPr id="36" name="Freeform: Shape 35" descr="decorative: Freeform: Shape 34">
            <a:extLst>
              <a:ext uri="{FF2B5EF4-FFF2-40B4-BE49-F238E27FC236}">
                <a16:creationId xmlns:a16="http://schemas.microsoft.com/office/drawing/2014/main" id="{86A9243C-4FE8-E1F0-3D31-9118A0C19EC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901358" y="4567754"/>
            <a:ext cx="772200" cy="772200"/>
          </a:xfrm>
          <a:custGeom>
            <a:avLst/>
            <a:gdLst>
              <a:gd name="connsiteX0" fmla="*/ 451178 w 451177"/>
              <a:gd name="connsiteY0" fmla="*/ 225589 h 451177"/>
              <a:gd name="connsiteX1" fmla="*/ 225589 w 451177"/>
              <a:gd name="connsiteY1" fmla="*/ 451178 h 451177"/>
              <a:gd name="connsiteX2" fmla="*/ 0 w 451177"/>
              <a:gd name="connsiteY2" fmla="*/ 225589 h 451177"/>
              <a:gd name="connsiteX3" fmla="*/ 225589 w 451177"/>
              <a:gd name="connsiteY3" fmla="*/ 0 h 451177"/>
              <a:gd name="connsiteX4" fmla="*/ 451178 w 451177"/>
              <a:gd name="connsiteY4" fmla="*/ 225589 h 451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177" h="451177">
                <a:moveTo>
                  <a:pt x="451178" y="225589"/>
                </a:moveTo>
                <a:cubicBezTo>
                  <a:pt x="451178" y="350178"/>
                  <a:pt x="350178" y="451178"/>
                  <a:pt x="225589" y="451178"/>
                </a:cubicBezTo>
                <a:cubicBezTo>
                  <a:pt x="101000" y="451178"/>
                  <a:pt x="0" y="350178"/>
                  <a:pt x="0" y="225589"/>
                </a:cubicBezTo>
                <a:cubicBezTo>
                  <a:pt x="0" y="101000"/>
                  <a:pt x="101000" y="0"/>
                  <a:pt x="225589" y="0"/>
                </a:cubicBezTo>
                <a:cubicBezTo>
                  <a:pt x="350178" y="0"/>
                  <a:pt x="451178" y="101000"/>
                  <a:pt x="451178" y="225589"/>
                </a:cubicBezTo>
                <a:close/>
              </a:path>
            </a:pathLst>
          </a:custGeom>
          <a:solidFill>
            <a:srgbClr val="FFB500"/>
          </a:solidFill>
          <a:ln w="161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50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3A2969B1-ACD6-D550-3A3B-ED475220A573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99943" y="4766338"/>
            <a:ext cx="375029" cy="375029"/>
          </a:xfrm>
          <a:prstGeom prst="rect">
            <a:avLst/>
          </a:prstGeom>
        </p:spPr>
      </p:pic>
      <p:sp>
        <p:nvSpPr>
          <p:cNvPr id="40" name="Freeform: Shape 39" descr="decorative: Freeform: Shape 33">
            <a:extLst>
              <a:ext uri="{FF2B5EF4-FFF2-40B4-BE49-F238E27FC236}">
                <a16:creationId xmlns:a16="http://schemas.microsoft.com/office/drawing/2014/main" id="{6EEFD2DE-C824-C305-27C8-9DAEC23E0FC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456460" y="3760911"/>
            <a:ext cx="772200" cy="772200"/>
          </a:xfrm>
          <a:custGeom>
            <a:avLst/>
            <a:gdLst>
              <a:gd name="connsiteX0" fmla="*/ 451178 w 451177"/>
              <a:gd name="connsiteY0" fmla="*/ 225589 h 451177"/>
              <a:gd name="connsiteX1" fmla="*/ 225589 w 451177"/>
              <a:gd name="connsiteY1" fmla="*/ 451178 h 451177"/>
              <a:gd name="connsiteX2" fmla="*/ 0 w 451177"/>
              <a:gd name="connsiteY2" fmla="*/ 225589 h 451177"/>
              <a:gd name="connsiteX3" fmla="*/ 225589 w 451177"/>
              <a:gd name="connsiteY3" fmla="*/ 0 h 451177"/>
              <a:gd name="connsiteX4" fmla="*/ 451178 w 451177"/>
              <a:gd name="connsiteY4" fmla="*/ 225589 h 451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177" h="451177">
                <a:moveTo>
                  <a:pt x="451178" y="225589"/>
                </a:moveTo>
                <a:cubicBezTo>
                  <a:pt x="451178" y="350178"/>
                  <a:pt x="350178" y="451178"/>
                  <a:pt x="225589" y="451178"/>
                </a:cubicBezTo>
                <a:cubicBezTo>
                  <a:pt x="101000" y="451178"/>
                  <a:pt x="0" y="350178"/>
                  <a:pt x="0" y="225589"/>
                </a:cubicBezTo>
                <a:cubicBezTo>
                  <a:pt x="0" y="101000"/>
                  <a:pt x="101000" y="0"/>
                  <a:pt x="225589" y="0"/>
                </a:cubicBezTo>
                <a:cubicBezTo>
                  <a:pt x="350178" y="0"/>
                  <a:pt x="451178" y="101000"/>
                  <a:pt x="451178" y="225589"/>
                </a:cubicBezTo>
                <a:close/>
              </a:path>
            </a:pathLst>
          </a:custGeom>
          <a:solidFill>
            <a:srgbClr val="FFB500"/>
          </a:solidFill>
          <a:ln w="161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5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F2A1457D-65B1-301A-730B-744E1B8EEE1A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55045" y="3959496"/>
            <a:ext cx="375029" cy="375029"/>
          </a:xfrm>
          <a:prstGeom prst="rect">
            <a:avLst/>
          </a:prstGeom>
        </p:spPr>
      </p:pic>
      <p:sp>
        <p:nvSpPr>
          <p:cNvPr id="44" name="Freeform: Shape 43" descr="decorative: Freeform: Shape 5">
            <a:extLst>
              <a:ext uri="{FF2B5EF4-FFF2-40B4-BE49-F238E27FC236}">
                <a16:creationId xmlns:a16="http://schemas.microsoft.com/office/drawing/2014/main" id="{951E1188-C196-C95E-9CE0-6448E470905D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3456460" y="2721459"/>
            <a:ext cx="772200" cy="772200"/>
          </a:xfrm>
          <a:custGeom>
            <a:avLst/>
            <a:gdLst>
              <a:gd name="connsiteX0" fmla="*/ 451178 w 451177"/>
              <a:gd name="connsiteY0" fmla="*/ 225589 h 451177"/>
              <a:gd name="connsiteX1" fmla="*/ 225589 w 451177"/>
              <a:gd name="connsiteY1" fmla="*/ 451178 h 451177"/>
              <a:gd name="connsiteX2" fmla="*/ 0 w 451177"/>
              <a:gd name="connsiteY2" fmla="*/ 225589 h 451177"/>
              <a:gd name="connsiteX3" fmla="*/ 225589 w 451177"/>
              <a:gd name="connsiteY3" fmla="*/ 0 h 451177"/>
              <a:gd name="connsiteX4" fmla="*/ 451178 w 451177"/>
              <a:gd name="connsiteY4" fmla="*/ 225589 h 451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177" h="451177">
                <a:moveTo>
                  <a:pt x="451178" y="225589"/>
                </a:moveTo>
                <a:cubicBezTo>
                  <a:pt x="451178" y="350178"/>
                  <a:pt x="350178" y="451178"/>
                  <a:pt x="225589" y="451178"/>
                </a:cubicBezTo>
                <a:cubicBezTo>
                  <a:pt x="101000" y="451178"/>
                  <a:pt x="0" y="350178"/>
                  <a:pt x="0" y="225589"/>
                </a:cubicBezTo>
                <a:cubicBezTo>
                  <a:pt x="0" y="101000"/>
                  <a:pt x="101000" y="0"/>
                  <a:pt x="225589" y="0"/>
                </a:cubicBezTo>
                <a:cubicBezTo>
                  <a:pt x="350178" y="0"/>
                  <a:pt x="451178" y="101000"/>
                  <a:pt x="451178" y="225589"/>
                </a:cubicBezTo>
                <a:close/>
              </a:path>
            </a:pathLst>
          </a:custGeom>
          <a:solidFill>
            <a:srgbClr val="FFB500"/>
          </a:solidFill>
          <a:ln w="161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50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E89474BC-6A03-A1C3-A0B1-237891CDF5A9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655045" y="2920044"/>
            <a:ext cx="375029" cy="375029"/>
          </a:xfrm>
          <a:prstGeom prst="rect">
            <a:avLst/>
          </a:prstGeom>
        </p:spPr>
      </p:pic>
      <p:sp>
        <p:nvSpPr>
          <p:cNvPr id="48" name="TextBox 47" descr="decorative: TextBox 8">
            <a:extLst>
              <a:ext uri="{FF2B5EF4-FFF2-40B4-BE49-F238E27FC236}">
                <a16:creationId xmlns:a16="http://schemas.microsoft.com/office/drawing/2014/main" id="{872E86EE-7B1E-2367-8702-044C4DE00A39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3887161" y="4558667"/>
            <a:ext cx="6984000" cy="77258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Aft>
                <a:spcPts val="450"/>
              </a:spcAft>
            </a:pPr>
            <a:r>
              <a:rPr sz="1650" dirty="0">
                <a:solidFill>
                  <a:srgbClr val="121314"/>
                </a:solidFill>
                <a:latin typeface="Avenir Next LT Pro"/>
              </a:rPr>
              <a:t>This is the forum for architectural debate. Surface decisions early.</a:t>
            </a:r>
          </a:p>
        </p:txBody>
      </p:sp>
      <p:sp>
        <p:nvSpPr>
          <p:cNvPr id="50" name="Freeform: Shape 49" descr="decorative: Freeform: Shape 32">
            <a:extLst>
              <a:ext uri="{FF2B5EF4-FFF2-40B4-BE49-F238E27FC236}">
                <a16:creationId xmlns:a16="http://schemas.microsoft.com/office/drawing/2014/main" id="{126E2A9A-A807-8BF1-27F1-EA7501BFE68B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049664" y="2307830"/>
            <a:ext cx="2638912" cy="2638912"/>
          </a:xfrm>
          <a:custGeom>
            <a:avLst/>
            <a:gdLst>
              <a:gd name="connsiteX0" fmla="*/ 4563525 w 4563524"/>
              <a:gd name="connsiteY0" fmla="*/ 2281763 h 4563525"/>
              <a:gd name="connsiteX1" fmla="*/ 2281762 w 4563524"/>
              <a:gd name="connsiteY1" fmla="*/ 4563526 h 4563525"/>
              <a:gd name="connsiteX2" fmla="*/ 0 w 4563524"/>
              <a:gd name="connsiteY2" fmla="*/ 2281763 h 4563525"/>
              <a:gd name="connsiteX3" fmla="*/ 2281762 w 4563524"/>
              <a:gd name="connsiteY3" fmla="*/ 0 h 4563525"/>
              <a:gd name="connsiteX4" fmla="*/ 4563525 w 4563524"/>
              <a:gd name="connsiteY4" fmla="*/ 2281763 h 456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3524" h="4563525">
                <a:moveTo>
                  <a:pt x="4563525" y="2281763"/>
                </a:moveTo>
                <a:cubicBezTo>
                  <a:pt x="4563525" y="3541945"/>
                  <a:pt x="3541945" y="4563526"/>
                  <a:pt x="2281762" y="4563526"/>
                </a:cubicBezTo>
                <a:cubicBezTo>
                  <a:pt x="1021580" y="4563526"/>
                  <a:pt x="0" y="3541945"/>
                  <a:pt x="0" y="2281763"/>
                </a:cubicBezTo>
                <a:cubicBezTo>
                  <a:pt x="0" y="1021580"/>
                  <a:pt x="1021580" y="0"/>
                  <a:pt x="2281762" y="0"/>
                </a:cubicBezTo>
                <a:cubicBezTo>
                  <a:pt x="3541945" y="0"/>
                  <a:pt x="4563525" y="1021580"/>
                  <a:pt x="4563525" y="2281763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  <a:prstDash val="solid"/>
            <a:round/>
          </a:ln>
          <a:effectLst/>
        </p:spPr>
        <p:txBody>
          <a:bodyPr wrap="square" lIns="54000" tIns="0" rIns="5400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50" b="1">
              <a:solidFill>
                <a:schemeClr val="bg1"/>
              </a:solidFill>
            </a:endParaRPr>
          </a:p>
        </p:txBody>
      </p:sp>
      <p:sp>
        <p:nvSpPr>
          <p:cNvPr id="52" name="TextBox 51" descr="decorative: TextBox 41">
            <a:extLst>
              <a:ext uri="{FF2B5EF4-FFF2-40B4-BE49-F238E27FC236}">
                <a16:creationId xmlns:a16="http://schemas.microsoft.com/office/drawing/2014/main" id="{3F3266E8-4991-77C3-DDB2-0E9DDA39625F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190625" y="2774372"/>
            <a:ext cx="2295053" cy="16677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1650" b="1" dirty="0">
                <a:solidFill>
                  <a:srgbClr val="121314"/>
                </a:solidFill>
                <a:latin typeface="Avenir Next LT Pro"/>
              </a:rPr>
              <a:t>Commit to cadence</a:t>
            </a:r>
            <a:endParaRPr lang="en-IN" sz="1650" b="1" dirty="0">
              <a:solidFill>
                <a:srgbClr val="121314"/>
              </a:solidFill>
              <a:latin typeface="Avenir Next LT Pro"/>
            </a:endParaRPr>
          </a:p>
          <a:p>
            <a:pPr marL="285750" lvl="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IN" sz="1650" b="1" dirty="0">
                <a:solidFill>
                  <a:srgbClr val="121314"/>
                </a:solidFill>
                <a:latin typeface="Avenir Next LT Pro"/>
              </a:rPr>
              <a:t>Come</a:t>
            </a:r>
            <a:r>
              <a:rPr sz="1650" b="1" dirty="0">
                <a:solidFill>
                  <a:srgbClr val="121314"/>
                </a:solidFill>
                <a:latin typeface="Avenir Next LT Pro"/>
              </a:rPr>
              <a:t> prepared</a:t>
            </a:r>
            <a:endParaRPr lang="en-IN" sz="1650" b="1" dirty="0">
              <a:solidFill>
                <a:srgbClr val="121314"/>
              </a:solidFill>
              <a:latin typeface="Avenir Next LT Pro"/>
            </a:endParaRPr>
          </a:p>
          <a:p>
            <a:pPr marL="285750" lvl="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IN" sz="1650" b="1" dirty="0">
                <a:solidFill>
                  <a:srgbClr val="121314"/>
                </a:solidFill>
                <a:latin typeface="Avenir Next LT Pro"/>
              </a:rPr>
              <a:t>Respect</a:t>
            </a:r>
            <a:r>
              <a:rPr sz="1650" b="1" dirty="0">
                <a:solidFill>
                  <a:srgbClr val="121314"/>
                </a:solidFill>
                <a:latin typeface="Avenir Next LT Pro"/>
              </a:rPr>
              <a:t> decisions</a:t>
            </a:r>
            <a:endParaRPr lang="en-IN" sz="1650" b="1" dirty="0">
              <a:solidFill>
                <a:srgbClr val="121314"/>
              </a:solidFill>
              <a:latin typeface="Avenir Next LT Pro"/>
            </a:endParaRPr>
          </a:p>
          <a:p>
            <a:pPr marL="285750" lvl="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IN" sz="1650" b="1" dirty="0">
                <a:solidFill>
                  <a:srgbClr val="121314"/>
                </a:solidFill>
                <a:latin typeface="Avenir Next LT Pro"/>
              </a:rPr>
              <a:t>Raise</a:t>
            </a:r>
            <a:r>
              <a:rPr sz="1650" b="1" dirty="0">
                <a:solidFill>
                  <a:srgbClr val="121314"/>
                </a:solidFill>
                <a:latin typeface="Avenir Next LT Pro"/>
              </a:rPr>
              <a:t> challenges.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185276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6D424-6722-A9D4-BA1C-1A17B9D2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3819D643-6923-0298-92E2-5EE8879B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Next Steps</a:t>
            </a:r>
          </a:p>
        </p:txBody>
      </p:sp>
      <p:sp>
        <p:nvSpPr>
          <p:cNvPr id="3" name="Rectangle 2" descr="decorative: Rectangle 1">
            <a:extLst>
              <a:ext uri="{FF2B5EF4-FFF2-40B4-BE49-F238E27FC236}">
                <a16:creationId xmlns:a16="http://schemas.microsoft.com/office/drawing/2014/main" id="{CEAFFEB8-6074-BF97-2294-6C8C6961E68B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1162050" y="1843027"/>
            <a:ext cx="9144000" cy="567000"/>
          </a:xfrm>
          <a:prstGeom prst="rect">
            <a:avLst/>
          </a:prstGeom>
          <a:solidFill>
            <a:srgbClr val="F2F2F2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692">
              <a:solidFill>
                <a:schemeClr val="tx1"/>
              </a:solidFill>
            </a:endParaRPr>
          </a:p>
        </p:txBody>
      </p:sp>
      <p:sp>
        <p:nvSpPr>
          <p:cNvPr id="6" name="Arrow: Chevron 5" descr="decorative: Arrow: Chevron 35">
            <a:extLst>
              <a:ext uri="{FF2B5EF4-FFF2-40B4-BE49-F238E27FC236}">
                <a16:creationId xmlns:a16="http://schemas.microsoft.com/office/drawing/2014/main" id="{AACF5EB2-2A5E-2A1E-3D7B-CC27DC36A0E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5400000">
            <a:off x="2447667" y="2853883"/>
            <a:ext cx="95210" cy="228471"/>
          </a:xfrm>
          <a:prstGeom prst="chevron">
            <a:avLst>
              <a:gd name="adj" fmla="val 62500"/>
            </a:avLst>
          </a:prstGeom>
          <a:solidFill>
            <a:srgbClr val="FFB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Arrow: Chevron 8" descr="decorative: Arrow: Chevron 37">
            <a:extLst>
              <a:ext uri="{FF2B5EF4-FFF2-40B4-BE49-F238E27FC236}">
                <a16:creationId xmlns:a16="http://schemas.microsoft.com/office/drawing/2014/main" id="{3A4A3696-1C43-553A-853D-24BA4495DCB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rot="5400000">
            <a:off x="8925224" y="2853883"/>
            <a:ext cx="95210" cy="228471"/>
          </a:xfrm>
          <a:prstGeom prst="chevron">
            <a:avLst>
              <a:gd name="adj" fmla="val 62500"/>
            </a:avLst>
          </a:prstGeom>
          <a:solidFill>
            <a:srgbClr val="1213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Arrow: Chevron 9" descr="decorative: Arrow: Chevron 38">
            <a:extLst>
              <a:ext uri="{FF2B5EF4-FFF2-40B4-BE49-F238E27FC236}">
                <a16:creationId xmlns:a16="http://schemas.microsoft.com/office/drawing/2014/main" id="{5758105E-9729-5FE0-C3E3-CE226A6F17E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5400000">
            <a:off x="6766038" y="2853883"/>
            <a:ext cx="95210" cy="228471"/>
          </a:xfrm>
          <a:prstGeom prst="chevron">
            <a:avLst>
              <a:gd name="adj" fmla="val 62500"/>
            </a:avLst>
          </a:prstGeom>
          <a:solidFill>
            <a:srgbClr val="FFB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Arrow: Chevron 10" descr="decorative: Arrow: Chevron 39">
            <a:extLst>
              <a:ext uri="{FF2B5EF4-FFF2-40B4-BE49-F238E27FC236}">
                <a16:creationId xmlns:a16="http://schemas.microsoft.com/office/drawing/2014/main" id="{7D49B446-4AED-D414-AB6A-9AE81C67515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rot="5400000">
            <a:off x="4606852" y="2853883"/>
            <a:ext cx="95210" cy="228471"/>
          </a:xfrm>
          <a:prstGeom prst="chevron">
            <a:avLst>
              <a:gd name="adj" fmla="val 62500"/>
            </a:avLst>
          </a:prstGeom>
          <a:solidFill>
            <a:srgbClr val="1213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Freeform: Shape 11" descr="decorative: Freeform: Shape 22">
            <a:extLst>
              <a:ext uri="{FF2B5EF4-FFF2-40B4-BE49-F238E27FC236}">
                <a16:creationId xmlns:a16="http://schemas.microsoft.com/office/drawing/2014/main" id="{3402DDB6-00FB-50B2-F95B-94917492FE9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444227" y="3182007"/>
            <a:ext cx="2088000" cy="1815047"/>
          </a:xfrm>
          <a:custGeom>
            <a:avLst/>
            <a:gdLst>
              <a:gd name="connsiteX0" fmla="*/ 0 w 2657758"/>
              <a:gd name="connsiteY0" fmla="*/ 0 h 1358424"/>
              <a:gd name="connsiteX1" fmla="*/ 2657758 w 2657758"/>
              <a:gd name="connsiteY1" fmla="*/ 0 h 1358424"/>
              <a:gd name="connsiteX2" fmla="*/ 2657758 w 2657758"/>
              <a:gd name="connsiteY2" fmla="*/ 1358424 h 1358424"/>
              <a:gd name="connsiteX3" fmla="*/ 0 w 2657758"/>
              <a:gd name="connsiteY3" fmla="*/ 1358424 h 1358424"/>
              <a:gd name="connsiteX4" fmla="*/ 0 w 2657758"/>
              <a:gd name="connsiteY4" fmla="*/ 0 h 135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758" h="1358424">
                <a:moveTo>
                  <a:pt x="0" y="0"/>
                </a:moveTo>
                <a:lnTo>
                  <a:pt x="2657758" y="0"/>
                </a:lnTo>
                <a:lnTo>
                  <a:pt x="2657758" y="1358424"/>
                </a:lnTo>
                <a:lnTo>
                  <a:pt x="0" y="135842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sz="1650" dirty="0">
                <a:solidFill>
                  <a:srgbClr val="121314"/>
                </a:solidFill>
                <a:latin typeface="Avenir Next LT Pro"/>
              </a:rPr>
              <a:t>📅
</a:t>
            </a:r>
            <a:r>
              <a:rPr sz="1650" b="1" dirty="0">
                <a:solidFill>
                  <a:srgbClr val="121314"/>
                </a:solidFill>
                <a:latin typeface="Avenir Next LT Pro"/>
              </a:rPr>
              <a:t>First ARB session</a:t>
            </a:r>
            <a:endParaRPr lang="en-IN" sz="1650" b="1" dirty="0">
              <a:solidFill>
                <a:srgbClr val="121314"/>
              </a:solidFill>
              <a:latin typeface="Avenir Next LT Pro"/>
            </a:endParaRPr>
          </a:p>
          <a:p>
            <a:pPr lvl="0" algn="ctr"/>
            <a:r>
              <a:rPr sz="1650" dirty="0">
                <a:solidFill>
                  <a:srgbClr val="121314"/>
                </a:solidFill>
                <a:latin typeface="Avenir Next LT Pro"/>
              </a:rPr>
              <a:t>
Date TBC — mid/late June 2026</a:t>
            </a:r>
          </a:p>
        </p:txBody>
      </p:sp>
      <p:sp>
        <p:nvSpPr>
          <p:cNvPr id="13" name="Freeform: Shape 12" descr="decorative: Freeform: Shape 23">
            <a:extLst>
              <a:ext uri="{FF2B5EF4-FFF2-40B4-BE49-F238E27FC236}">
                <a16:creationId xmlns:a16="http://schemas.microsoft.com/office/drawing/2014/main" id="{5148D76E-A637-82C1-AEFD-26515FB9EC2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603413" y="3182007"/>
            <a:ext cx="2088000" cy="1815047"/>
          </a:xfrm>
          <a:custGeom>
            <a:avLst/>
            <a:gdLst>
              <a:gd name="connsiteX0" fmla="*/ 0 w 2657759"/>
              <a:gd name="connsiteY0" fmla="*/ 0 h 1358424"/>
              <a:gd name="connsiteX1" fmla="*/ 2657759 w 2657759"/>
              <a:gd name="connsiteY1" fmla="*/ 0 h 1358424"/>
              <a:gd name="connsiteX2" fmla="*/ 2657759 w 2657759"/>
              <a:gd name="connsiteY2" fmla="*/ 1358424 h 1358424"/>
              <a:gd name="connsiteX3" fmla="*/ 0 w 2657759"/>
              <a:gd name="connsiteY3" fmla="*/ 1358424 h 1358424"/>
              <a:gd name="connsiteX4" fmla="*/ 0 w 2657759"/>
              <a:gd name="connsiteY4" fmla="*/ 0 h 135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759" h="1358424">
                <a:moveTo>
                  <a:pt x="0" y="0"/>
                </a:moveTo>
                <a:lnTo>
                  <a:pt x="2657759" y="0"/>
                </a:lnTo>
                <a:lnTo>
                  <a:pt x="2657759" y="1358424"/>
                </a:lnTo>
                <a:lnTo>
                  <a:pt x="0" y="135842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sz="1650" dirty="0">
                <a:solidFill>
                  <a:srgbClr val="121314"/>
                </a:solidFill>
                <a:latin typeface="Avenir Next LT Pro"/>
              </a:rPr>
              <a:t>📄
</a:t>
            </a:r>
            <a:r>
              <a:rPr sz="1650" b="1" dirty="0">
                <a:solidFill>
                  <a:srgbClr val="121314"/>
                </a:solidFill>
                <a:latin typeface="Avenir Next LT Pro"/>
              </a:rPr>
              <a:t>Pre-reads to be circulated</a:t>
            </a:r>
            <a:endParaRPr lang="en-IN" sz="1650" b="1" dirty="0">
              <a:solidFill>
                <a:srgbClr val="121314"/>
              </a:solidFill>
              <a:latin typeface="Avenir Next LT Pro"/>
            </a:endParaRPr>
          </a:p>
          <a:p>
            <a:pPr lvl="0" algn="ctr"/>
            <a:r>
              <a:rPr sz="1650" dirty="0">
                <a:solidFill>
                  <a:srgbClr val="121314"/>
                </a:solidFill>
                <a:latin typeface="Avenir Next LT Pro"/>
              </a:rPr>
              <a:t>
ADR-018 (AI Assistant Governance) + ADR-005 (CI/CD Platform)</a:t>
            </a:r>
          </a:p>
        </p:txBody>
      </p:sp>
      <p:sp>
        <p:nvSpPr>
          <p:cNvPr id="14" name="Freeform: Shape 13" descr="decorative: Freeform: Shape 24">
            <a:extLst>
              <a:ext uri="{FF2B5EF4-FFF2-40B4-BE49-F238E27FC236}">
                <a16:creationId xmlns:a16="http://schemas.microsoft.com/office/drawing/2014/main" id="{FB3FF007-3D01-C185-E17E-5D458049269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762598" y="3182007"/>
            <a:ext cx="2088000" cy="1815047"/>
          </a:xfrm>
          <a:custGeom>
            <a:avLst/>
            <a:gdLst>
              <a:gd name="connsiteX0" fmla="*/ 0 w 2657758"/>
              <a:gd name="connsiteY0" fmla="*/ 0 h 1358424"/>
              <a:gd name="connsiteX1" fmla="*/ 2657758 w 2657758"/>
              <a:gd name="connsiteY1" fmla="*/ 0 h 1358424"/>
              <a:gd name="connsiteX2" fmla="*/ 2657758 w 2657758"/>
              <a:gd name="connsiteY2" fmla="*/ 1358424 h 1358424"/>
              <a:gd name="connsiteX3" fmla="*/ 0 w 2657758"/>
              <a:gd name="connsiteY3" fmla="*/ 1358424 h 1358424"/>
              <a:gd name="connsiteX4" fmla="*/ 0 w 2657758"/>
              <a:gd name="connsiteY4" fmla="*/ 0 h 135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758" h="1358424">
                <a:moveTo>
                  <a:pt x="0" y="0"/>
                </a:moveTo>
                <a:lnTo>
                  <a:pt x="2657758" y="0"/>
                </a:lnTo>
                <a:lnTo>
                  <a:pt x="2657758" y="1358424"/>
                </a:lnTo>
                <a:lnTo>
                  <a:pt x="0" y="135842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sz="1650" dirty="0">
                <a:solidFill>
                  <a:srgbClr val="121314"/>
                </a:solidFill>
                <a:latin typeface="Avenir Next LT Pro"/>
              </a:rPr>
              <a:t>🎥
</a:t>
            </a:r>
            <a:r>
              <a:rPr sz="1650" b="1" dirty="0">
                <a:solidFill>
                  <a:srgbClr val="121314"/>
                </a:solidFill>
                <a:latin typeface="Avenir Next LT Pro"/>
              </a:rPr>
              <a:t>Format</a:t>
            </a:r>
            <a:endParaRPr lang="en-IN" sz="1650" b="1" dirty="0">
              <a:solidFill>
                <a:srgbClr val="121314"/>
              </a:solidFill>
              <a:latin typeface="Avenir Next LT Pro"/>
            </a:endParaRPr>
          </a:p>
          <a:p>
            <a:pPr lvl="0" algn="ctr"/>
            <a:r>
              <a:rPr sz="1650" dirty="0">
                <a:solidFill>
                  <a:srgbClr val="121314"/>
                </a:solidFill>
                <a:latin typeface="Avenir Next LT Pro"/>
              </a:rPr>
              <a:t>
Microsoft Teams call — calendar invite to follow</a:t>
            </a:r>
          </a:p>
        </p:txBody>
      </p:sp>
      <p:sp>
        <p:nvSpPr>
          <p:cNvPr id="15" name="Freeform: Shape 14" descr="decorative: Freeform: Shape 25">
            <a:extLst>
              <a:ext uri="{FF2B5EF4-FFF2-40B4-BE49-F238E27FC236}">
                <a16:creationId xmlns:a16="http://schemas.microsoft.com/office/drawing/2014/main" id="{716C1C48-CADA-B897-61D6-BFECC9800139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7921785" y="3182007"/>
            <a:ext cx="2088000" cy="1815047"/>
          </a:xfrm>
          <a:custGeom>
            <a:avLst/>
            <a:gdLst>
              <a:gd name="connsiteX0" fmla="*/ 0 w 2657759"/>
              <a:gd name="connsiteY0" fmla="*/ 0 h 1358424"/>
              <a:gd name="connsiteX1" fmla="*/ 2657759 w 2657759"/>
              <a:gd name="connsiteY1" fmla="*/ 0 h 1358424"/>
              <a:gd name="connsiteX2" fmla="*/ 2657759 w 2657759"/>
              <a:gd name="connsiteY2" fmla="*/ 1358424 h 1358424"/>
              <a:gd name="connsiteX3" fmla="*/ 0 w 2657759"/>
              <a:gd name="connsiteY3" fmla="*/ 1358424 h 1358424"/>
              <a:gd name="connsiteX4" fmla="*/ 0 w 2657759"/>
              <a:gd name="connsiteY4" fmla="*/ 0 h 135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759" h="1358424">
                <a:moveTo>
                  <a:pt x="0" y="0"/>
                </a:moveTo>
                <a:lnTo>
                  <a:pt x="2657759" y="0"/>
                </a:lnTo>
                <a:lnTo>
                  <a:pt x="2657759" y="1358424"/>
                </a:lnTo>
                <a:lnTo>
                  <a:pt x="0" y="135842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sz="1650" dirty="0">
                <a:solidFill>
                  <a:srgbClr val="121314"/>
                </a:solidFill>
                <a:latin typeface="Avenir Next LT Pro"/>
              </a:rPr>
              <a:t>✉
</a:t>
            </a:r>
            <a:r>
              <a:rPr sz="1650" b="1" dirty="0">
                <a:solidFill>
                  <a:srgbClr val="121314"/>
                </a:solidFill>
                <a:latin typeface="Avenir Next LT Pro"/>
              </a:rPr>
              <a:t>Questions?</a:t>
            </a:r>
            <a:endParaRPr lang="en-IN" sz="1650" b="1" dirty="0">
              <a:solidFill>
                <a:srgbClr val="121314"/>
              </a:solidFill>
              <a:latin typeface="Avenir Next LT Pro"/>
            </a:endParaRPr>
          </a:p>
          <a:p>
            <a:pPr lvl="0" algn="ctr"/>
            <a:r>
              <a:rPr sz="1650" dirty="0">
                <a:solidFill>
                  <a:srgbClr val="121314"/>
                </a:solidFill>
                <a:latin typeface="Avenir Next LT Pro"/>
              </a:rPr>
              <a:t>
</a:t>
            </a:r>
            <a:r>
              <a:rPr sz="1650" dirty="0">
                <a:solidFill>
                  <a:srgbClr val="121314"/>
                </a:solidFill>
                <a:latin typeface="Avenir Next LT Pro"/>
                <a:hlinkClick r:id="rId36"/>
              </a:rPr>
              <a:t>simon.armstrong@xceedance.com</a:t>
            </a:r>
            <a:r>
              <a:rPr lang="en-IN" sz="1650" dirty="0">
                <a:solidFill>
                  <a:srgbClr val="121314"/>
                </a:solidFill>
                <a:latin typeface="Avenir Next LT Pro"/>
              </a:rPr>
              <a:t> </a:t>
            </a:r>
            <a:endParaRPr sz="1650" dirty="0">
              <a:solidFill>
                <a:srgbClr val="121314"/>
              </a:solidFill>
              <a:latin typeface="Avenir Next LT Pro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4F20F2-93A9-BC09-C697-CBA823D38064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2064350" y="1741447"/>
            <a:ext cx="861842" cy="1022309"/>
            <a:chOff x="935319" y="1801228"/>
            <a:chExt cx="1149122" cy="1363079"/>
          </a:xfrm>
        </p:grpSpPr>
        <p:sp>
          <p:nvSpPr>
            <p:cNvPr id="17" name="Freeform 6" descr="decorative: Freeform 6">
              <a:extLst>
                <a:ext uri="{FF2B5EF4-FFF2-40B4-BE49-F238E27FC236}">
                  <a16:creationId xmlns:a16="http://schemas.microsoft.com/office/drawing/2014/main" id="{B1FAD66B-4054-7AD0-6D26-BE405AF0746C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auto">
            <a:xfrm>
              <a:off x="1049218" y="1801228"/>
              <a:ext cx="230004" cy="141746"/>
            </a:xfrm>
            <a:custGeom>
              <a:avLst/>
              <a:gdLst>
                <a:gd name="T0" fmla="*/ 512 w 512"/>
                <a:gd name="T1" fmla="*/ 318 h 318"/>
                <a:gd name="T2" fmla="*/ 512 w 512"/>
                <a:gd name="T3" fmla="*/ 316 h 318"/>
                <a:gd name="T4" fmla="*/ 512 w 512"/>
                <a:gd name="T5" fmla="*/ 316 h 318"/>
                <a:gd name="T6" fmla="*/ 510 w 512"/>
                <a:gd name="T7" fmla="*/ 290 h 318"/>
                <a:gd name="T8" fmla="*/ 506 w 512"/>
                <a:gd name="T9" fmla="*/ 262 h 318"/>
                <a:gd name="T10" fmla="*/ 500 w 512"/>
                <a:gd name="T11" fmla="*/ 234 h 318"/>
                <a:gd name="T12" fmla="*/ 492 w 512"/>
                <a:gd name="T13" fmla="*/ 206 h 318"/>
                <a:gd name="T14" fmla="*/ 480 w 512"/>
                <a:gd name="T15" fmla="*/ 180 h 318"/>
                <a:gd name="T16" fmla="*/ 468 w 512"/>
                <a:gd name="T17" fmla="*/ 154 h 318"/>
                <a:gd name="T18" fmla="*/ 454 w 512"/>
                <a:gd name="T19" fmla="*/ 128 h 318"/>
                <a:gd name="T20" fmla="*/ 436 w 512"/>
                <a:gd name="T21" fmla="*/ 104 h 318"/>
                <a:gd name="T22" fmla="*/ 418 w 512"/>
                <a:gd name="T23" fmla="*/ 82 h 318"/>
                <a:gd name="T24" fmla="*/ 398 w 512"/>
                <a:gd name="T25" fmla="*/ 62 h 318"/>
                <a:gd name="T26" fmla="*/ 378 w 512"/>
                <a:gd name="T27" fmla="*/ 44 h 318"/>
                <a:gd name="T28" fmla="*/ 356 w 512"/>
                <a:gd name="T29" fmla="*/ 28 h 318"/>
                <a:gd name="T30" fmla="*/ 332 w 512"/>
                <a:gd name="T31" fmla="*/ 16 h 318"/>
                <a:gd name="T32" fmla="*/ 308 w 512"/>
                <a:gd name="T33" fmla="*/ 8 h 318"/>
                <a:gd name="T34" fmla="*/ 282 w 512"/>
                <a:gd name="T35" fmla="*/ 2 h 318"/>
                <a:gd name="T36" fmla="*/ 256 w 512"/>
                <a:gd name="T37" fmla="*/ 0 h 318"/>
                <a:gd name="T38" fmla="*/ 256 w 512"/>
                <a:gd name="T39" fmla="*/ 0 h 318"/>
                <a:gd name="T40" fmla="*/ 230 w 512"/>
                <a:gd name="T41" fmla="*/ 2 h 318"/>
                <a:gd name="T42" fmla="*/ 204 w 512"/>
                <a:gd name="T43" fmla="*/ 8 h 318"/>
                <a:gd name="T44" fmla="*/ 180 w 512"/>
                <a:gd name="T45" fmla="*/ 16 h 318"/>
                <a:gd name="T46" fmla="*/ 156 w 512"/>
                <a:gd name="T47" fmla="*/ 28 h 318"/>
                <a:gd name="T48" fmla="*/ 134 w 512"/>
                <a:gd name="T49" fmla="*/ 44 h 318"/>
                <a:gd name="T50" fmla="*/ 114 w 512"/>
                <a:gd name="T51" fmla="*/ 62 h 318"/>
                <a:gd name="T52" fmla="*/ 94 w 512"/>
                <a:gd name="T53" fmla="*/ 82 h 318"/>
                <a:gd name="T54" fmla="*/ 76 w 512"/>
                <a:gd name="T55" fmla="*/ 104 h 318"/>
                <a:gd name="T56" fmla="*/ 60 w 512"/>
                <a:gd name="T57" fmla="*/ 128 h 318"/>
                <a:gd name="T58" fmla="*/ 44 w 512"/>
                <a:gd name="T59" fmla="*/ 154 h 318"/>
                <a:gd name="T60" fmla="*/ 32 w 512"/>
                <a:gd name="T61" fmla="*/ 180 h 318"/>
                <a:gd name="T62" fmla="*/ 20 w 512"/>
                <a:gd name="T63" fmla="*/ 206 h 318"/>
                <a:gd name="T64" fmla="*/ 12 w 512"/>
                <a:gd name="T65" fmla="*/ 234 h 318"/>
                <a:gd name="T66" fmla="*/ 6 w 512"/>
                <a:gd name="T67" fmla="*/ 262 h 318"/>
                <a:gd name="T68" fmla="*/ 2 w 512"/>
                <a:gd name="T69" fmla="*/ 290 h 318"/>
                <a:gd name="T70" fmla="*/ 0 w 512"/>
                <a:gd name="T71" fmla="*/ 316 h 318"/>
                <a:gd name="T72" fmla="*/ 0 w 512"/>
                <a:gd name="T73" fmla="*/ 318 h 318"/>
                <a:gd name="T74" fmla="*/ 512 w 512"/>
                <a:gd name="T7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2" h="318">
                  <a:moveTo>
                    <a:pt x="512" y="318"/>
                  </a:moveTo>
                  <a:lnTo>
                    <a:pt x="512" y="316"/>
                  </a:lnTo>
                  <a:lnTo>
                    <a:pt x="512" y="316"/>
                  </a:lnTo>
                  <a:lnTo>
                    <a:pt x="510" y="290"/>
                  </a:lnTo>
                  <a:lnTo>
                    <a:pt x="506" y="262"/>
                  </a:lnTo>
                  <a:lnTo>
                    <a:pt x="500" y="234"/>
                  </a:lnTo>
                  <a:lnTo>
                    <a:pt x="492" y="206"/>
                  </a:lnTo>
                  <a:lnTo>
                    <a:pt x="480" y="180"/>
                  </a:lnTo>
                  <a:lnTo>
                    <a:pt x="468" y="154"/>
                  </a:lnTo>
                  <a:lnTo>
                    <a:pt x="454" y="128"/>
                  </a:lnTo>
                  <a:lnTo>
                    <a:pt x="436" y="104"/>
                  </a:lnTo>
                  <a:lnTo>
                    <a:pt x="418" y="82"/>
                  </a:lnTo>
                  <a:lnTo>
                    <a:pt x="398" y="62"/>
                  </a:lnTo>
                  <a:lnTo>
                    <a:pt x="378" y="44"/>
                  </a:lnTo>
                  <a:lnTo>
                    <a:pt x="356" y="28"/>
                  </a:lnTo>
                  <a:lnTo>
                    <a:pt x="332" y="16"/>
                  </a:lnTo>
                  <a:lnTo>
                    <a:pt x="308" y="8"/>
                  </a:lnTo>
                  <a:lnTo>
                    <a:pt x="282" y="2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230" y="2"/>
                  </a:lnTo>
                  <a:lnTo>
                    <a:pt x="204" y="8"/>
                  </a:lnTo>
                  <a:lnTo>
                    <a:pt x="180" y="16"/>
                  </a:lnTo>
                  <a:lnTo>
                    <a:pt x="156" y="28"/>
                  </a:lnTo>
                  <a:lnTo>
                    <a:pt x="134" y="44"/>
                  </a:lnTo>
                  <a:lnTo>
                    <a:pt x="114" y="62"/>
                  </a:lnTo>
                  <a:lnTo>
                    <a:pt x="94" y="82"/>
                  </a:lnTo>
                  <a:lnTo>
                    <a:pt x="76" y="104"/>
                  </a:lnTo>
                  <a:lnTo>
                    <a:pt x="60" y="128"/>
                  </a:lnTo>
                  <a:lnTo>
                    <a:pt x="44" y="154"/>
                  </a:lnTo>
                  <a:lnTo>
                    <a:pt x="32" y="180"/>
                  </a:lnTo>
                  <a:lnTo>
                    <a:pt x="20" y="206"/>
                  </a:lnTo>
                  <a:lnTo>
                    <a:pt x="12" y="234"/>
                  </a:lnTo>
                  <a:lnTo>
                    <a:pt x="6" y="262"/>
                  </a:lnTo>
                  <a:lnTo>
                    <a:pt x="2" y="290"/>
                  </a:lnTo>
                  <a:lnTo>
                    <a:pt x="0" y="316"/>
                  </a:lnTo>
                  <a:lnTo>
                    <a:pt x="0" y="318"/>
                  </a:lnTo>
                  <a:lnTo>
                    <a:pt x="512" y="318"/>
                  </a:lnTo>
                  <a:close/>
                </a:path>
              </a:pathLst>
            </a:custGeom>
            <a:solidFill>
              <a:srgbClr val="FFB500">
                <a:alpha val="69804"/>
              </a:srgbClr>
            </a:solidFill>
            <a:ln>
              <a:noFill/>
            </a:ln>
            <a:effectLst/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2700">
                <a:solidFill>
                  <a:schemeClr val="accent1"/>
                </a:solidFill>
              </a:endParaRPr>
            </a:p>
          </p:txBody>
        </p:sp>
        <p:sp>
          <p:nvSpPr>
            <p:cNvPr id="18" name="Freeform 7" descr="decorative: Freeform 7">
              <a:extLst>
                <a:ext uri="{FF2B5EF4-FFF2-40B4-BE49-F238E27FC236}">
                  <a16:creationId xmlns:a16="http://schemas.microsoft.com/office/drawing/2014/main" id="{6822693D-7E5B-6C2D-48DC-91F2D6F0A31E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auto">
            <a:xfrm>
              <a:off x="1741432" y="1801228"/>
              <a:ext cx="229108" cy="141746"/>
            </a:xfrm>
            <a:custGeom>
              <a:avLst/>
              <a:gdLst>
                <a:gd name="T0" fmla="*/ 0 w 510"/>
                <a:gd name="T1" fmla="*/ 318 h 318"/>
                <a:gd name="T2" fmla="*/ 0 w 510"/>
                <a:gd name="T3" fmla="*/ 316 h 318"/>
                <a:gd name="T4" fmla="*/ 0 w 510"/>
                <a:gd name="T5" fmla="*/ 316 h 318"/>
                <a:gd name="T6" fmla="*/ 2 w 510"/>
                <a:gd name="T7" fmla="*/ 290 h 318"/>
                <a:gd name="T8" fmla="*/ 6 w 510"/>
                <a:gd name="T9" fmla="*/ 262 h 318"/>
                <a:gd name="T10" fmla="*/ 12 w 510"/>
                <a:gd name="T11" fmla="*/ 234 h 318"/>
                <a:gd name="T12" fmla="*/ 20 w 510"/>
                <a:gd name="T13" fmla="*/ 206 h 318"/>
                <a:gd name="T14" fmla="*/ 30 w 510"/>
                <a:gd name="T15" fmla="*/ 180 h 318"/>
                <a:gd name="T16" fmla="*/ 44 w 510"/>
                <a:gd name="T17" fmla="*/ 154 h 318"/>
                <a:gd name="T18" fmla="*/ 58 w 510"/>
                <a:gd name="T19" fmla="*/ 128 h 318"/>
                <a:gd name="T20" fmla="*/ 74 w 510"/>
                <a:gd name="T21" fmla="*/ 104 h 318"/>
                <a:gd name="T22" fmla="*/ 92 w 510"/>
                <a:gd name="T23" fmla="*/ 82 h 318"/>
                <a:gd name="T24" fmla="*/ 112 w 510"/>
                <a:gd name="T25" fmla="*/ 62 h 318"/>
                <a:gd name="T26" fmla="*/ 134 w 510"/>
                <a:gd name="T27" fmla="*/ 44 h 318"/>
                <a:gd name="T28" fmla="*/ 156 w 510"/>
                <a:gd name="T29" fmla="*/ 28 h 318"/>
                <a:gd name="T30" fmla="*/ 180 w 510"/>
                <a:gd name="T31" fmla="*/ 16 h 318"/>
                <a:gd name="T32" fmla="*/ 204 w 510"/>
                <a:gd name="T33" fmla="*/ 8 h 318"/>
                <a:gd name="T34" fmla="*/ 230 w 510"/>
                <a:gd name="T35" fmla="*/ 2 h 318"/>
                <a:gd name="T36" fmla="*/ 256 w 510"/>
                <a:gd name="T37" fmla="*/ 0 h 318"/>
                <a:gd name="T38" fmla="*/ 256 w 510"/>
                <a:gd name="T39" fmla="*/ 0 h 318"/>
                <a:gd name="T40" fmla="*/ 282 w 510"/>
                <a:gd name="T41" fmla="*/ 2 h 318"/>
                <a:gd name="T42" fmla="*/ 306 w 510"/>
                <a:gd name="T43" fmla="*/ 8 h 318"/>
                <a:gd name="T44" fmla="*/ 332 w 510"/>
                <a:gd name="T45" fmla="*/ 16 h 318"/>
                <a:gd name="T46" fmla="*/ 354 w 510"/>
                <a:gd name="T47" fmla="*/ 28 h 318"/>
                <a:gd name="T48" fmla="*/ 376 w 510"/>
                <a:gd name="T49" fmla="*/ 44 h 318"/>
                <a:gd name="T50" fmla="*/ 398 w 510"/>
                <a:gd name="T51" fmla="*/ 62 h 318"/>
                <a:gd name="T52" fmla="*/ 418 w 510"/>
                <a:gd name="T53" fmla="*/ 82 h 318"/>
                <a:gd name="T54" fmla="*/ 436 w 510"/>
                <a:gd name="T55" fmla="*/ 104 h 318"/>
                <a:gd name="T56" fmla="*/ 452 w 510"/>
                <a:gd name="T57" fmla="*/ 128 h 318"/>
                <a:gd name="T58" fmla="*/ 466 w 510"/>
                <a:gd name="T59" fmla="*/ 154 h 318"/>
                <a:gd name="T60" fmla="*/ 480 w 510"/>
                <a:gd name="T61" fmla="*/ 180 h 318"/>
                <a:gd name="T62" fmla="*/ 490 w 510"/>
                <a:gd name="T63" fmla="*/ 206 h 318"/>
                <a:gd name="T64" fmla="*/ 500 w 510"/>
                <a:gd name="T65" fmla="*/ 234 h 318"/>
                <a:gd name="T66" fmla="*/ 506 w 510"/>
                <a:gd name="T67" fmla="*/ 262 h 318"/>
                <a:gd name="T68" fmla="*/ 510 w 510"/>
                <a:gd name="T69" fmla="*/ 290 h 318"/>
                <a:gd name="T70" fmla="*/ 510 w 510"/>
                <a:gd name="T71" fmla="*/ 316 h 318"/>
                <a:gd name="T72" fmla="*/ 510 w 510"/>
                <a:gd name="T73" fmla="*/ 318 h 318"/>
                <a:gd name="T74" fmla="*/ 0 w 510"/>
                <a:gd name="T7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0" h="318">
                  <a:moveTo>
                    <a:pt x="0" y="318"/>
                  </a:moveTo>
                  <a:lnTo>
                    <a:pt x="0" y="316"/>
                  </a:lnTo>
                  <a:lnTo>
                    <a:pt x="0" y="316"/>
                  </a:lnTo>
                  <a:lnTo>
                    <a:pt x="2" y="290"/>
                  </a:lnTo>
                  <a:lnTo>
                    <a:pt x="6" y="262"/>
                  </a:lnTo>
                  <a:lnTo>
                    <a:pt x="12" y="234"/>
                  </a:lnTo>
                  <a:lnTo>
                    <a:pt x="20" y="206"/>
                  </a:lnTo>
                  <a:lnTo>
                    <a:pt x="30" y="180"/>
                  </a:lnTo>
                  <a:lnTo>
                    <a:pt x="44" y="154"/>
                  </a:lnTo>
                  <a:lnTo>
                    <a:pt x="58" y="128"/>
                  </a:lnTo>
                  <a:lnTo>
                    <a:pt x="74" y="104"/>
                  </a:lnTo>
                  <a:lnTo>
                    <a:pt x="92" y="82"/>
                  </a:lnTo>
                  <a:lnTo>
                    <a:pt x="112" y="62"/>
                  </a:lnTo>
                  <a:lnTo>
                    <a:pt x="134" y="44"/>
                  </a:lnTo>
                  <a:lnTo>
                    <a:pt x="156" y="28"/>
                  </a:lnTo>
                  <a:lnTo>
                    <a:pt x="180" y="16"/>
                  </a:lnTo>
                  <a:lnTo>
                    <a:pt x="204" y="8"/>
                  </a:lnTo>
                  <a:lnTo>
                    <a:pt x="230" y="2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282" y="2"/>
                  </a:lnTo>
                  <a:lnTo>
                    <a:pt x="306" y="8"/>
                  </a:lnTo>
                  <a:lnTo>
                    <a:pt x="332" y="16"/>
                  </a:lnTo>
                  <a:lnTo>
                    <a:pt x="354" y="28"/>
                  </a:lnTo>
                  <a:lnTo>
                    <a:pt x="376" y="44"/>
                  </a:lnTo>
                  <a:lnTo>
                    <a:pt x="398" y="62"/>
                  </a:lnTo>
                  <a:lnTo>
                    <a:pt x="418" y="82"/>
                  </a:lnTo>
                  <a:lnTo>
                    <a:pt x="436" y="104"/>
                  </a:lnTo>
                  <a:lnTo>
                    <a:pt x="452" y="128"/>
                  </a:lnTo>
                  <a:lnTo>
                    <a:pt x="466" y="154"/>
                  </a:lnTo>
                  <a:lnTo>
                    <a:pt x="480" y="180"/>
                  </a:lnTo>
                  <a:lnTo>
                    <a:pt x="490" y="206"/>
                  </a:lnTo>
                  <a:lnTo>
                    <a:pt x="500" y="234"/>
                  </a:lnTo>
                  <a:lnTo>
                    <a:pt x="506" y="262"/>
                  </a:lnTo>
                  <a:lnTo>
                    <a:pt x="510" y="290"/>
                  </a:lnTo>
                  <a:lnTo>
                    <a:pt x="510" y="316"/>
                  </a:lnTo>
                  <a:lnTo>
                    <a:pt x="510" y="318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rgbClr val="FFB500">
                <a:alpha val="69804"/>
              </a:srgbClr>
            </a:solidFill>
            <a:ln>
              <a:noFill/>
            </a:ln>
            <a:effectLst/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2700">
                <a:solidFill>
                  <a:schemeClr val="accent1"/>
                </a:solidFill>
              </a:endParaRPr>
            </a:p>
          </p:txBody>
        </p:sp>
        <p:sp>
          <p:nvSpPr>
            <p:cNvPr id="19" name="Freeform 11" descr="decorative: Freeform 11">
              <a:extLst>
                <a:ext uri="{FF2B5EF4-FFF2-40B4-BE49-F238E27FC236}">
                  <a16:creationId xmlns:a16="http://schemas.microsoft.com/office/drawing/2014/main" id="{66512990-9485-31CB-08A1-93040A5A2C65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auto">
            <a:xfrm>
              <a:off x="935319" y="1801229"/>
              <a:ext cx="1149122" cy="1363078"/>
            </a:xfrm>
            <a:custGeom>
              <a:avLst/>
              <a:gdLst>
                <a:gd name="T0" fmla="*/ 2092 w 2578"/>
                <a:gd name="T1" fmla="*/ 756 h 3058"/>
                <a:gd name="T2" fmla="*/ 1912 w 2578"/>
                <a:gd name="T3" fmla="*/ 612 h 3058"/>
                <a:gd name="T4" fmla="*/ 1854 w 2578"/>
                <a:gd name="T5" fmla="*/ 554 h 3058"/>
                <a:gd name="T6" fmla="*/ 1822 w 2578"/>
                <a:gd name="T7" fmla="*/ 484 h 3058"/>
                <a:gd name="T8" fmla="*/ 1810 w 2578"/>
                <a:gd name="T9" fmla="*/ 374 h 3058"/>
                <a:gd name="T10" fmla="*/ 1808 w 2578"/>
                <a:gd name="T11" fmla="*/ 316 h 3058"/>
                <a:gd name="T12" fmla="*/ 1820 w 2578"/>
                <a:gd name="T13" fmla="*/ 234 h 3058"/>
                <a:gd name="T14" fmla="*/ 1852 w 2578"/>
                <a:gd name="T15" fmla="*/ 154 h 3058"/>
                <a:gd name="T16" fmla="*/ 1900 w 2578"/>
                <a:gd name="T17" fmla="*/ 82 h 3058"/>
                <a:gd name="T18" fmla="*/ 1964 w 2578"/>
                <a:gd name="T19" fmla="*/ 28 h 3058"/>
                <a:gd name="T20" fmla="*/ 2038 w 2578"/>
                <a:gd name="T21" fmla="*/ 2 h 3058"/>
                <a:gd name="T22" fmla="*/ 1926 w 2578"/>
                <a:gd name="T23" fmla="*/ 0 h 3058"/>
                <a:gd name="T24" fmla="*/ 1648 w 2578"/>
                <a:gd name="T25" fmla="*/ 12 h 3058"/>
                <a:gd name="T26" fmla="*/ 1402 w 2578"/>
                <a:gd name="T27" fmla="*/ 26 h 3058"/>
                <a:gd name="T28" fmla="*/ 1288 w 2578"/>
                <a:gd name="T29" fmla="*/ 26 h 3058"/>
                <a:gd name="T30" fmla="*/ 1084 w 2578"/>
                <a:gd name="T31" fmla="*/ 22 h 3058"/>
                <a:gd name="T32" fmla="*/ 850 w 2578"/>
                <a:gd name="T33" fmla="*/ 8 h 3058"/>
                <a:gd name="T34" fmla="*/ 514 w 2578"/>
                <a:gd name="T35" fmla="*/ 0 h 3058"/>
                <a:gd name="T36" fmla="*/ 566 w 2578"/>
                <a:gd name="T37" fmla="*/ 8 h 3058"/>
                <a:gd name="T38" fmla="*/ 636 w 2578"/>
                <a:gd name="T39" fmla="*/ 44 h 3058"/>
                <a:gd name="T40" fmla="*/ 694 w 2578"/>
                <a:gd name="T41" fmla="*/ 104 h 3058"/>
                <a:gd name="T42" fmla="*/ 738 w 2578"/>
                <a:gd name="T43" fmla="*/ 180 h 3058"/>
                <a:gd name="T44" fmla="*/ 764 w 2578"/>
                <a:gd name="T45" fmla="*/ 262 h 3058"/>
                <a:gd name="T46" fmla="*/ 770 w 2578"/>
                <a:gd name="T47" fmla="*/ 324 h 3058"/>
                <a:gd name="T48" fmla="*/ 766 w 2578"/>
                <a:gd name="T49" fmla="*/ 416 h 3058"/>
                <a:gd name="T50" fmla="*/ 746 w 2578"/>
                <a:gd name="T51" fmla="*/ 510 h 3058"/>
                <a:gd name="T52" fmla="*/ 708 w 2578"/>
                <a:gd name="T53" fmla="*/ 572 h 3058"/>
                <a:gd name="T54" fmla="*/ 606 w 2578"/>
                <a:gd name="T55" fmla="*/ 658 h 3058"/>
                <a:gd name="T56" fmla="*/ 436 w 2578"/>
                <a:gd name="T57" fmla="*/ 802 h 3058"/>
                <a:gd name="T58" fmla="*/ 386 w 2578"/>
                <a:gd name="T59" fmla="*/ 848 h 3058"/>
                <a:gd name="T60" fmla="*/ 254 w 2578"/>
                <a:gd name="T61" fmla="*/ 1000 h 3058"/>
                <a:gd name="T62" fmla="*/ 148 w 2578"/>
                <a:gd name="T63" fmla="*/ 1170 h 3058"/>
                <a:gd name="T64" fmla="*/ 68 w 2578"/>
                <a:gd name="T65" fmla="*/ 1356 h 3058"/>
                <a:gd name="T66" fmla="*/ 18 w 2578"/>
                <a:gd name="T67" fmla="*/ 1556 h 3058"/>
                <a:gd name="T68" fmla="*/ 0 w 2578"/>
                <a:gd name="T69" fmla="*/ 1768 h 3058"/>
                <a:gd name="T70" fmla="*/ 6 w 2578"/>
                <a:gd name="T71" fmla="*/ 1900 h 3058"/>
                <a:gd name="T72" fmla="*/ 40 w 2578"/>
                <a:gd name="T73" fmla="*/ 2090 h 3058"/>
                <a:gd name="T74" fmla="*/ 102 w 2578"/>
                <a:gd name="T75" fmla="*/ 2270 h 3058"/>
                <a:gd name="T76" fmla="*/ 186 w 2578"/>
                <a:gd name="T77" fmla="*/ 2436 h 3058"/>
                <a:gd name="T78" fmla="*/ 294 w 2578"/>
                <a:gd name="T79" fmla="*/ 2588 h 3058"/>
                <a:gd name="T80" fmla="*/ 422 w 2578"/>
                <a:gd name="T81" fmla="*/ 2722 h 3058"/>
                <a:gd name="T82" fmla="*/ 568 w 2578"/>
                <a:gd name="T83" fmla="*/ 2836 h 3058"/>
                <a:gd name="T84" fmla="*/ 730 w 2578"/>
                <a:gd name="T85" fmla="*/ 2930 h 3058"/>
                <a:gd name="T86" fmla="*/ 906 w 2578"/>
                <a:gd name="T87" fmla="*/ 3000 h 3058"/>
                <a:gd name="T88" fmla="*/ 1092 w 2578"/>
                <a:gd name="T89" fmla="*/ 3042 h 3058"/>
                <a:gd name="T90" fmla="*/ 1288 w 2578"/>
                <a:gd name="T91" fmla="*/ 3058 h 3058"/>
                <a:gd name="T92" fmla="*/ 1420 w 2578"/>
                <a:gd name="T93" fmla="*/ 3050 h 3058"/>
                <a:gd name="T94" fmla="*/ 1610 w 2578"/>
                <a:gd name="T95" fmla="*/ 3016 h 3058"/>
                <a:gd name="T96" fmla="*/ 1790 w 2578"/>
                <a:gd name="T97" fmla="*/ 2956 h 3058"/>
                <a:gd name="T98" fmla="*/ 1956 w 2578"/>
                <a:gd name="T99" fmla="*/ 2870 h 3058"/>
                <a:gd name="T100" fmla="*/ 2108 w 2578"/>
                <a:gd name="T101" fmla="*/ 2762 h 3058"/>
                <a:gd name="T102" fmla="*/ 2242 w 2578"/>
                <a:gd name="T103" fmla="*/ 2634 h 3058"/>
                <a:gd name="T104" fmla="*/ 2358 w 2578"/>
                <a:gd name="T105" fmla="*/ 2488 h 3058"/>
                <a:gd name="T106" fmla="*/ 2450 w 2578"/>
                <a:gd name="T107" fmla="*/ 2328 h 3058"/>
                <a:gd name="T108" fmla="*/ 2520 w 2578"/>
                <a:gd name="T109" fmla="*/ 2152 h 3058"/>
                <a:gd name="T110" fmla="*/ 2562 w 2578"/>
                <a:gd name="T111" fmla="*/ 1964 h 3058"/>
                <a:gd name="T112" fmla="*/ 2578 w 2578"/>
                <a:gd name="T113" fmla="*/ 1768 h 3058"/>
                <a:gd name="T114" fmla="*/ 2570 w 2578"/>
                <a:gd name="T115" fmla="*/ 1626 h 3058"/>
                <a:gd name="T116" fmla="*/ 2530 w 2578"/>
                <a:gd name="T117" fmla="*/ 1422 h 3058"/>
                <a:gd name="T118" fmla="*/ 2460 w 2578"/>
                <a:gd name="T119" fmla="*/ 1230 h 3058"/>
                <a:gd name="T120" fmla="*/ 2362 w 2578"/>
                <a:gd name="T121" fmla="*/ 1054 h 3058"/>
                <a:gd name="T122" fmla="*/ 2238 w 2578"/>
                <a:gd name="T123" fmla="*/ 896 h 3058"/>
                <a:gd name="T124" fmla="*/ 2142 w 2578"/>
                <a:gd name="T125" fmla="*/ 80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78" h="3058">
                  <a:moveTo>
                    <a:pt x="2142" y="802"/>
                  </a:moveTo>
                  <a:lnTo>
                    <a:pt x="2142" y="802"/>
                  </a:lnTo>
                  <a:lnTo>
                    <a:pt x="2092" y="756"/>
                  </a:lnTo>
                  <a:lnTo>
                    <a:pt x="2046" y="718"/>
                  </a:lnTo>
                  <a:lnTo>
                    <a:pt x="1970" y="658"/>
                  </a:lnTo>
                  <a:lnTo>
                    <a:pt x="1912" y="612"/>
                  </a:lnTo>
                  <a:lnTo>
                    <a:pt x="1890" y="592"/>
                  </a:lnTo>
                  <a:lnTo>
                    <a:pt x="1870" y="572"/>
                  </a:lnTo>
                  <a:lnTo>
                    <a:pt x="1854" y="554"/>
                  </a:lnTo>
                  <a:lnTo>
                    <a:pt x="1842" y="532"/>
                  </a:lnTo>
                  <a:lnTo>
                    <a:pt x="1830" y="510"/>
                  </a:lnTo>
                  <a:lnTo>
                    <a:pt x="1822" y="484"/>
                  </a:lnTo>
                  <a:lnTo>
                    <a:pt x="1816" y="452"/>
                  </a:lnTo>
                  <a:lnTo>
                    <a:pt x="1812" y="416"/>
                  </a:lnTo>
                  <a:lnTo>
                    <a:pt x="1810" y="374"/>
                  </a:lnTo>
                  <a:lnTo>
                    <a:pt x="1808" y="324"/>
                  </a:lnTo>
                  <a:lnTo>
                    <a:pt x="1808" y="316"/>
                  </a:lnTo>
                  <a:lnTo>
                    <a:pt x="1808" y="316"/>
                  </a:lnTo>
                  <a:lnTo>
                    <a:pt x="1810" y="290"/>
                  </a:lnTo>
                  <a:lnTo>
                    <a:pt x="1814" y="262"/>
                  </a:lnTo>
                  <a:lnTo>
                    <a:pt x="1820" y="234"/>
                  </a:lnTo>
                  <a:lnTo>
                    <a:pt x="1828" y="206"/>
                  </a:lnTo>
                  <a:lnTo>
                    <a:pt x="1838" y="180"/>
                  </a:lnTo>
                  <a:lnTo>
                    <a:pt x="1852" y="154"/>
                  </a:lnTo>
                  <a:lnTo>
                    <a:pt x="1866" y="128"/>
                  </a:lnTo>
                  <a:lnTo>
                    <a:pt x="1882" y="104"/>
                  </a:lnTo>
                  <a:lnTo>
                    <a:pt x="1900" y="82"/>
                  </a:lnTo>
                  <a:lnTo>
                    <a:pt x="1920" y="62"/>
                  </a:lnTo>
                  <a:lnTo>
                    <a:pt x="1942" y="44"/>
                  </a:lnTo>
                  <a:lnTo>
                    <a:pt x="1964" y="28"/>
                  </a:lnTo>
                  <a:lnTo>
                    <a:pt x="1988" y="16"/>
                  </a:lnTo>
                  <a:lnTo>
                    <a:pt x="2012" y="8"/>
                  </a:lnTo>
                  <a:lnTo>
                    <a:pt x="2038" y="2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1926" y="0"/>
                  </a:lnTo>
                  <a:lnTo>
                    <a:pt x="1818" y="4"/>
                  </a:lnTo>
                  <a:lnTo>
                    <a:pt x="1728" y="8"/>
                  </a:lnTo>
                  <a:lnTo>
                    <a:pt x="1648" y="12"/>
                  </a:lnTo>
                  <a:lnTo>
                    <a:pt x="1574" y="18"/>
                  </a:lnTo>
                  <a:lnTo>
                    <a:pt x="1494" y="22"/>
                  </a:lnTo>
                  <a:lnTo>
                    <a:pt x="1402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176" y="26"/>
                  </a:lnTo>
                  <a:lnTo>
                    <a:pt x="1084" y="22"/>
                  </a:lnTo>
                  <a:lnTo>
                    <a:pt x="1004" y="18"/>
                  </a:lnTo>
                  <a:lnTo>
                    <a:pt x="928" y="12"/>
                  </a:lnTo>
                  <a:lnTo>
                    <a:pt x="850" y="8"/>
                  </a:lnTo>
                  <a:lnTo>
                    <a:pt x="760" y="4"/>
                  </a:lnTo>
                  <a:lnTo>
                    <a:pt x="650" y="0"/>
                  </a:lnTo>
                  <a:lnTo>
                    <a:pt x="514" y="0"/>
                  </a:lnTo>
                  <a:lnTo>
                    <a:pt x="514" y="0"/>
                  </a:lnTo>
                  <a:lnTo>
                    <a:pt x="540" y="2"/>
                  </a:lnTo>
                  <a:lnTo>
                    <a:pt x="566" y="8"/>
                  </a:lnTo>
                  <a:lnTo>
                    <a:pt x="590" y="16"/>
                  </a:lnTo>
                  <a:lnTo>
                    <a:pt x="614" y="28"/>
                  </a:lnTo>
                  <a:lnTo>
                    <a:pt x="636" y="44"/>
                  </a:lnTo>
                  <a:lnTo>
                    <a:pt x="656" y="62"/>
                  </a:lnTo>
                  <a:lnTo>
                    <a:pt x="676" y="82"/>
                  </a:lnTo>
                  <a:lnTo>
                    <a:pt x="694" y="104"/>
                  </a:lnTo>
                  <a:lnTo>
                    <a:pt x="712" y="128"/>
                  </a:lnTo>
                  <a:lnTo>
                    <a:pt x="726" y="154"/>
                  </a:lnTo>
                  <a:lnTo>
                    <a:pt x="738" y="180"/>
                  </a:lnTo>
                  <a:lnTo>
                    <a:pt x="750" y="206"/>
                  </a:lnTo>
                  <a:lnTo>
                    <a:pt x="758" y="234"/>
                  </a:lnTo>
                  <a:lnTo>
                    <a:pt x="764" y="262"/>
                  </a:lnTo>
                  <a:lnTo>
                    <a:pt x="768" y="290"/>
                  </a:lnTo>
                  <a:lnTo>
                    <a:pt x="770" y="316"/>
                  </a:lnTo>
                  <a:lnTo>
                    <a:pt x="770" y="324"/>
                  </a:lnTo>
                  <a:lnTo>
                    <a:pt x="770" y="324"/>
                  </a:lnTo>
                  <a:lnTo>
                    <a:pt x="768" y="374"/>
                  </a:lnTo>
                  <a:lnTo>
                    <a:pt x="766" y="416"/>
                  </a:lnTo>
                  <a:lnTo>
                    <a:pt x="760" y="452"/>
                  </a:lnTo>
                  <a:lnTo>
                    <a:pt x="754" y="484"/>
                  </a:lnTo>
                  <a:lnTo>
                    <a:pt x="746" y="510"/>
                  </a:lnTo>
                  <a:lnTo>
                    <a:pt x="736" y="532"/>
                  </a:lnTo>
                  <a:lnTo>
                    <a:pt x="724" y="554"/>
                  </a:lnTo>
                  <a:lnTo>
                    <a:pt x="708" y="572"/>
                  </a:lnTo>
                  <a:lnTo>
                    <a:pt x="688" y="592"/>
                  </a:lnTo>
                  <a:lnTo>
                    <a:pt x="664" y="612"/>
                  </a:lnTo>
                  <a:lnTo>
                    <a:pt x="606" y="658"/>
                  </a:lnTo>
                  <a:lnTo>
                    <a:pt x="532" y="718"/>
                  </a:lnTo>
                  <a:lnTo>
                    <a:pt x="486" y="756"/>
                  </a:lnTo>
                  <a:lnTo>
                    <a:pt x="436" y="802"/>
                  </a:lnTo>
                  <a:lnTo>
                    <a:pt x="436" y="802"/>
                  </a:lnTo>
                  <a:lnTo>
                    <a:pt x="436" y="802"/>
                  </a:lnTo>
                  <a:lnTo>
                    <a:pt x="386" y="848"/>
                  </a:lnTo>
                  <a:lnTo>
                    <a:pt x="340" y="896"/>
                  </a:lnTo>
                  <a:lnTo>
                    <a:pt x="296" y="946"/>
                  </a:lnTo>
                  <a:lnTo>
                    <a:pt x="254" y="1000"/>
                  </a:lnTo>
                  <a:lnTo>
                    <a:pt x="216" y="1054"/>
                  </a:lnTo>
                  <a:lnTo>
                    <a:pt x="180" y="1110"/>
                  </a:lnTo>
                  <a:lnTo>
                    <a:pt x="148" y="1170"/>
                  </a:lnTo>
                  <a:lnTo>
                    <a:pt x="118" y="1230"/>
                  </a:lnTo>
                  <a:lnTo>
                    <a:pt x="90" y="1292"/>
                  </a:lnTo>
                  <a:lnTo>
                    <a:pt x="68" y="1356"/>
                  </a:lnTo>
                  <a:lnTo>
                    <a:pt x="48" y="1422"/>
                  </a:lnTo>
                  <a:lnTo>
                    <a:pt x="30" y="1488"/>
                  </a:lnTo>
                  <a:lnTo>
                    <a:pt x="18" y="1556"/>
                  </a:lnTo>
                  <a:lnTo>
                    <a:pt x="8" y="1626"/>
                  </a:lnTo>
                  <a:lnTo>
                    <a:pt x="2" y="1696"/>
                  </a:lnTo>
                  <a:lnTo>
                    <a:pt x="0" y="1768"/>
                  </a:lnTo>
                  <a:lnTo>
                    <a:pt x="0" y="1768"/>
                  </a:lnTo>
                  <a:lnTo>
                    <a:pt x="2" y="1834"/>
                  </a:lnTo>
                  <a:lnTo>
                    <a:pt x="6" y="1900"/>
                  </a:lnTo>
                  <a:lnTo>
                    <a:pt x="14" y="1964"/>
                  </a:lnTo>
                  <a:lnTo>
                    <a:pt x="26" y="2028"/>
                  </a:lnTo>
                  <a:lnTo>
                    <a:pt x="40" y="2090"/>
                  </a:lnTo>
                  <a:lnTo>
                    <a:pt x="58" y="2152"/>
                  </a:lnTo>
                  <a:lnTo>
                    <a:pt x="78" y="2212"/>
                  </a:lnTo>
                  <a:lnTo>
                    <a:pt x="102" y="2270"/>
                  </a:lnTo>
                  <a:lnTo>
                    <a:pt x="128" y="2328"/>
                  </a:lnTo>
                  <a:lnTo>
                    <a:pt x="156" y="2382"/>
                  </a:lnTo>
                  <a:lnTo>
                    <a:pt x="186" y="2436"/>
                  </a:lnTo>
                  <a:lnTo>
                    <a:pt x="220" y="2488"/>
                  </a:lnTo>
                  <a:lnTo>
                    <a:pt x="256" y="2540"/>
                  </a:lnTo>
                  <a:lnTo>
                    <a:pt x="294" y="2588"/>
                  </a:lnTo>
                  <a:lnTo>
                    <a:pt x="334" y="2634"/>
                  </a:lnTo>
                  <a:lnTo>
                    <a:pt x="378" y="2680"/>
                  </a:lnTo>
                  <a:lnTo>
                    <a:pt x="422" y="2722"/>
                  </a:lnTo>
                  <a:lnTo>
                    <a:pt x="470" y="2762"/>
                  </a:lnTo>
                  <a:lnTo>
                    <a:pt x="518" y="2802"/>
                  </a:lnTo>
                  <a:lnTo>
                    <a:pt x="568" y="2836"/>
                  </a:lnTo>
                  <a:lnTo>
                    <a:pt x="620" y="2870"/>
                  </a:lnTo>
                  <a:lnTo>
                    <a:pt x="674" y="2902"/>
                  </a:lnTo>
                  <a:lnTo>
                    <a:pt x="730" y="2930"/>
                  </a:lnTo>
                  <a:lnTo>
                    <a:pt x="788" y="2956"/>
                  </a:lnTo>
                  <a:lnTo>
                    <a:pt x="846" y="2978"/>
                  </a:lnTo>
                  <a:lnTo>
                    <a:pt x="906" y="3000"/>
                  </a:lnTo>
                  <a:lnTo>
                    <a:pt x="966" y="3016"/>
                  </a:lnTo>
                  <a:lnTo>
                    <a:pt x="1030" y="3030"/>
                  </a:lnTo>
                  <a:lnTo>
                    <a:pt x="1092" y="3042"/>
                  </a:lnTo>
                  <a:lnTo>
                    <a:pt x="1156" y="3050"/>
                  </a:lnTo>
                  <a:lnTo>
                    <a:pt x="1222" y="3056"/>
                  </a:lnTo>
                  <a:lnTo>
                    <a:pt x="1288" y="3058"/>
                  </a:lnTo>
                  <a:lnTo>
                    <a:pt x="1288" y="3058"/>
                  </a:lnTo>
                  <a:lnTo>
                    <a:pt x="1356" y="3056"/>
                  </a:lnTo>
                  <a:lnTo>
                    <a:pt x="1420" y="3050"/>
                  </a:lnTo>
                  <a:lnTo>
                    <a:pt x="1484" y="3042"/>
                  </a:lnTo>
                  <a:lnTo>
                    <a:pt x="1548" y="3030"/>
                  </a:lnTo>
                  <a:lnTo>
                    <a:pt x="1610" y="3016"/>
                  </a:lnTo>
                  <a:lnTo>
                    <a:pt x="1672" y="3000"/>
                  </a:lnTo>
                  <a:lnTo>
                    <a:pt x="1732" y="2978"/>
                  </a:lnTo>
                  <a:lnTo>
                    <a:pt x="1790" y="2956"/>
                  </a:lnTo>
                  <a:lnTo>
                    <a:pt x="1848" y="2930"/>
                  </a:lnTo>
                  <a:lnTo>
                    <a:pt x="1902" y="2902"/>
                  </a:lnTo>
                  <a:lnTo>
                    <a:pt x="1956" y="2870"/>
                  </a:lnTo>
                  <a:lnTo>
                    <a:pt x="2010" y="2836"/>
                  </a:lnTo>
                  <a:lnTo>
                    <a:pt x="2060" y="2802"/>
                  </a:lnTo>
                  <a:lnTo>
                    <a:pt x="2108" y="2762"/>
                  </a:lnTo>
                  <a:lnTo>
                    <a:pt x="2156" y="2722"/>
                  </a:lnTo>
                  <a:lnTo>
                    <a:pt x="2200" y="2680"/>
                  </a:lnTo>
                  <a:lnTo>
                    <a:pt x="2242" y="2634"/>
                  </a:lnTo>
                  <a:lnTo>
                    <a:pt x="2284" y="2588"/>
                  </a:lnTo>
                  <a:lnTo>
                    <a:pt x="2322" y="2540"/>
                  </a:lnTo>
                  <a:lnTo>
                    <a:pt x="2358" y="2488"/>
                  </a:lnTo>
                  <a:lnTo>
                    <a:pt x="2390" y="2436"/>
                  </a:lnTo>
                  <a:lnTo>
                    <a:pt x="2422" y="2382"/>
                  </a:lnTo>
                  <a:lnTo>
                    <a:pt x="2450" y="2328"/>
                  </a:lnTo>
                  <a:lnTo>
                    <a:pt x="2476" y="2270"/>
                  </a:lnTo>
                  <a:lnTo>
                    <a:pt x="2500" y="2212"/>
                  </a:lnTo>
                  <a:lnTo>
                    <a:pt x="2520" y="2152"/>
                  </a:lnTo>
                  <a:lnTo>
                    <a:pt x="2536" y="2090"/>
                  </a:lnTo>
                  <a:lnTo>
                    <a:pt x="2552" y="2028"/>
                  </a:lnTo>
                  <a:lnTo>
                    <a:pt x="2562" y="1964"/>
                  </a:lnTo>
                  <a:lnTo>
                    <a:pt x="2570" y="1900"/>
                  </a:lnTo>
                  <a:lnTo>
                    <a:pt x="2576" y="1834"/>
                  </a:lnTo>
                  <a:lnTo>
                    <a:pt x="2578" y="1768"/>
                  </a:lnTo>
                  <a:lnTo>
                    <a:pt x="2578" y="1768"/>
                  </a:lnTo>
                  <a:lnTo>
                    <a:pt x="2576" y="1696"/>
                  </a:lnTo>
                  <a:lnTo>
                    <a:pt x="2570" y="1626"/>
                  </a:lnTo>
                  <a:lnTo>
                    <a:pt x="2560" y="1556"/>
                  </a:lnTo>
                  <a:lnTo>
                    <a:pt x="2546" y="1488"/>
                  </a:lnTo>
                  <a:lnTo>
                    <a:pt x="2530" y="1422"/>
                  </a:lnTo>
                  <a:lnTo>
                    <a:pt x="2510" y="1356"/>
                  </a:lnTo>
                  <a:lnTo>
                    <a:pt x="2486" y="1292"/>
                  </a:lnTo>
                  <a:lnTo>
                    <a:pt x="2460" y="1230"/>
                  </a:lnTo>
                  <a:lnTo>
                    <a:pt x="2430" y="1170"/>
                  </a:lnTo>
                  <a:lnTo>
                    <a:pt x="2396" y="1110"/>
                  </a:lnTo>
                  <a:lnTo>
                    <a:pt x="2362" y="1054"/>
                  </a:lnTo>
                  <a:lnTo>
                    <a:pt x="2322" y="1000"/>
                  </a:lnTo>
                  <a:lnTo>
                    <a:pt x="2282" y="946"/>
                  </a:lnTo>
                  <a:lnTo>
                    <a:pt x="2238" y="896"/>
                  </a:lnTo>
                  <a:lnTo>
                    <a:pt x="2190" y="848"/>
                  </a:lnTo>
                  <a:lnTo>
                    <a:pt x="2142" y="802"/>
                  </a:lnTo>
                  <a:lnTo>
                    <a:pt x="2142" y="802"/>
                  </a:lnTo>
                  <a:close/>
                </a:path>
              </a:pathLst>
            </a:custGeom>
            <a:solidFill>
              <a:srgbClr val="FFB500"/>
            </a:solidFill>
            <a:ln>
              <a:noFill/>
            </a:ln>
            <a:effectLst/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2700">
                <a:solidFill>
                  <a:schemeClr val="accent1"/>
                </a:solidFill>
              </a:endParaRPr>
            </a:p>
          </p:txBody>
        </p:sp>
        <p:sp>
          <p:nvSpPr>
            <p:cNvPr id="20" name="Oval 19" descr="decorative: Oval 27">
              <a:extLst>
                <a:ext uri="{FF2B5EF4-FFF2-40B4-BE49-F238E27FC236}">
                  <a16:creationId xmlns:a16="http://schemas.microsoft.com/office/drawing/2014/main" id="{0E21333B-F053-A169-F03B-548EF6227334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ltGray">
            <a:xfrm>
              <a:off x="998369" y="2084616"/>
              <a:ext cx="1023021" cy="1023020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endParaRPr lang="en-GB" sz="2700">
                <a:solidFill>
                  <a:schemeClr val="accent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D929258-A88F-1BD6-4344-DEAF8F06B7C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4223536" y="1741447"/>
            <a:ext cx="861842" cy="1022309"/>
            <a:chOff x="3228379" y="1801228"/>
            <a:chExt cx="1149122" cy="1363079"/>
          </a:xfrm>
        </p:grpSpPr>
        <p:sp>
          <p:nvSpPr>
            <p:cNvPr id="22" name="Freeform 6" descr="decorative: Freeform 6">
              <a:extLst>
                <a:ext uri="{FF2B5EF4-FFF2-40B4-BE49-F238E27FC236}">
                  <a16:creationId xmlns:a16="http://schemas.microsoft.com/office/drawing/2014/main" id="{EECF92DA-1DBC-C76B-FCB3-376E257DCAD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auto">
            <a:xfrm>
              <a:off x="3342278" y="1801228"/>
              <a:ext cx="230004" cy="141746"/>
            </a:xfrm>
            <a:custGeom>
              <a:avLst/>
              <a:gdLst>
                <a:gd name="T0" fmla="*/ 512 w 512"/>
                <a:gd name="T1" fmla="*/ 318 h 318"/>
                <a:gd name="T2" fmla="*/ 512 w 512"/>
                <a:gd name="T3" fmla="*/ 316 h 318"/>
                <a:gd name="T4" fmla="*/ 512 w 512"/>
                <a:gd name="T5" fmla="*/ 316 h 318"/>
                <a:gd name="T6" fmla="*/ 510 w 512"/>
                <a:gd name="T7" fmla="*/ 290 h 318"/>
                <a:gd name="T8" fmla="*/ 506 w 512"/>
                <a:gd name="T9" fmla="*/ 262 h 318"/>
                <a:gd name="T10" fmla="*/ 500 w 512"/>
                <a:gd name="T11" fmla="*/ 234 h 318"/>
                <a:gd name="T12" fmla="*/ 492 w 512"/>
                <a:gd name="T13" fmla="*/ 206 h 318"/>
                <a:gd name="T14" fmla="*/ 480 w 512"/>
                <a:gd name="T15" fmla="*/ 180 h 318"/>
                <a:gd name="T16" fmla="*/ 468 w 512"/>
                <a:gd name="T17" fmla="*/ 154 h 318"/>
                <a:gd name="T18" fmla="*/ 454 w 512"/>
                <a:gd name="T19" fmla="*/ 128 h 318"/>
                <a:gd name="T20" fmla="*/ 436 w 512"/>
                <a:gd name="T21" fmla="*/ 104 h 318"/>
                <a:gd name="T22" fmla="*/ 418 w 512"/>
                <a:gd name="T23" fmla="*/ 82 h 318"/>
                <a:gd name="T24" fmla="*/ 398 w 512"/>
                <a:gd name="T25" fmla="*/ 62 h 318"/>
                <a:gd name="T26" fmla="*/ 378 w 512"/>
                <a:gd name="T27" fmla="*/ 44 h 318"/>
                <a:gd name="T28" fmla="*/ 356 w 512"/>
                <a:gd name="T29" fmla="*/ 28 h 318"/>
                <a:gd name="T30" fmla="*/ 332 w 512"/>
                <a:gd name="T31" fmla="*/ 16 h 318"/>
                <a:gd name="T32" fmla="*/ 308 w 512"/>
                <a:gd name="T33" fmla="*/ 8 h 318"/>
                <a:gd name="T34" fmla="*/ 282 w 512"/>
                <a:gd name="T35" fmla="*/ 2 h 318"/>
                <a:gd name="T36" fmla="*/ 256 w 512"/>
                <a:gd name="T37" fmla="*/ 0 h 318"/>
                <a:gd name="T38" fmla="*/ 256 w 512"/>
                <a:gd name="T39" fmla="*/ 0 h 318"/>
                <a:gd name="T40" fmla="*/ 230 w 512"/>
                <a:gd name="T41" fmla="*/ 2 h 318"/>
                <a:gd name="T42" fmla="*/ 204 w 512"/>
                <a:gd name="T43" fmla="*/ 8 h 318"/>
                <a:gd name="T44" fmla="*/ 180 w 512"/>
                <a:gd name="T45" fmla="*/ 16 h 318"/>
                <a:gd name="T46" fmla="*/ 156 w 512"/>
                <a:gd name="T47" fmla="*/ 28 h 318"/>
                <a:gd name="T48" fmla="*/ 134 w 512"/>
                <a:gd name="T49" fmla="*/ 44 h 318"/>
                <a:gd name="T50" fmla="*/ 114 w 512"/>
                <a:gd name="T51" fmla="*/ 62 h 318"/>
                <a:gd name="T52" fmla="*/ 94 w 512"/>
                <a:gd name="T53" fmla="*/ 82 h 318"/>
                <a:gd name="T54" fmla="*/ 76 w 512"/>
                <a:gd name="T55" fmla="*/ 104 h 318"/>
                <a:gd name="T56" fmla="*/ 60 w 512"/>
                <a:gd name="T57" fmla="*/ 128 h 318"/>
                <a:gd name="T58" fmla="*/ 44 w 512"/>
                <a:gd name="T59" fmla="*/ 154 h 318"/>
                <a:gd name="T60" fmla="*/ 32 w 512"/>
                <a:gd name="T61" fmla="*/ 180 h 318"/>
                <a:gd name="T62" fmla="*/ 20 w 512"/>
                <a:gd name="T63" fmla="*/ 206 h 318"/>
                <a:gd name="T64" fmla="*/ 12 w 512"/>
                <a:gd name="T65" fmla="*/ 234 h 318"/>
                <a:gd name="T66" fmla="*/ 6 w 512"/>
                <a:gd name="T67" fmla="*/ 262 h 318"/>
                <a:gd name="T68" fmla="*/ 2 w 512"/>
                <a:gd name="T69" fmla="*/ 290 h 318"/>
                <a:gd name="T70" fmla="*/ 0 w 512"/>
                <a:gd name="T71" fmla="*/ 316 h 318"/>
                <a:gd name="T72" fmla="*/ 0 w 512"/>
                <a:gd name="T73" fmla="*/ 318 h 318"/>
                <a:gd name="T74" fmla="*/ 512 w 512"/>
                <a:gd name="T7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2" h="318">
                  <a:moveTo>
                    <a:pt x="512" y="318"/>
                  </a:moveTo>
                  <a:lnTo>
                    <a:pt x="512" y="316"/>
                  </a:lnTo>
                  <a:lnTo>
                    <a:pt x="512" y="316"/>
                  </a:lnTo>
                  <a:lnTo>
                    <a:pt x="510" y="290"/>
                  </a:lnTo>
                  <a:lnTo>
                    <a:pt x="506" y="262"/>
                  </a:lnTo>
                  <a:lnTo>
                    <a:pt x="500" y="234"/>
                  </a:lnTo>
                  <a:lnTo>
                    <a:pt x="492" y="206"/>
                  </a:lnTo>
                  <a:lnTo>
                    <a:pt x="480" y="180"/>
                  </a:lnTo>
                  <a:lnTo>
                    <a:pt x="468" y="154"/>
                  </a:lnTo>
                  <a:lnTo>
                    <a:pt x="454" y="128"/>
                  </a:lnTo>
                  <a:lnTo>
                    <a:pt x="436" y="104"/>
                  </a:lnTo>
                  <a:lnTo>
                    <a:pt x="418" y="82"/>
                  </a:lnTo>
                  <a:lnTo>
                    <a:pt x="398" y="62"/>
                  </a:lnTo>
                  <a:lnTo>
                    <a:pt x="378" y="44"/>
                  </a:lnTo>
                  <a:lnTo>
                    <a:pt x="356" y="28"/>
                  </a:lnTo>
                  <a:lnTo>
                    <a:pt x="332" y="16"/>
                  </a:lnTo>
                  <a:lnTo>
                    <a:pt x="308" y="8"/>
                  </a:lnTo>
                  <a:lnTo>
                    <a:pt x="282" y="2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230" y="2"/>
                  </a:lnTo>
                  <a:lnTo>
                    <a:pt x="204" y="8"/>
                  </a:lnTo>
                  <a:lnTo>
                    <a:pt x="180" y="16"/>
                  </a:lnTo>
                  <a:lnTo>
                    <a:pt x="156" y="28"/>
                  </a:lnTo>
                  <a:lnTo>
                    <a:pt x="134" y="44"/>
                  </a:lnTo>
                  <a:lnTo>
                    <a:pt x="114" y="62"/>
                  </a:lnTo>
                  <a:lnTo>
                    <a:pt x="94" y="82"/>
                  </a:lnTo>
                  <a:lnTo>
                    <a:pt x="76" y="104"/>
                  </a:lnTo>
                  <a:lnTo>
                    <a:pt x="60" y="128"/>
                  </a:lnTo>
                  <a:lnTo>
                    <a:pt x="44" y="154"/>
                  </a:lnTo>
                  <a:lnTo>
                    <a:pt x="32" y="180"/>
                  </a:lnTo>
                  <a:lnTo>
                    <a:pt x="20" y="206"/>
                  </a:lnTo>
                  <a:lnTo>
                    <a:pt x="12" y="234"/>
                  </a:lnTo>
                  <a:lnTo>
                    <a:pt x="6" y="262"/>
                  </a:lnTo>
                  <a:lnTo>
                    <a:pt x="2" y="290"/>
                  </a:lnTo>
                  <a:lnTo>
                    <a:pt x="0" y="316"/>
                  </a:lnTo>
                  <a:lnTo>
                    <a:pt x="0" y="318"/>
                  </a:lnTo>
                  <a:lnTo>
                    <a:pt x="512" y="318"/>
                  </a:lnTo>
                  <a:close/>
                </a:path>
              </a:pathLst>
            </a:custGeom>
            <a:solidFill>
              <a:srgbClr val="121314">
                <a:alpha val="69804"/>
              </a:srgbClr>
            </a:solidFill>
            <a:ln>
              <a:noFill/>
            </a:ln>
            <a:effectLst/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27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3" name="Freeform 7" descr="decorative: Freeform 7">
              <a:extLst>
                <a:ext uri="{FF2B5EF4-FFF2-40B4-BE49-F238E27FC236}">
                  <a16:creationId xmlns:a16="http://schemas.microsoft.com/office/drawing/2014/main" id="{498FC688-9341-7224-6BF7-B698E464BE68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auto">
            <a:xfrm>
              <a:off x="4034492" y="1801228"/>
              <a:ext cx="229108" cy="141746"/>
            </a:xfrm>
            <a:custGeom>
              <a:avLst/>
              <a:gdLst>
                <a:gd name="T0" fmla="*/ 0 w 510"/>
                <a:gd name="T1" fmla="*/ 318 h 318"/>
                <a:gd name="T2" fmla="*/ 0 w 510"/>
                <a:gd name="T3" fmla="*/ 316 h 318"/>
                <a:gd name="T4" fmla="*/ 0 w 510"/>
                <a:gd name="T5" fmla="*/ 316 h 318"/>
                <a:gd name="T6" fmla="*/ 2 w 510"/>
                <a:gd name="T7" fmla="*/ 290 h 318"/>
                <a:gd name="T8" fmla="*/ 6 w 510"/>
                <a:gd name="T9" fmla="*/ 262 h 318"/>
                <a:gd name="T10" fmla="*/ 12 w 510"/>
                <a:gd name="T11" fmla="*/ 234 h 318"/>
                <a:gd name="T12" fmla="*/ 20 w 510"/>
                <a:gd name="T13" fmla="*/ 206 h 318"/>
                <a:gd name="T14" fmla="*/ 30 w 510"/>
                <a:gd name="T15" fmla="*/ 180 h 318"/>
                <a:gd name="T16" fmla="*/ 44 w 510"/>
                <a:gd name="T17" fmla="*/ 154 h 318"/>
                <a:gd name="T18" fmla="*/ 58 w 510"/>
                <a:gd name="T19" fmla="*/ 128 h 318"/>
                <a:gd name="T20" fmla="*/ 74 w 510"/>
                <a:gd name="T21" fmla="*/ 104 h 318"/>
                <a:gd name="T22" fmla="*/ 92 w 510"/>
                <a:gd name="T23" fmla="*/ 82 h 318"/>
                <a:gd name="T24" fmla="*/ 112 w 510"/>
                <a:gd name="T25" fmla="*/ 62 h 318"/>
                <a:gd name="T26" fmla="*/ 134 w 510"/>
                <a:gd name="T27" fmla="*/ 44 h 318"/>
                <a:gd name="T28" fmla="*/ 156 w 510"/>
                <a:gd name="T29" fmla="*/ 28 h 318"/>
                <a:gd name="T30" fmla="*/ 180 w 510"/>
                <a:gd name="T31" fmla="*/ 16 h 318"/>
                <a:gd name="T32" fmla="*/ 204 w 510"/>
                <a:gd name="T33" fmla="*/ 8 h 318"/>
                <a:gd name="T34" fmla="*/ 230 w 510"/>
                <a:gd name="T35" fmla="*/ 2 h 318"/>
                <a:gd name="T36" fmla="*/ 256 w 510"/>
                <a:gd name="T37" fmla="*/ 0 h 318"/>
                <a:gd name="T38" fmla="*/ 256 w 510"/>
                <a:gd name="T39" fmla="*/ 0 h 318"/>
                <a:gd name="T40" fmla="*/ 282 w 510"/>
                <a:gd name="T41" fmla="*/ 2 h 318"/>
                <a:gd name="T42" fmla="*/ 306 w 510"/>
                <a:gd name="T43" fmla="*/ 8 h 318"/>
                <a:gd name="T44" fmla="*/ 332 w 510"/>
                <a:gd name="T45" fmla="*/ 16 h 318"/>
                <a:gd name="T46" fmla="*/ 354 w 510"/>
                <a:gd name="T47" fmla="*/ 28 h 318"/>
                <a:gd name="T48" fmla="*/ 376 w 510"/>
                <a:gd name="T49" fmla="*/ 44 h 318"/>
                <a:gd name="T50" fmla="*/ 398 w 510"/>
                <a:gd name="T51" fmla="*/ 62 h 318"/>
                <a:gd name="T52" fmla="*/ 418 w 510"/>
                <a:gd name="T53" fmla="*/ 82 h 318"/>
                <a:gd name="T54" fmla="*/ 436 w 510"/>
                <a:gd name="T55" fmla="*/ 104 h 318"/>
                <a:gd name="T56" fmla="*/ 452 w 510"/>
                <a:gd name="T57" fmla="*/ 128 h 318"/>
                <a:gd name="T58" fmla="*/ 466 w 510"/>
                <a:gd name="T59" fmla="*/ 154 h 318"/>
                <a:gd name="T60" fmla="*/ 480 w 510"/>
                <a:gd name="T61" fmla="*/ 180 h 318"/>
                <a:gd name="T62" fmla="*/ 490 w 510"/>
                <a:gd name="T63" fmla="*/ 206 h 318"/>
                <a:gd name="T64" fmla="*/ 500 w 510"/>
                <a:gd name="T65" fmla="*/ 234 h 318"/>
                <a:gd name="T66" fmla="*/ 506 w 510"/>
                <a:gd name="T67" fmla="*/ 262 h 318"/>
                <a:gd name="T68" fmla="*/ 510 w 510"/>
                <a:gd name="T69" fmla="*/ 290 h 318"/>
                <a:gd name="T70" fmla="*/ 510 w 510"/>
                <a:gd name="T71" fmla="*/ 316 h 318"/>
                <a:gd name="T72" fmla="*/ 510 w 510"/>
                <a:gd name="T73" fmla="*/ 318 h 318"/>
                <a:gd name="T74" fmla="*/ 0 w 510"/>
                <a:gd name="T7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0" h="318">
                  <a:moveTo>
                    <a:pt x="0" y="318"/>
                  </a:moveTo>
                  <a:lnTo>
                    <a:pt x="0" y="316"/>
                  </a:lnTo>
                  <a:lnTo>
                    <a:pt x="0" y="316"/>
                  </a:lnTo>
                  <a:lnTo>
                    <a:pt x="2" y="290"/>
                  </a:lnTo>
                  <a:lnTo>
                    <a:pt x="6" y="262"/>
                  </a:lnTo>
                  <a:lnTo>
                    <a:pt x="12" y="234"/>
                  </a:lnTo>
                  <a:lnTo>
                    <a:pt x="20" y="206"/>
                  </a:lnTo>
                  <a:lnTo>
                    <a:pt x="30" y="180"/>
                  </a:lnTo>
                  <a:lnTo>
                    <a:pt x="44" y="154"/>
                  </a:lnTo>
                  <a:lnTo>
                    <a:pt x="58" y="128"/>
                  </a:lnTo>
                  <a:lnTo>
                    <a:pt x="74" y="104"/>
                  </a:lnTo>
                  <a:lnTo>
                    <a:pt x="92" y="82"/>
                  </a:lnTo>
                  <a:lnTo>
                    <a:pt x="112" y="62"/>
                  </a:lnTo>
                  <a:lnTo>
                    <a:pt x="134" y="44"/>
                  </a:lnTo>
                  <a:lnTo>
                    <a:pt x="156" y="28"/>
                  </a:lnTo>
                  <a:lnTo>
                    <a:pt x="180" y="16"/>
                  </a:lnTo>
                  <a:lnTo>
                    <a:pt x="204" y="8"/>
                  </a:lnTo>
                  <a:lnTo>
                    <a:pt x="230" y="2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282" y="2"/>
                  </a:lnTo>
                  <a:lnTo>
                    <a:pt x="306" y="8"/>
                  </a:lnTo>
                  <a:lnTo>
                    <a:pt x="332" y="16"/>
                  </a:lnTo>
                  <a:lnTo>
                    <a:pt x="354" y="28"/>
                  </a:lnTo>
                  <a:lnTo>
                    <a:pt x="376" y="44"/>
                  </a:lnTo>
                  <a:lnTo>
                    <a:pt x="398" y="62"/>
                  </a:lnTo>
                  <a:lnTo>
                    <a:pt x="418" y="82"/>
                  </a:lnTo>
                  <a:lnTo>
                    <a:pt x="436" y="104"/>
                  </a:lnTo>
                  <a:lnTo>
                    <a:pt x="452" y="128"/>
                  </a:lnTo>
                  <a:lnTo>
                    <a:pt x="466" y="154"/>
                  </a:lnTo>
                  <a:lnTo>
                    <a:pt x="480" y="180"/>
                  </a:lnTo>
                  <a:lnTo>
                    <a:pt x="490" y="206"/>
                  </a:lnTo>
                  <a:lnTo>
                    <a:pt x="500" y="234"/>
                  </a:lnTo>
                  <a:lnTo>
                    <a:pt x="506" y="262"/>
                  </a:lnTo>
                  <a:lnTo>
                    <a:pt x="510" y="290"/>
                  </a:lnTo>
                  <a:lnTo>
                    <a:pt x="510" y="316"/>
                  </a:lnTo>
                  <a:lnTo>
                    <a:pt x="510" y="318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rgbClr val="121314">
                <a:alpha val="69804"/>
              </a:srgbClr>
            </a:solidFill>
            <a:ln>
              <a:noFill/>
            </a:ln>
            <a:effectLst/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27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4" name="Freeform 11" descr="decorative: Freeform 11">
              <a:extLst>
                <a:ext uri="{FF2B5EF4-FFF2-40B4-BE49-F238E27FC236}">
                  <a16:creationId xmlns:a16="http://schemas.microsoft.com/office/drawing/2014/main" id="{A24CE5C3-6969-0B88-6EE4-F281A5238292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auto">
            <a:xfrm>
              <a:off x="3228379" y="1801229"/>
              <a:ext cx="1149122" cy="1363078"/>
            </a:xfrm>
            <a:custGeom>
              <a:avLst/>
              <a:gdLst>
                <a:gd name="T0" fmla="*/ 2092 w 2578"/>
                <a:gd name="T1" fmla="*/ 756 h 3058"/>
                <a:gd name="T2" fmla="*/ 1912 w 2578"/>
                <a:gd name="T3" fmla="*/ 612 h 3058"/>
                <a:gd name="T4" fmla="*/ 1854 w 2578"/>
                <a:gd name="T5" fmla="*/ 554 h 3058"/>
                <a:gd name="T6" fmla="*/ 1822 w 2578"/>
                <a:gd name="T7" fmla="*/ 484 h 3058"/>
                <a:gd name="T8" fmla="*/ 1810 w 2578"/>
                <a:gd name="T9" fmla="*/ 374 h 3058"/>
                <a:gd name="T10" fmla="*/ 1808 w 2578"/>
                <a:gd name="T11" fmla="*/ 316 h 3058"/>
                <a:gd name="T12" fmla="*/ 1820 w 2578"/>
                <a:gd name="T13" fmla="*/ 234 h 3058"/>
                <a:gd name="T14" fmla="*/ 1852 w 2578"/>
                <a:gd name="T15" fmla="*/ 154 h 3058"/>
                <a:gd name="T16" fmla="*/ 1900 w 2578"/>
                <a:gd name="T17" fmla="*/ 82 h 3058"/>
                <a:gd name="T18" fmla="*/ 1964 w 2578"/>
                <a:gd name="T19" fmla="*/ 28 h 3058"/>
                <a:gd name="T20" fmla="*/ 2038 w 2578"/>
                <a:gd name="T21" fmla="*/ 2 h 3058"/>
                <a:gd name="T22" fmla="*/ 1926 w 2578"/>
                <a:gd name="T23" fmla="*/ 0 h 3058"/>
                <a:gd name="T24" fmla="*/ 1648 w 2578"/>
                <a:gd name="T25" fmla="*/ 12 h 3058"/>
                <a:gd name="T26" fmla="*/ 1402 w 2578"/>
                <a:gd name="T27" fmla="*/ 26 h 3058"/>
                <a:gd name="T28" fmla="*/ 1288 w 2578"/>
                <a:gd name="T29" fmla="*/ 26 h 3058"/>
                <a:gd name="T30" fmla="*/ 1084 w 2578"/>
                <a:gd name="T31" fmla="*/ 22 h 3058"/>
                <a:gd name="T32" fmla="*/ 850 w 2578"/>
                <a:gd name="T33" fmla="*/ 8 h 3058"/>
                <a:gd name="T34" fmla="*/ 514 w 2578"/>
                <a:gd name="T35" fmla="*/ 0 h 3058"/>
                <a:gd name="T36" fmla="*/ 566 w 2578"/>
                <a:gd name="T37" fmla="*/ 8 h 3058"/>
                <a:gd name="T38" fmla="*/ 636 w 2578"/>
                <a:gd name="T39" fmla="*/ 44 h 3058"/>
                <a:gd name="T40" fmla="*/ 694 w 2578"/>
                <a:gd name="T41" fmla="*/ 104 h 3058"/>
                <a:gd name="T42" fmla="*/ 738 w 2578"/>
                <a:gd name="T43" fmla="*/ 180 h 3058"/>
                <a:gd name="T44" fmla="*/ 764 w 2578"/>
                <a:gd name="T45" fmla="*/ 262 h 3058"/>
                <a:gd name="T46" fmla="*/ 770 w 2578"/>
                <a:gd name="T47" fmla="*/ 324 h 3058"/>
                <a:gd name="T48" fmla="*/ 766 w 2578"/>
                <a:gd name="T49" fmla="*/ 416 h 3058"/>
                <a:gd name="T50" fmla="*/ 746 w 2578"/>
                <a:gd name="T51" fmla="*/ 510 h 3058"/>
                <a:gd name="T52" fmla="*/ 708 w 2578"/>
                <a:gd name="T53" fmla="*/ 572 h 3058"/>
                <a:gd name="T54" fmla="*/ 606 w 2578"/>
                <a:gd name="T55" fmla="*/ 658 h 3058"/>
                <a:gd name="T56" fmla="*/ 436 w 2578"/>
                <a:gd name="T57" fmla="*/ 802 h 3058"/>
                <a:gd name="T58" fmla="*/ 386 w 2578"/>
                <a:gd name="T59" fmla="*/ 848 h 3058"/>
                <a:gd name="T60" fmla="*/ 254 w 2578"/>
                <a:gd name="T61" fmla="*/ 1000 h 3058"/>
                <a:gd name="T62" fmla="*/ 148 w 2578"/>
                <a:gd name="T63" fmla="*/ 1170 h 3058"/>
                <a:gd name="T64" fmla="*/ 68 w 2578"/>
                <a:gd name="T65" fmla="*/ 1356 h 3058"/>
                <a:gd name="T66" fmla="*/ 18 w 2578"/>
                <a:gd name="T67" fmla="*/ 1556 h 3058"/>
                <a:gd name="T68" fmla="*/ 0 w 2578"/>
                <a:gd name="T69" fmla="*/ 1768 h 3058"/>
                <a:gd name="T70" fmla="*/ 6 w 2578"/>
                <a:gd name="T71" fmla="*/ 1900 h 3058"/>
                <a:gd name="T72" fmla="*/ 40 w 2578"/>
                <a:gd name="T73" fmla="*/ 2090 h 3058"/>
                <a:gd name="T74" fmla="*/ 102 w 2578"/>
                <a:gd name="T75" fmla="*/ 2270 h 3058"/>
                <a:gd name="T76" fmla="*/ 186 w 2578"/>
                <a:gd name="T77" fmla="*/ 2436 h 3058"/>
                <a:gd name="T78" fmla="*/ 294 w 2578"/>
                <a:gd name="T79" fmla="*/ 2588 h 3058"/>
                <a:gd name="T80" fmla="*/ 422 w 2578"/>
                <a:gd name="T81" fmla="*/ 2722 h 3058"/>
                <a:gd name="T82" fmla="*/ 568 w 2578"/>
                <a:gd name="T83" fmla="*/ 2836 h 3058"/>
                <a:gd name="T84" fmla="*/ 730 w 2578"/>
                <a:gd name="T85" fmla="*/ 2930 h 3058"/>
                <a:gd name="T86" fmla="*/ 906 w 2578"/>
                <a:gd name="T87" fmla="*/ 3000 h 3058"/>
                <a:gd name="T88" fmla="*/ 1092 w 2578"/>
                <a:gd name="T89" fmla="*/ 3042 h 3058"/>
                <a:gd name="T90" fmla="*/ 1288 w 2578"/>
                <a:gd name="T91" fmla="*/ 3058 h 3058"/>
                <a:gd name="T92" fmla="*/ 1420 w 2578"/>
                <a:gd name="T93" fmla="*/ 3050 h 3058"/>
                <a:gd name="T94" fmla="*/ 1610 w 2578"/>
                <a:gd name="T95" fmla="*/ 3016 h 3058"/>
                <a:gd name="T96" fmla="*/ 1790 w 2578"/>
                <a:gd name="T97" fmla="*/ 2956 h 3058"/>
                <a:gd name="T98" fmla="*/ 1956 w 2578"/>
                <a:gd name="T99" fmla="*/ 2870 h 3058"/>
                <a:gd name="T100" fmla="*/ 2108 w 2578"/>
                <a:gd name="T101" fmla="*/ 2762 h 3058"/>
                <a:gd name="T102" fmla="*/ 2242 w 2578"/>
                <a:gd name="T103" fmla="*/ 2634 h 3058"/>
                <a:gd name="T104" fmla="*/ 2358 w 2578"/>
                <a:gd name="T105" fmla="*/ 2488 h 3058"/>
                <a:gd name="T106" fmla="*/ 2450 w 2578"/>
                <a:gd name="T107" fmla="*/ 2328 h 3058"/>
                <a:gd name="T108" fmla="*/ 2520 w 2578"/>
                <a:gd name="T109" fmla="*/ 2152 h 3058"/>
                <a:gd name="T110" fmla="*/ 2562 w 2578"/>
                <a:gd name="T111" fmla="*/ 1964 h 3058"/>
                <a:gd name="T112" fmla="*/ 2578 w 2578"/>
                <a:gd name="T113" fmla="*/ 1768 h 3058"/>
                <a:gd name="T114" fmla="*/ 2570 w 2578"/>
                <a:gd name="T115" fmla="*/ 1626 h 3058"/>
                <a:gd name="T116" fmla="*/ 2530 w 2578"/>
                <a:gd name="T117" fmla="*/ 1422 h 3058"/>
                <a:gd name="T118" fmla="*/ 2460 w 2578"/>
                <a:gd name="T119" fmla="*/ 1230 h 3058"/>
                <a:gd name="T120" fmla="*/ 2362 w 2578"/>
                <a:gd name="T121" fmla="*/ 1054 h 3058"/>
                <a:gd name="T122" fmla="*/ 2238 w 2578"/>
                <a:gd name="T123" fmla="*/ 896 h 3058"/>
                <a:gd name="T124" fmla="*/ 2142 w 2578"/>
                <a:gd name="T125" fmla="*/ 80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78" h="3058">
                  <a:moveTo>
                    <a:pt x="2142" y="802"/>
                  </a:moveTo>
                  <a:lnTo>
                    <a:pt x="2142" y="802"/>
                  </a:lnTo>
                  <a:lnTo>
                    <a:pt x="2092" y="756"/>
                  </a:lnTo>
                  <a:lnTo>
                    <a:pt x="2046" y="718"/>
                  </a:lnTo>
                  <a:lnTo>
                    <a:pt x="1970" y="658"/>
                  </a:lnTo>
                  <a:lnTo>
                    <a:pt x="1912" y="612"/>
                  </a:lnTo>
                  <a:lnTo>
                    <a:pt x="1890" y="592"/>
                  </a:lnTo>
                  <a:lnTo>
                    <a:pt x="1870" y="572"/>
                  </a:lnTo>
                  <a:lnTo>
                    <a:pt x="1854" y="554"/>
                  </a:lnTo>
                  <a:lnTo>
                    <a:pt x="1842" y="532"/>
                  </a:lnTo>
                  <a:lnTo>
                    <a:pt x="1830" y="510"/>
                  </a:lnTo>
                  <a:lnTo>
                    <a:pt x="1822" y="484"/>
                  </a:lnTo>
                  <a:lnTo>
                    <a:pt x="1816" y="452"/>
                  </a:lnTo>
                  <a:lnTo>
                    <a:pt x="1812" y="416"/>
                  </a:lnTo>
                  <a:lnTo>
                    <a:pt x="1810" y="374"/>
                  </a:lnTo>
                  <a:lnTo>
                    <a:pt x="1808" y="324"/>
                  </a:lnTo>
                  <a:lnTo>
                    <a:pt x="1808" y="316"/>
                  </a:lnTo>
                  <a:lnTo>
                    <a:pt x="1808" y="316"/>
                  </a:lnTo>
                  <a:lnTo>
                    <a:pt x="1810" y="290"/>
                  </a:lnTo>
                  <a:lnTo>
                    <a:pt x="1814" y="262"/>
                  </a:lnTo>
                  <a:lnTo>
                    <a:pt x="1820" y="234"/>
                  </a:lnTo>
                  <a:lnTo>
                    <a:pt x="1828" y="206"/>
                  </a:lnTo>
                  <a:lnTo>
                    <a:pt x="1838" y="180"/>
                  </a:lnTo>
                  <a:lnTo>
                    <a:pt x="1852" y="154"/>
                  </a:lnTo>
                  <a:lnTo>
                    <a:pt x="1866" y="128"/>
                  </a:lnTo>
                  <a:lnTo>
                    <a:pt x="1882" y="104"/>
                  </a:lnTo>
                  <a:lnTo>
                    <a:pt x="1900" y="82"/>
                  </a:lnTo>
                  <a:lnTo>
                    <a:pt x="1920" y="62"/>
                  </a:lnTo>
                  <a:lnTo>
                    <a:pt x="1942" y="44"/>
                  </a:lnTo>
                  <a:lnTo>
                    <a:pt x="1964" y="28"/>
                  </a:lnTo>
                  <a:lnTo>
                    <a:pt x="1988" y="16"/>
                  </a:lnTo>
                  <a:lnTo>
                    <a:pt x="2012" y="8"/>
                  </a:lnTo>
                  <a:lnTo>
                    <a:pt x="2038" y="2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1926" y="0"/>
                  </a:lnTo>
                  <a:lnTo>
                    <a:pt x="1818" y="4"/>
                  </a:lnTo>
                  <a:lnTo>
                    <a:pt x="1728" y="8"/>
                  </a:lnTo>
                  <a:lnTo>
                    <a:pt x="1648" y="12"/>
                  </a:lnTo>
                  <a:lnTo>
                    <a:pt x="1574" y="18"/>
                  </a:lnTo>
                  <a:lnTo>
                    <a:pt x="1494" y="22"/>
                  </a:lnTo>
                  <a:lnTo>
                    <a:pt x="1402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176" y="26"/>
                  </a:lnTo>
                  <a:lnTo>
                    <a:pt x="1084" y="22"/>
                  </a:lnTo>
                  <a:lnTo>
                    <a:pt x="1004" y="18"/>
                  </a:lnTo>
                  <a:lnTo>
                    <a:pt x="928" y="12"/>
                  </a:lnTo>
                  <a:lnTo>
                    <a:pt x="850" y="8"/>
                  </a:lnTo>
                  <a:lnTo>
                    <a:pt x="760" y="4"/>
                  </a:lnTo>
                  <a:lnTo>
                    <a:pt x="650" y="0"/>
                  </a:lnTo>
                  <a:lnTo>
                    <a:pt x="514" y="0"/>
                  </a:lnTo>
                  <a:lnTo>
                    <a:pt x="514" y="0"/>
                  </a:lnTo>
                  <a:lnTo>
                    <a:pt x="540" y="2"/>
                  </a:lnTo>
                  <a:lnTo>
                    <a:pt x="566" y="8"/>
                  </a:lnTo>
                  <a:lnTo>
                    <a:pt x="590" y="16"/>
                  </a:lnTo>
                  <a:lnTo>
                    <a:pt x="614" y="28"/>
                  </a:lnTo>
                  <a:lnTo>
                    <a:pt x="636" y="44"/>
                  </a:lnTo>
                  <a:lnTo>
                    <a:pt x="656" y="62"/>
                  </a:lnTo>
                  <a:lnTo>
                    <a:pt x="676" y="82"/>
                  </a:lnTo>
                  <a:lnTo>
                    <a:pt x="694" y="104"/>
                  </a:lnTo>
                  <a:lnTo>
                    <a:pt x="712" y="128"/>
                  </a:lnTo>
                  <a:lnTo>
                    <a:pt x="726" y="154"/>
                  </a:lnTo>
                  <a:lnTo>
                    <a:pt x="738" y="180"/>
                  </a:lnTo>
                  <a:lnTo>
                    <a:pt x="750" y="206"/>
                  </a:lnTo>
                  <a:lnTo>
                    <a:pt x="758" y="234"/>
                  </a:lnTo>
                  <a:lnTo>
                    <a:pt x="764" y="262"/>
                  </a:lnTo>
                  <a:lnTo>
                    <a:pt x="768" y="290"/>
                  </a:lnTo>
                  <a:lnTo>
                    <a:pt x="770" y="316"/>
                  </a:lnTo>
                  <a:lnTo>
                    <a:pt x="770" y="324"/>
                  </a:lnTo>
                  <a:lnTo>
                    <a:pt x="770" y="324"/>
                  </a:lnTo>
                  <a:lnTo>
                    <a:pt x="768" y="374"/>
                  </a:lnTo>
                  <a:lnTo>
                    <a:pt x="766" y="416"/>
                  </a:lnTo>
                  <a:lnTo>
                    <a:pt x="760" y="452"/>
                  </a:lnTo>
                  <a:lnTo>
                    <a:pt x="754" y="484"/>
                  </a:lnTo>
                  <a:lnTo>
                    <a:pt x="746" y="510"/>
                  </a:lnTo>
                  <a:lnTo>
                    <a:pt x="736" y="532"/>
                  </a:lnTo>
                  <a:lnTo>
                    <a:pt x="724" y="554"/>
                  </a:lnTo>
                  <a:lnTo>
                    <a:pt x="708" y="572"/>
                  </a:lnTo>
                  <a:lnTo>
                    <a:pt x="688" y="592"/>
                  </a:lnTo>
                  <a:lnTo>
                    <a:pt x="664" y="612"/>
                  </a:lnTo>
                  <a:lnTo>
                    <a:pt x="606" y="658"/>
                  </a:lnTo>
                  <a:lnTo>
                    <a:pt x="532" y="718"/>
                  </a:lnTo>
                  <a:lnTo>
                    <a:pt x="486" y="756"/>
                  </a:lnTo>
                  <a:lnTo>
                    <a:pt x="436" y="802"/>
                  </a:lnTo>
                  <a:lnTo>
                    <a:pt x="436" y="802"/>
                  </a:lnTo>
                  <a:lnTo>
                    <a:pt x="436" y="802"/>
                  </a:lnTo>
                  <a:lnTo>
                    <a:pt x="386" y="848"/>
                  </a:lnTo>
                  <a:lnTo>
                    <a:pt x="340" y="896"/>
                  </a:lnTo>
                  <a:lnTo>
                    <a:pt x="296" y="946"/>
                  </a:lnTo>
                  <a:lnTo>
                    <a:pt x="254" y="1000"/>
                  </a:lnTo>
                  <a:lnTo>
                    <a:pt x="216" y="1054"/>
                  </a:lnTo>
                  <a:lnTo>
                    <a:pt x="180" y="1110"/>
                  </a:lnTo>
                  <a:lnTo>
                    <a:pt x="148" y="1170"/>
                  </a:lnTo>
                  <a:lnTo>
                    <a:pt x="118" y="1230"/>
                  </a:lnTo>
                  <a:lnTo>
                    <a:pt x="90" y="1292"/>
                  </a:lnTo>
                  <a:lnTo>
                    <a:pt x="68" y="1356"/>
                  </a:lnTo>
                  <a:lnTo>
                    <a:pt x="48" y="1422"/>
                  </a:lnTo>
                  <a:lnTo>
                    <a:pt x="30" y="1488"/>
                  </a:lnTo>
                  <a:lnTo>
                    <a:pt x="18" y="1556"/>
                  </a:lnTo>
                  <a:lnTo>
                    <a:pt x="8" y="1626"/>
                  </a:lnTo>
                  <a:lnTo>
                    <a:pt x="2" y="1696"/>
                  </a:lnTo>
                  <a:lnTo>
                    <a:pt x="0" y="1768"/>
                  </a:lnTo>
                  <a:lnTo>
                    <a:pt x="0" y="1768"/>
                  </a:lnTo>
                  <a:lnTo>
                    <a:pt x="2" y="1834"/>
                  </a:lnTo>
                  <a:lnTo>
                    <a:pt x="6" y="1900"/>
                  </a:lnTo>
                  <a:lnTo>
                    <a:pt x="14" y="1964"/>
                  </a:lnTo>
                  <a:lnTo>
                    <a:pt x="26" y="2028"/>
                  </a:lnTo>
                  <a:lnTo>
                    <a:pt x="40" y="2090"/>
                  </a:lnTo>
                  <a:lnTo>
                    <a:pt x="58" y="2152"/>
                  </a:lnTo>
                  <a:lnTo>
                    <a:pt x="78" y="2212"/>
                  </a:lnTo>
                  <a:lnTo>
                    <a:pt x="102" y="2270"/>
                  </a:lnTo>
                  <a:lnTo>
                    <a:pt x="128" y="2328"/>
                  </a:lnTo>
                  <a:lnTo>
                    <a:pt x="156" y="2382"/>
                  </a:lnTo>
                  <a:lnTo>
                    <a:pt x="186" y="2436"/>
                  </a:lnTo>
                  <a:lnTo>
                    <a:pt x="220" y="2488"/>
                  </a:lnTo>
                  <a:lnTo>
                    <a:pt x="256" y="2540"/>
                  </a:lnTo>
                  <a:lnTo>
                    <a:pt x="294" y="2588"/>
                  </a:lnTo>
                  <a:lnTo>
                    <a:pt x="334" y="2634"/>
                  </a:lnTo>
                  <a:lnTo>
                    <a:pt x="378" y="2680"/>
                  </a:lnTo>
                  <a:lnTo>
                    <a:pt x="422" y="2722"/>
                  </a:lnTo>
                  <a:lnTo>
                    <a:pt x="470" y="2762"/>
                  </a:lnTo>
                  <a:lnTo>
                    <a:pt x="518" y="2802"/>
                  </a:lnTo>
                  <a:lnTo>
                    <a:pt x="568" y="2836"/>
                  </a:lnTo>
                  <a:lnTo>
                    <a:pt x="620" y="2870"/>
                  </a:lnTo>
                  <a:lnTo>
                    <a:pt x="674" y="2902"/>
                  </a:lnTo>
                  <a:lnTo>
                    <a:pt x="730" y="2930"/>
                  </a:lnTo>
                  <a:lnTo>
                    <a:pt x="788" y="2956"/>
                  </a:lnTo>
                  <a:lnTo>
                    <a:pt x="846" y="2978"/>
                  </a:lnTo>
                  <a:lnTo>
                    <a:pt x="906" y="3000"/>
                  </a:lnTo>
                  <a:lnTo>
                    <a:pt x="966" y="3016"/>
                  </a:lnTo>
                  <a:lnTo>
                    <a:pt x="1030" y="3030"/>
                  </a:lnTo>
                  <a:lnTo>
                    <a:pt x="1092" y="3042"/>
                  </a:lnTo>
                  <a:lnTo>
                    <a:pt x="1156" y="3050"/>
                  </a:lnTo>
                  <a:lnTo>
                    <a:pt x="1222" y="3056"/>
                  </a:lnTo>
                  <a:lnTo>
                    <a:pt x="1288" y="3058"/>
                  </a:lnTo>
                  <a:lnTo>
                    <a:pt x="1288" y="3058"/>
                  </a:lnTo>
                  <a:lnTo>
                    <a:pt x="1356" y="3056"/>
                  </a:lnTo>
                  <a:lnTo>
                    <a:pt x="1420" y="3050"/>
                  </a:lnTo>
                  <a:lnTo>
                    <a:pt x="1484" y="3042"/>
                  </a:lnTo>
                  <a:lnTo>
                    <a:pt x="1548" y="3030"/>
                  </a:lnTo>
                  <a:lnTo>
                    <a:pt x="1610" y="3016"/>
                  </a:lnTo>
                  <a:lnTo>
                    <a:pt x="1672" y="3000"/>
                  </a:lnTo>
                  <a:lnTo>
                    <a:pt x="1732" y="2978"/>
                  </a:lnTo>
                  <a:lnTo>
                    <a:pt x="1790" y="2956"/>
                  </a:lnTo>
                  <a:lnTo>
                    <a:pt x="1848" y="2930"/>
                  </a:lnTo>
                  <a:lnTo>
                    <a:pt x="1902" y="2902"/>
                  </a:lnTo>
                  <a:lnTo>
                    <a:pt x="1956" y="2870"/>
                  </a:lnTo>
                  <a:lnTo>
                    <a:pt x="2010" y="2836"/>
                  </a:lnTo>
                  <a:lnTo>
                    <a:pt x="2060" y="2802"/>
                  </a:lnTo>
                  <a:lnTo>
                    <a:pt x="2108" y="2762"/>
                  </a:lnTo>
                  <a:lnTo>
                    <a:pt x="2156" y="2722"/>
                  </a:lnTo>
                  <a:lnTo>
                    <a:pt x="2200" y="2680"/>
                  </a:lnTo>
                  <a:lnTo>
                    <a:pt x="2242" y="2634"/>
                  </a:lnTo>
                  <a:lnTo>
                    <a:pt x="2284" y="2588"/>
                  </a:lnTo>
                  <a:lnTo>
                    <a:pt x="2322" y="2540"/>
                  </a:lnTo>
                  <a:lnTo>
                    <a:pt x="2358" y="2488"/>
                  </a:lnTo>
                  <a:lnTo>
                    <a:pt x="2390" y="2436"/>
                  </a:lnTo>
                  <a:lnTo>
                    <a:pt x="2422" y="2382"/>
                  </a:lnTo>
                  <a:lnTo>
                    <a:pt x="2450" y="2328"/>
                  </a:lnTo>
                  <a:lnTo>
                    <a:pt x="2476" y="2270"/>
                  </a:lnTo>
                  <a:lnTo>
                    <a:pt x="2500" y="2212"/>
                  </a:lnTo>
                  <a:lnTo>
                    <a:pt x="2520" y="2152"/>
                  </a:lnTo>
                  <a:lnTo>
                    <a:pt x="2536" y="2090"/>
                  </a:lnTo>
                  <a:lnTo>
                    <a:pt x="2552" y="2028"/>
                  </a:lnTo>
                  <a:lnTo>
                    <a:pt x="2562" y="1964"/>
                  </a:lnTo>
                  <a:lnTo>
                    <a:pt x="2570" y="1900"/>
                  </a:lnTo>
                  <a:lnTo>
                    <a:pt x="2576" y="1834"/>
                  </a:lnTo>
                  <a:lnTo>
                    <a:pt x="2578" y="1768"/>
                  </a:lnTo>
                  <a:lnTo>
                    <a:pt x="2578" y="1768"/>
                  </a:lnTo>
                  <a:lnTo>
                    <a:pt x="2576" y="1696"/>
                  </a:lnTo>
                  <a:lnTo>
                    <a:pt x="2570" y="1626"/>
                  </a:lnTo>
                  <a:lnTo>
                    <a:pt x="2560" y="1556"/>
                  </a:lnTo>
                  <a:lnTo>
                    <a:pt x="2546" y="1488"/>
                  </a:lnTo>
                  <a:lnTo>
                    <a:pt x="2530" y="1422"/>
                  </a:lnTo>
                  <a:lnTo>
                    <a:pt x="2510" y="1356"/>
                  </a:lnTo>
                  <a:lnTo>
                    <a:pt x="2486" y="1292"/>
                  </a:lnTo>
                  <a:lnTo>
                    <a:pt x="2460" y="1230"/>
                  </a:lnTo>
                  <a:lnTo>
                    <a:pt x="2430" y="1170"/>
                  </a:lnTo>
                  <a:lnTo>
                    <a:pt x="2396" y="1110"/>
                  </a:lnTo>
                  <a:lnTo>
                    <a:pt x="2362" y="1054"/>
                  </a:lnTo>
                  <a:lnTo>
                    <a:pt x="2322" y="1000"/>
                  </a:lnTo>
                  <a:lnTo>
                    <a:pt x="2282" y="946"/>
                  </a:lnTo>
                  <a:lnTo>
                    <a:pt x="2238" y="896"/>
                  </a:lnTo>
                  <a:lnTo>
                    <a:pt x="2190" y="848"/>
                  </a:lnTo>
                  <a:lnTo>
                    <a:pt x="2142" y="802"/>
                  </a:lnTo>
                  <a:lnTo>
                    <a:pt x="2142" y="802"/>
                  </a:lnTo>
                  <a:close/>
                </a:path>
              </a:pathLst>
            </a:custGeom>
            <a:solidFill>
              <a:srgbClr val="121314"/>
            </a:solidFill>
            <a:ln>
              <a:noFill/>
            </a:ln>
            <a:effectLst/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27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5" name="Oval 24" descr="decorative: Oval 32">
              <a:extLst>
                <a:ext uri="{FF2B5EF4-FFF2-40B4-BE49-F238E27FC236}">
                  <a16:creationId xmlns:a16="http://schemas.microsoft.com/office/drawing/2014/main" id="{7C646E90-5A01-621D-F207-2FB6239CD01C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ltGray">
            <a:xfrm>
              <a:off x="3291429" y="2084616"/>
              <a:ext cx="1023021" cy="1023020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27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0F4CBE9-BF45-7E99-6411-6A2A88624719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6382721" y="1741447"/>
            <a:ext cx="861842" cy="1022309"/>
            <a:chOff x="5521439" y="1801228"/>
            <a:chExt cx="1149122" cy="1363079"/>
          </a:xfrm>
        </p:grpSpPr>
        <p:sp>
          <p:nvSpPr>
            <p:cNvPr id="27" name="Freeform 6" descr="decorative: Freeform 6">
              <a:extLst>
                <a:ext uri="{FF2B5EF4-FFF2-40B4-BE49-F238E27FC236}">
                  <a16:creationId xmlns:a16="http://schemas.microsoft.com/office/drawing/2014/main" id="{BD4CC3FC-1437-0C60-3663-93A6F22F1658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auto">
            <a:xfrm>
              <a:off x="5635338" y="1801228"/>
              <a:ext cx="230004" cy="141746"/>
            </a:xfrm>
            <a:custGeom>
              <a:avLst/>
              <a:gdLst>
                <a:gd name="T0" fmla="*/ 512 w 512"/>
                <a:gd name="T1" fmla="*/ 318 h 318"/>
                <a:gd name="T2" fmla="*/ 512 w 512"/>
                <a:gd name="T3" fmla="*/ 316 h 318"/>
                <a:gd name="T4" fmla="*/ 512 w 512"/>
                <a:gd name="T5" fmla="*/ 316 h 318"/>
                <a:gd name="T6" fmla="*/ 510 w 512"/>
                <a:gd name="T7" fmla="*/ 290 h 318"/>
                <a:gd name="T8" fmla="*/ 506 w 512"/>
                <a:gd name="T9" fmla="*/ 262 h 318"/>
                <a:gd name="T10" fmla="*/ 500 w 512"/>
                <a:gd name="T11" fmla="*/ 234 h 318"/>
                <a:gd name="T12" fmla="*/ 492 w 512"/>
                <a:gd name="T13" fmla="*/ 206 h 318"/>
                <a:gd name="T14" fmla="*/ 480 w 512"/>
                <a:gd name="T15" fmla="*/ 180 h 318"/>
                <a:gd name="T16" fmla="*/ 468 w 512"/>
                <a:gd name="T17" fmla="*/ 154 h 318"/>
                <a:gd name="T18" fmla="*/ 454 w 512"/>
                <a:gd name="T19" fmla="*/ 128 h 318"/>
                <a:gd name="T20" fmla="*/ 436 w 512"/>
                <a:gd name="T21" fmla="*/ 104 h 318"/>
                <a:gd name="T22" fmla="*/ 418 w 512"/>
                <a:gd name="T23" fmla="*/ 82 h 318"/>
                <a:gd name="T24" fmla="*/ 398 w 512"/>
                <a:gd name="T25" fmla="*/ 62 h 318"/>
                <a:gd name="T26" fmla="*/ 378 w 512"/>
                <a:gd name="T27" fmla="*/ 44 h 318"/>
                <a:gd name="T28" fmla="*/ 356 w 512"/>
                <a:gd name="T29" fmla="*/ 28 h 318"/>
                <a:gd name="T30" fmla="*/ 332 w 512"/>
                <a:gd name="T31" fmla="*/ 16 h 318"/>
                <a:gd name="T32" fmla="*/ 308 w 512"/>
                <a:gd name="T33" fmla="*/ 8 h 318"/>
                <a:gd name="T34" fmla="*/ 282 w 512"/>
                <a:gd name="T35" fmla="*/ 2 h 318"/>
                <a:gd name="T36" fmla="*/ 256 w 512"/>
                <a:gd name="T37" fmla="*/ 0 h 318"/>
                <a:gd name="T38" fmla="*/ 256 w 512"/>
                <a:gd name="T39" fmla="*/ 0 h 318"/>
                <a:gd name="T40" fmla="*/ 230 w 512"/>
                <a:gd name="T41" fmla="*/ 2 h 318"/>
                <a:gd name="T42" fmla="*/ 204 w 512"/>
                <a:gd name="T43" fmla="*/ 8 h 318"/>
                <a:gd name="T44" fmla="*/ 180 w 512"/>
                <a:gd name="T45" fmla="*/ 16 h 318"/>
                <a:gd name="T46" fmla="*/ 156 w 512"/>
                <a:gd name="T47" fmla="*/ 28 h 318"/>
                <a:gd name="T48" fmla="*/ 134 w 512"/>
                <a:gd name="T49" fmla="*/ 44 h 318"/>
                <a:gd name="T50" fmla="*/ 114 w 512"/>
                <a:gd name="T51" fmla="*/ 62 h 318"/>
                <a:gd name="T52" fmla="*/ 94 w 512"/>
                <a:gd name="T53" fmla="*/ 82 h 318"/>
                <a:gd name="T54" fmla="*/ 76 w 512"/>
                <a:gd name="T55" fmla="*/ 104 h 318"/>
                <a:gd name="T56" fmla="*/ 60 w 512"/>
                <a:gd name="T57" fmla="*/ 128 h 318"/>
                <a:gd name="T58" fmla="*/ 44 w 512"/>
                <a:gd name="T59" fmla="*/ 154 h 318"/>
                <a:gd name="T60" fmla="*/ 32 w 512"/>
                <a:gd name="T61" fmla="*/ 180 h 318"/>
                <a:gd name="T62" fmla="*/ 20 w 512"/>
                <a:gd name="T63" fmla="*/ 206 h 318"/>
                <a:gd name="T64" fmla="*/ 12 w 512"/>
                <a:gd name="T65" fmla="*/ 234 h 318"/>
                <a:gd name="T66" fmla="*/ 6 w 512"/>
                <a:gd name="T67" fmla="*/ 262 h 318"/>
                <a:gd name="T68" fmla="*/ 2 w 512"/>
                <a:gd name="T69" fmla="*/ 290 h 318"/>
                <a:gd name="T70" fmla="*/ 0 w 512"/>
                <a:gd name="T71" fmla="*/ 316 h 318"/>
                <a:gd name="T72" fmla="*/ 0 w 512"/>
                <a:gd name="T73" fmla="*/ 318 h 318"/>
                <a:gd name="T74" fmla="*/ 512 w 512"/>
                <a:gd name="T7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2" h="318">
                  <a:moveTo>
                    <a:pt x="512" y="318"/>
                  </a:moveTo>
                  <a:lnTo>
                    <a:pt x="512" y="316"/>
                  </a:lnTo>
                  <a:lnTo>
                    <a:pt x="512" y="316"/>
                  </a:lnTo>
                  <a:lnTo>
                    <a:pt x="510" y="290"/>
                  </a:lnTo>
                  <a:lnTo>
                    <a:pt x="506" y="262"/>
                  </a:lnTo>
                  <a:lnTo>
                    <a:pt x="500" y="234"/>
                  </a:lnTo>
                  <a:lnTo>
                    <a:pt x="492" y="206"/>
                  </a:lnTo>
                  <a:lnTo>
                    <a:pt x="480" y="180"/>
                  </a:lnTo>
                  <a:lnTo>
                    <a:pt x="468" y="154"/>
                  </a:lnTo>
                  <a:lnTo>
                    <a:pt x="454" y="128"/>
                  </a:lnTo>
                  <a:lnTo>
                    <a:pt x="436" y="104"/>
                  </a:lnTo>
                  <a:lnTo>
                    <a:pt x="418" y="82"/>
                  </a:lnTo>
                  <a:lnTo>
                    <a:pt x="398" y="62"/>
                  </a:lnTo>
                  <a:lnTo>
                    <a:pt x="378" y="44"/>
                  </a:lnTo>
                  <a:lnTo>
                    <a:pt x="356" y="28"/>
                  </a:lnTo>
                  <a:lnTo>
                    <a:pt x="332" y="16"/>
                  </a:lnTo>
                  <a:lnTo>
                    <a:pt x="308" y="8"/>
                  </a:lnTo>
                  <a:lnTo>
                    <a:pt x="282" y="2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230" y="2"/>
                  </a:lnTo>
                  <a:lnTo>
                    <a:pt x="204" y="8"/>
                  </a:lnTo>
                  <a:lnTo>
                    <a:pt x="180" y="16"/>
                  </a:lnTo>
                  <a:lnTo>
                    <a:pt x="156" y="28"/>
                  </a:lnTo>
                  <a:lnTo>
                    <a:pt x="134" y="44"/>
                  </a:lnTo>
                  <a:lnTo>
                    <a:pt x="114" y="62"/>
                  </a:lnTo>
                  <a:lnTo>
                    <a:pt x="94" y="82"/>
                  </a:lnTo>
                  <a:lnTo>
                    <a:pt x="76" y="104"/>
                  </a:lnTo>
                  <a:lnTo>
                    <a:pt x="60" y="128"/>
                  </a:lnTo>
                  <a:lnTo>
                    <a:pt x="44" y="154"/>
                  </a:lnTo>
                  <a:lnTo>
                    <a:pt x="32" y="180"/>
                  </a:lnTo>
                  <a:lnTo>
                    <a:pt x="20" y="206"/>
                  </a:lnTo>
                  <a:lnTo>
                    <a:pt x="12" y="234"/>
                  </a:lnTo>
                  <a:lnTo>
                    <a:pt x="6" y="262"/>
                  </a:lnTo>
                  <a:lnTo>
                    <a:pt x="2" y="290"/>
                  </a:lnTo>
                  <a:lnTo>
                    <a:pt x="0" y="316"/>
                  </a:lnTo>
                  <a:lnTo>
                    <a:pt x="0" y="318"/>
                  </a:lnTo>
                  <a:lnTo>
                    <a:pt x="512" y="318"/>
                  </a:lnTo>
                  <a:close/>
                </a:path>
              </a:pathLst>
            </a:custGeom>
            <a:solidFill>
              <a:srgbClr val="FFB500">
                <a:alpha val="69804"/>
              </a:srgbClr>
            </a:solidFill>
            <a:ln>
              <a:noFill/>
            </a:ln>
            <a:effectLst/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2700">
                <a:solidFill>
                  <a:schemeClr val="accent1"/>
                </a:solidFill>
              </a:endParaRPr>
            </a:p>
          </p:txBody>
        </p:sp>
        <p:sp>
          <p:nvSpPr>
            <p:cNvPr id="28" name="Freeform 7" descr="decorative: Freeform 7">
              <a:extLst>
                <a:ext uri="{FF2B5EF4-FFF2-40B4-BE49-F238E27FC236}">
                  <a16:creationId xmlns:a16="http://schemas.microsoft.com/office/drawing/2014/main" id="{D30D064C-419D-C78B-D95A-74313AFF0EB6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auto">
            <a:xfrm>
              <a:off x="6327552" y="1801228"/>
              <a:ext cx="229108" cy="141746"/>
            </a:xfrm>
            <a:custGeom>
              <a:avLst/>
              <a:gdLst>
                <a:gd name="T0" fmla="*/ 0 w 510"/>
                <a:gd name="T1" fmla="*/ 318 h 318"/>
                <a:gd name="T2" fmla="*/ 0 w 510"/>
                <a:gd name="T3" fmla="*/ 316 h 318"/>
                <a:gd name="T4" fmla="*/ 0 w 510"/>
                <a:gd name="T5" fmla="*/ 316 h 318"/>
                <a:gd name="T6" fmla="*/ 2 w 510"/>
                <a:gd name="T7" fmla="*/ 290 h 318"/>
                <a:gd name="T8" fmla="*/ 6 w 510"/>
                <a:gd name="T9" fmla="*/ 262 h 318"/>
                <a:gd name="T10" fmla="*/ 12 w 510"/>
                <a:gd name="T11" fmla="*/ 234 h 318"/>
                <a:gd name="T12" fmla="*/ 20 w 510"/>
                <a:gd name="T13" fmla="*/ 206 h 318"/>
                <a:gd name="T14" fmla="*/ 30 w 510"/>
                <a:gd name="T15" fmla="*/ 180 h 318"/>
                <a:gd name="T16" fmla="*/ 44 w 510"/>
                <a:gd name="T17" fmla="*/ 154 h 318"/>
                <a:gd name="T18" fmla="*/ 58 w 510"/>
                <a:gd name="T19" fmla="*/ 128 h 318"/>
                <a:gd name="T20" fmla="*/ 74 w 510"/>
                <a:gd name="T21" fmla="*/ 104 h 318"/>
                <a:gd name="T22" fmla="*/ 92 w 510"/>
                <a:gd name="T23" fmla="*/ 82 h 318"/>
                <a:gd name="T24" fmla="*/ 112 w 510"/>
                <a:gd name="T25" fmla="*/ 62 h 318"/>
                <a:gd name="T26" fmla="*/ 134 w 510"/>
                <a:gd name="T27" fmla="*/ 44 h 318"/>
                <a:gd name="T28" fmla="*/ 156 w 510"/>
                <a:gd name="T29" fmla="*/ 28 h 318"/>
                <a:gd name="T30" fmla="*/ 180 w 510"/>
                <a:gd name="T31" fmla="*/ 16 h 318"/>
                <a:gd name="T32" fmla="*/ 204 w 510"/>
                <a:gd name="T33" fmla="*/ 8 h 318"/>
                <a:gd name="T34" fmla="*/ 230 w 510"/>
                <a:gd name="T35" fmla="*/ 2 h 318"/>
                <a:gd name="T36" fmla="*/ 256 w 510"/>
                <a:gd name="T37" fmla="*/ 0 h 318"/>
                <a:gd name="T38" fmla="*/ 256 w 510"/>
                <a:gd name="T39" fmla="*/ 0 h 318"/>
                <a:gd name="T40" fmla="*/ 282 w 510"/>
                <a:gd name="T41" fmla="*/ 2 h 318"/>
                <a:gd name="T42" fmla="*/ 306 w 510"/>
                <a:gd name="T43" fmla="*/ 8 h 318"/>
                <a:gd name="T44" fmla="*/ 332 w 510"/>
                <a:gd name="T45" fmla="*/ 16 h 318"/>
                <a:gd name="T46" fmla="*/ 354 w 510"/>
                <a:gd name="T47" fmla="*/ 28 h 318"/>
                <a:gd name="T48" fmla="*/ 376 w 510"/>
                <a:gd name="T49" fmla="*/ 44 h 318"/>
                <a:gd name="T50" fmla="*/ 398 w 510"/>
                <a:gd name="T51" fmla="*/ 62 h 318"/>
                <a:gd name="T52" fmla="*/ 418 w 510"/>
                <a:gd name="T53" fmla="*/ 82 h 318"/>
                <a:gd name="T54" fmla="*/ 436 w 510"/>
                <a:gd name="T55" fmla="*/ 104 h 318"/>
                <a:gd name="T56" fmla="*/ 452 w 510"/>
                <a:gd name="T57" fmla="*/ 128 h 318"/>
                <a:gd name="T58" fmla="*/ 466 w 510"/>
                <a:gd name="T59" fmla="*/ 154 h 318"/>
                <a:gd name="T60" fmla="*/ 480 w 510"/>
                <a:gd name="T61" fmla="*/ 180 h 318"/>
                <a:gd name="T62" fmla="*/ 490 w 510"/>
                <a:gd name="T63" fmla="*/ 206 h 318"/>
                <a:gd name="T64" fmla="*/ 500 w 510"/>
                <a:gd name="T65" fmla="*/ 234 h 318"/>
                <a:gd name="T66" fmla="*/ 506 w 510"/>
                <a:gd name="T67" fmla="*/ 262 h 318"/>
                <a:gd name="T68" fmla="*/ 510 w 510"/>
                <a:gd name="T69" fmla="*/ 290 h 318"/>
                <a:gd name="T70" fmla="*/ 510 w 510"/>
                <a:gd name="T71" fmla="*/ 316 h 318"/>
                <a:gd name="T72" fmla="*/ 510 w 510"/>
                <a:gd name="T73" fmla="*/ 318 h 318"/>
                <a:gd name="T74" fmla="*/ 0 w 510"/>
                <a:gd name="T7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0" h="318">
                  <a:moveTo>
                    <a:pt x="0" y="318"/>
                  </a:moveTo>
                  <a:lnTo>
                    <a:pt x="0" y="316"/>
                  </a:lnTo>
                  <a:lnTo>
                    <a:pt x="0" y="316"/>
                  </a:lnTo>
                  <a:lnTo>
                    <a:pt x="2" y="290"/>
                  </a:lnTo>
                  <a:lnTo>
                    <a:pt x="6" y="262"/>
                  </a:lnTo>
                  <a:lnTo>
                    <a:pt x="12" y="234"/>
                  </a:lnTo>
                  <a:lnTo>
                    <a:pt x="20" y="206"/>
                  </a:lnTo>
                  <a:lnTo>
                    <a:pt x="30" y="180"/>
                  </a:lnTo>
                  <a:lnTo>
                    <a:pt x="44" y="154"/>
                  </a:lnTo>
                  <a:lnTo>
                    <a:pt x="58" y="128"/>
                  </a:lnTo>
                  <a:lnTo>
                    <a:pt x="74" y="104"/>
                  </a:lnTo>
                  <a:lnTo>
                    <a:pt x="92" y="82"/>
                  </a:lnTo>
                  <a:lnTo>
                    <a:pt x="112" y="62"/>
                  </a:lnTo>
                  <a:lnTo>
                    <a:pt x="134" y="44"/>
                  </a:lnTo>
                  <a:lnTo>
                    <a:pt x="156" y="28"/>
                  </a:lnTo>
                  <a:lnTo>
                    <a:pt x="180" y="16"/>
                  </a:lnTo>
                  <a:lnTo>
                    <a:pt x="204" y="8"/>
                  </a:lnTo>
                  <a:lnTo>
                    <a:pt x="230" y="2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282" y="2"/>
                  </a:lnTo>
                  <a:lnTo>
                    <a:pt x="306" y="8"/>
                  </a:lnTo>
                  <a:lnTo>
                    <a:pt x="332" y="16"/>
                  </a:lnTo>
                  <a:lnTo>
                    <a:pt x="354" y="28"/>
                  </a:lnTo>
                  <a:lnTo>
                    <a:pt x="376" y="44"/>
                  </a:lnTo>
                  <a:lnTo>
                    <a:pt x="398" y="62"/>
                  </a:lnTo>
                  <a:lnTo>
                    <a:pt x="418" y="82"/>
                  </a:lnTo>
                  <a:lnTo>
                    <a:pt x="436" y="104"/>
                  </a:lnTo>
                  <a:lnTo>
                    <a:pt x="452" y="128"/>
                  </a:lnTo>
                  <a:lnTo>
                    <a:pt x="466" y="154"/>
                  </a:lnTo>
                  <a:lnTo>
                    <a:pt x="480" y="180"/>
                  </a:lnTo>
                  <a:lnTo>
                    <a:pt x="490" y="206"/>
                  </a:lnTo>
                  <a:lnTo>
                    <a:pt x="500" y="234"/>
                  </a:lnTo>
                  <a:lnTo>
                    <a:pt x="506" y="262"/>
                  </a:lnTo>
                  <a:lnTo>
                    <a:pt x="510" y="290"/>
                  </a:lnTo>
                  <a:lnTo>
                    <a:pt x="510" y="316"/>
                  </a:lnTo>
                  <a:lnTo>
                    <a:pt x="510" y="318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rgbClr val="FFB500">
                <a:alpha val="69804"/>
              </a:srgbClr>
            </a:solidFill>
            <a:ln>
              <a:noFill/>
            </a:ln>
            <a:effectLst/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2700">
                <a:solidFill>
                  <a:schemeClr val="accent1"/>
                </a:solidFill>
              </a:endParaRPr>
            </a:p>
          </p:txBody>
        </p:sp>
        <p:sp>
          <p:nvSpPr>
            <p:cNvPr id="29" name="Freeform 11" descr="decorative: Freeform 11">
              <a:extLst>
                <a:ext uri="{FF2B5EF4-FFF2-40B4-BE49-F238E27FC236}">
                  <a16:creationId xmlns:a16="http://schemas.microsoft.com/office/drawing/2014/main" id="{CBC1FFFA-1A85-01AB-08CA-0F214924B2B6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auto">
            <a:xfrm>
              <a:off x="5521439" y="1801229"/>
              <a:ext cx="1149122" cy="1363078"/>
            </a:xfrm>
            <a:custGeom>
              <a:avLst/>
              <a:gdLst>
                <a:gd name="T0" fmla="*/ 2092 w 2578"/>
                <a:gd name="T1" fmla="*/ 756 h 3058"/>
                <a:gd name="T2" fmla="*/ 1912 w 2578"/>
                <a:gd name="T3" fmla="*/ 612 h 3058"/>
                <a:gd name="T4" fmla="*/ 1854 w 2578"/>
                <a:gd name="T5" fmla="*/ 554 h 3058"/>
                <a:gd name="T6" fmla="*/ 1822 w 2578"/>
                <a:gd name="T7" fmla="*/ 484 h 3058"/>
                <a:gd name="T8" fmla="*/ 1810 w 2578"/>
                <a:gd name="T9" fmla="*/ 374 h 3058"/>
                <a:gd name="T10" fmla="*/ 1808 w 2578"/>
                <a:gd name="T11" fmla="*/ 316 h 3058"/>
                <a:gd name="T12" fmla="*/ 1820 w 2578"/>
                <a:gd name="T13" fmla="*/ 234 h 3058"/>
                <a:gd name="T14" fmla="*/ 1852 w 2578"/>
                <a:gd name="T15" fmla="*/ 154 h 3058"/>
                <a:gd name="T16" fmla="*/ 1900 w 2578"/>
                <a:gd name="T17" fmla="*/ 82 h 3058"/>
                <a:gd name="T18" fmla="*/ 1964 w 2578"/>
                <a:gd name="T19" fmla="*/ 28 h 3058"/>
                <a:gd name="T20" fmla="*/ 2038 w 2578"/>
                <a:gd name="T21" fmla="*/ 2 h 3058"/>
                <a:gd name="T22" fmla="*/ 1926 w 2578"/>
                <a:gd name="T23" fmla="*/ 0 h 3058"/>
                <a:gd name="T24" fmla="*/ 1648 w 2578"/>
                <a:gd name="T25" fmla="*/ 12 h 3058"/>
                <a:gd name="T26" fmla="*/ 1402 w 2578"/>
                <a:gd name="T27" fmla="*/ 26 h 3058"/>
                <a:gd name="T28" fmla="*/ 1288 w 2578"/>
                <a:gd name="T29" fmla="*/ 26 h 3058"/>
                <a:gd name="T30" fmla="*/ 1084 w 2578"/>
                <a:gd name="T31" fmla="*/ 22 h 3058"/>
                <a:gd name="T32" fmla="*/ 850 w 2578"/>
                <a:gd name="T33" fmla="*/ 8 h 3058"/>
                <a:gd name="T34" fmla="*/ 514 w 2578"/>
                <a:gd name="T35" fmla="*/ 0 h 3058"/>
                <a:gd name="T36" fmla="*/ 566 w 2578"/>
                <a:gd name="T37" fmla="*/ 8 h 3058"/>
                <a:gd name="T38" fmla="*/ 636 w 2578"/>
                <a:gd name="T39" fmla="*/ 44 h 3058"/>
                <a:gd name="T40" fmla="*/ 694 w 2578"/>
                <a:gd name="T41" fmla="*/ 104 h 3058"/>
                <a:gd name="T42" fmla="*/ 738 w 2578"/>
                <a:gd name="T43" fmla="*/ 180 h 3058"/>
                <a:gd name="T44" fmla="*/ 764 w 2578"/>
                <a:gd name="T45" fmla="*/ 262 h 3058"/>
                <a:gd name="T46" fmla="*/ 770 w 2578"/>
                <a:gd name="T47" fmla="*/ 324 h 3058"/>
                <a:gd name="T48" fmla="*/ 766 w 2578"/>
                <a:gd name="T49" fmla="*/ 416 h 3058"/>
                <a:gd name="T50" fmla="*/ 746 w 2578"/>
                <a:gd name="T51" fmla="*/ 510 h 3058"/>
                <a:gd name="T52" fmla="*/ 708 w 2578"/>
                <a:gd name="T53" fmla="*/ 572 h 3058"/>
                <a:gd name="T54" fmla="*/ 606 w 2578"/>
                <a:gd name="T55" fmla="*/ 658 h 3058"/>
                <a:gd name="T56" fmla="*/ 436 w 2578"/>
                <a:gd name="T57" fmla="*/ 802 h 3058"/>
                <a:gd name="T58" fmla="*/ 386 w 2578"/>
                <a:gd name="T59" fmla="*/ 848 h 3058"/>
                <a:gd name="T60" fmla="*/ 254 w 2578"/>
                <a:gd name="T61" fmla="*/ 1000 h 3058"/>
                <a:gd name="T62" fmla="*/ 148 w 2578"/>
                <a:gd name="T63" fmla="*/ 1170 h 3058"/>
                <a:gd name="T64" fmla="*/ 68 w 2578"/>
                <a:gd name="T65" fmla="*/ 1356 h 3058"/>
                <a:gd name="T66" fmla="*/ 18 w 2578"/>
                <a:gd name="T67" fmla="*/ 1556 h 3058"/>
                <a:gd name="T68" fmla="*/ 0 w 2578"/>
                <a:gd name="T69" fmla="*/ 1768 h 3058"/>
                <a:gd name="T70" fmla="*/ 6 w 2578"/>
                <a:gd name="T71" fmla="*/ 1900 h 3058"/>
                <a:gd name="T72" fmla="*/ 40 w 2578"/>
                <a:gd name="T73" fmla="*/ 2090 h 3058"/>
                <a:gd name="T74" fmla="*/ 102 w 2578"/>
                <a:gd name="T75" fmla="*/ 2270 h 3058"/>
                <a:gd name="T76" fmla="*/ 186 w 2578"/>
                <a:gd name="T77" fmla="*/ 2436 h 3058"/>
                <a:gd name="T78" fmla="*/ 294 w 2578"/>
                <a:gd name="T79" fmla="*/ 2588 h 3058"/>
                <a:gd name="T80" fmla="*/ 422 w 2578"/>
                <a:gd name="T81" fmla="*/ 2722 h 3058"/>
                <a:gd name="T82" fmla="*/ 568 w 2578"/>
                <a:gd name="T83" fmla="*/ 2836 h 3058"/>
                <a:gd name="T84" fmla="*/ 730 w 2578"/>
                <a:gd name="T85" fmla="*/ 2930 h 3058"/>
                <a:gd name="T86" fmla="*/ 906 w 2578"/>
                <a:gd name="T87" fmla="*/ 3000 h 3058"/>
                <a:gd name="T88" fmla="*/ 1092 w 2578"/>
                <a:gd name="T89" fmla="*/ 3042 h 3058"/>
                <a:gd name="T90" fmla="*/ 1288 w 2578"/>
                <a:gd name="T91" fmla="*/ 3058 h 3058"/>
                <a:gd name="T92" fmla="*/ 1420 w 2578"/>
                <a:gd name="T93" fmla="*/ 3050 h 3058"/>
                <a:gd name="T94" fmla="*/ 1610 w 2578"/>
                <a:gd name="T95" fmla="*/ 3016 h 3058"/>
                <a:gd name="T96" fmla="*/ 1790 w 2578"/>
                <a:gd name="T97" fmla="*/ 2956 h 3058"/>
                <a:gd name="T98" fmla="*/ 1956 w 2578"/>
                <a:gd name="T99" fmla="*/ 2870 h 3058"/>
                <a:gd name="T100" fmla="*/ 2108 w 2578"/>
                <a:gd name="T101" fmla="*/ 2762 h 3058"/>
                <a:gd name="T102" fmla="*/ 2242 w 2578"/>
                <a:gd name="T103" fmla="*/ 2634 h 3058"/>
                <a:gd name="T104" fmla="*/ 2358 w 2578"/>
                <a:gd name="T105" fmla="*/ 2488 h 3058"/>
                <a:gd name="T106" fmla="*/ 2450 w 2578"/>
                <a:gd name="T107" fmla="*/ 2328 h 3058"/>
                <a:gd name="T108" fmla="*/ 2520 w 2578"/>
                <a:gd name="T109" fmla="*/ 2152 h 3058"/>
                <a:gd name="T110" fmla="*/ 2562 w 2578"/>
                <a:gd name="T111" fmla="*/ 1964 h 3058"/>
                <a:gd name="T112" fmla="*/ 2578 w 2578"/>
                <a:gd name="T113" fmla="*/ 1768 h 3058"/>
                <a:gd name="T114" fmla="*/ 2570 w 2578"/>
                <a:gd name="T115" fmla="*/ 1626 h 3058"/>
                <a:gd name="T116" fmla="*/ 2530 w 2578"/>
                <a:gd name="T117" fmla="*/ 1422 h 3058"/>
                <a:gd name="T118" fmla="*/ 2460 w 2578"/>
                <a:gd name="T119" fmla="*/ 1230 h 3058"/>
                <a:gd name="T120" fmla="*/ 2362 w 2578"/>
                <a:gd name="T121" fmla="*/ 1054 h 3058"/>
                <a:gd name="T122" fmla="*/ 2238 w 2578"/>
                <a:gd name="T123" fmla="*/ 896 h 3058"/>
                <a:gd name="T124" fmla="*/ 2142 w 2578"/>
                <a:gd name="T125" fmla="*/ 80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78" h="3058">
                  <a:moveTo>
                    <a:pt x="2142" y="802"/>
                  </a:moveTo>
                  <a:lnTo>
                    <a:pt x="2142" y="802"/>
                  </a:lnTo>
                  <a:lnTo>
                    <a:pt x="2092" y="756"/>
                  </a:lnTo>
                  <a:lnTo>
                    <a:pt x="2046" y="718"/>
                  </a:lnTo>
                  <a:lnTo>
                    <a:pt x="1970" y="658"/>
                  </a:lnTo>
                  <a:lnTo>
                    <a:pt x="1912" y="612"/>
                  </a:lnTo>
                  <a:lnTo>
                    <a:pt x="1890" y="592"/>
                  </a:lnTo>
                  <a:lnTo>
                    <a:pt x="1870" y="572"/>
                  </a:lnTo>
                  <a:lnTo>
                    <a:pt x="1854" y="554"/>
                  </a:lnTo>
                  <a:lnTo>
                    <a:pt x="1842" y="532"/>
                  </a:lnTo>
                  <a:lnTo>
                    <a:pt x="1830" y="510"/>
                  </a:lnTo>
                  <a:lnTo>
                    <a:pt x="1822" y="484"/>
                  </a:lnTo>
                  <a:lnTo>
                    <a:pt x="1816" y="452"/>
                  </a:lnTo>
                  <a:lnTo>
                    <a:pt x="1812" y="416"/>
                  </a:lnTo>
                  <a:lnTo>
                    <a:pt x="1810" y="374"/>
                  </a:lnTo>
                  <a:lnTo>
                    <a:pt x="1808" y="324"/>
                  </a:lnTo>
                  <a:lnTo>
                    <a:pt x="1808" y="316"/>
                  </a:lnTo>
                  <a:lnTo>
                    <a:pt x="1808" y="316"/>
                  </a:lnTo>
                  <a:lnTo>
                    <a:pt x="1810" y="290"/>
                  </a:lnTo>
                  <a:lnTo>
                    <a:pt x="1814" y="262"/>
                  </a:lnTo>
                  <a:lnTo>
                    <a:pt x="1820" y="234"/>
                  </a:lnTo>
                  <a:lnTo>
                    <a:pt x="1828" y="206"/>
                  </a:lnTo>
                  <a:lnTo>
                    <a:pt x="1838" y="180"/>
                  </a:lnTo>
                  <a:lnTo>
                    <a:pt x="1852" y="154"/>
                  </a:lnTo>
                  <a:lnTo>
                    <a:pt x="1866" y="128"/>
                  </a:lnTo>
                  <a:lnTo>
                    <a:pt x="1882" y="104"/>
                  </a:lnTo>
                  <a:lnTo>
                    <a:pt x="1900" y="82"/>
                  </a:lnTo>
                  <a:lnTo>
                    <a:pt x="1920" y="62"/>
                  </a:lnTo>
                  <a:lnTo>
                    <a:pt x="1942" y="44"/>
                  </a:lnTo>
                  <a:lnTo>
                    <a:pt x="1964" y="28"/>
                  </a:lnTo>
                  <a:lnTo>
                    <a:pt x="1988" y="16"/>
                  </a:lnTo>
                  <a:lnTo>
                    <a:pt x="2012" y="8"/>
                  </a:lnTo>
                  <a:lnTo>
                    <a:pt x="2038" y="2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1926" y="0"/>
                  </a:lnTo>
                  <a:lnTo>
                    <a:pt x="1818" y="4"/>
                  </a:lnTo>
                  <a:lnTo>
                    <a:pt x="1728" y="8"/>
                  </a:lnTo>
                  <a:lnTo>
                    <a:pt x="1648" y="12"/>
                  </a:lnTo>
                  <a:lnTo>
                    <a:pt x="1574" y="18"/>
                  </a:lnTo>
                  <a:lnTo>
                    <a:pt x="1494" y="22"/>
                  </a:lnTo>
                  <a:lnTo>
                    <a:pt x="1402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176" y="26"/>
                  </a:lnTo>
                  <a:lnTo>
                    <a:pt x="1084" y="22"/>
                  </a:lnTo>
                  <a:lnTo>
                    <a:pt x="1004" y="18"/>
                  </a:lnTo>
                  <a:lnTo>
                    <a:pt x="928" y="12"/>
                  </a:lnTo>
                  <a:lnTo>
                    <a:pt x="850" y="8"/>
                  </a:lnTo>
                  <a:lnTo>
                    <a:pt x="760" y="4"/>
                  </a:lnTo>
                  <a:lnTo>
                    <a:pt x="650" y="0"/>
                  </a:lnTo>
                  <a:lnTo>
                    <a:pt x="514" y="0"/>
                  </a:lnTo>
                  <a:lnTo>
                    <a:pt x="514" y="0"/>
                  </a:lnTo>
                  <a:lnTo>
                    <a:pt x="540" y="2"/>
                  </a:lnTo>
                  <a:lnTo>
                    <a:pt x="566" y="8"/>
                  </a:lnTo>
                  <a:lnTo>
                    <a:pt x="590" y="16"/>
                  </a:lnTo>
                  <a:lnTo>
                    <a:pt x="614" y="28"/>
                  </a:lnTo>
                  <a:lnTo>
                    <a:pt x="636" y="44"/>
                  </a:lnTo>
                  <a:lnTo>
                    <a:pt x="656" y="62"/>
                  </a:lnTo>
                  <a:lnTo>
                    <a:pt x="676" y="82"/>
                  </a:lnTo>
                  <a:lnTo>
                    <a:pt x="694" y="104"/>
                  </a:lnTo>
                  <a:lnTo>
                    <a:pt x="712" y="128"/>
                  </a:lnTo>
                  <a:lnTo>
                    <a:pt x="726" y="154"/>
                  </a:lnTo>
                  <a:lnTo>
                    <a:pt x="738" y="180"/>
                  </a:lnTo>
                  <a:lnTo>
                    <a:pt x="750" y="206"/>
                  </a:lnTo>
                  <a:lnTo>
                    <a:pt x="758" y="234"/>
                  </a:lnTo>
                  <a:lnTo>
                    <a:pt x="764" y="262"/>
                  </a:lnTo>
                  <a:lnTo>
                    <a:pt x="768" y="290"/>
                  </a:lnTo>
                  <a:lnTo>
                    <a:pt x="770" y="316"/>
                  </a:lnTo>
                  <a:lnTo>
                    <a:pt x="770" y="324"/>
                  </a:lnTo>
                  <a:lnTo>
                    <a:pt x="770" y="324"/>
                  </a:lnTo>
                  <a:lnTo>
                    <a:pt x="768" y="374"/>
                  </a:lnTo>
                  <a:lnTo>
                    <a:pt x="766" y="416"/>
                  </a:lnTo>
                  <a:lnTo>
                    <a:pt x="760" y="452"/>
                  </a:lnTo>
                  <a:lnTo>
                    <a:pt x="754" y="484"/>
                  </a:lnTo>
                  <a:lnTo>
                    <a:pt x="746" y="510"/>
                  </a:lnTo>
                  <a:lnTo>
                    <a:pt x="736" y="532"/>
                  </a:lnTo>
                  <a:lnTo>
                    <a:pt x="724" y="554"/>
                  </a:lnTo>
                  <a:lnTo>
                    <a:pt x="708" y="572"/>
                  </a:lnTo>
                  <a:lnTo>
                    <a:pt x="688" y="592"/>
                  </a:lnTo>
                  <a:lnTo>
                    <a:pt x="664" y="612"/>
                  </a:lnTo>
                  <a:lnTo>
                    <a:pt x="606" y="658"/>
                  </a:lnTo>
                  <a:lnTo>
                    <a:pt x="532" y="718"/>
                  </a:lnTo>
                  <a:lnTo>
                    <a:pt x="486" y="756"/>
                  </a:lnTo>
                  <a:lnTo>
                    <a:pt x="436" y="802"/>
                  </a:lnTo>
                  <a:lnTo>
                    <a:pt x="436" y="802"/>
                  </a:lnTo>
                  <a:lnTo>
                    <a:pt x="436" y="802"/>
                  </a:lnTo>
                  <a:lnTo>
                    <a:pt x="386" y="848"/>
                  </a:lnTo>
                  <a:lnTo>
                    <a:pt x="340" y="896"/>
                  </a:lnTo>
                  <a:lnTo>
                    <a:pt x="296" y="946"/>
                  </a:lnTo>
                  <a:lnTo>
                    <a:pt x="254" y="1000"/>
                  </a:lnTo>
                  <a:lnTo>
                    <a:pt x="216" y="1054"/>
                  </a:lnTo>
                  <a:lnTo>
                    <a:pt x="180" y="1110"/>
                  </a:lnTo>
                  <a:lnTo>
                    <a:pt x="148" y="1170"/>
                  </a:lnTo>
                  <a:lnTo>
                    <a:pt x="118" y="1230"/>
                  </a:lnTo>
                  <a:lnTo>
                    <a:pt x="90" y="1292"/>
                  </a:lnTo>
                  <a:lnTo>
                    <a:pt x="68" y="1356"/>
                  </a:lnTo>
                  <a:lnTo>
                    <a:pt x="48" y="1422"/>
                  </a:lnTo>
                  <a:lnTo>
                    <a:pt x="30" y="1488"/>
                  </a:lnTo>
                  <a:lnTo>
                    <a:pt x="18" y="1556"/>
                  </a:lnTo>
                  <a:lnTo>
                    <a:pt x="8" y="1626"/>
                  </a:lnTo>
                  <a:lnTo>
                    <a:pt x="2" y="1696"/>
                  </a:lnTo>
                  <a:lnTo>
                    <a:pt x="0" y="1768"/>
                  </a:lnTo>
                  <a:lnTo>
                    <a:pt x="0" y="1768"/>
                  </a:lnTo>
                  <a:lnTo>
                    <a:pt x="2" y="1834"/>
                  </a:lnTo>
                  <a:lnTo>
                    <a:pt x="6" y="1900"/>
                  </a:lnTo>
                  <a:lnTo>
                    <a:pt x="14" y="1964"/>
                  </a:lnTo>
                  <a:lnTo>
                    <a:pt x="26" y="2028"/>
                  </a:lnTo>
                  <a:lnTo>
                    <a:pt x="40" y="2090"/>
                  </a:lnTo>
                  <a:lnTo>
                    <a:pt x="58" y="2152"/>
                  </a:lnTo>
                  <a:lnTo>
                    <a:pt x="78" y="2212"/>
                  </a:lnTo>
                  <a:lnTo>
                    <a:pt x="102" y="2270"/>
                  </a:lnTo>
                  <a:lnTo>
                    <a:pt x="128" y="2328"/>
                  </a:lnTo>
                  <a:lnTo>
                    <a:pt x="156" y="2382"/>
                  </a:lnTo>
                  <a:lnTo>
                    <a:pt x="186" y="2436"/>
                  </a:lnTo>
                  <a:lnTo>
                    <a:pt x="220" y="2488"/>
                  </a:lnTo>
                  <a:lnTo>
                    <a:pt x="256" y="2540"/>
                  </a:lnTo>
                  <a:lnTo>
                    <a:pt x="294" y="2588"/>
                  </a:lnTo>
                  <a:lnTo>
                    <a:pt x="334" y="2634"/>
                  </a:lnTo>
                  <a:lnTo>
                    <a:pt x="378" y="2680"/>
                  </a:lnTo>
                  <a:lnTo>
                    <a:pt x="422" y="2722"/>
                  </a:lnTo>
                  <a:lnTo>
                    <a:pt x="470" y="2762"/>
                  </a:lnTo>
                  <a:lnTo>
                    <a:pt x="518" y="2802"/>
                  </a:lnTo>
                  <a:lnTo>
                    <a:pt x="568" y="2836"/>
                  </a:lnTo>
                  <a:lnTo>
                    <a:pt x="620" y="2870"/>
                  </a:lnTo>
                  <a:lnTo>
                    <a:pt x="674" y="2902"/>
                  </a:lnTo>
                  <a:lnTo>
                    <a:pt x="730" y="2930"/>
                  </a:lnTo>
                  <a:lnTo>
                    <a:pt x="788" y="2956"/>
                  </a:lnTo>
                  <a:lnTo>
                    <a:pt x="846" y="2978"/>
                  </a:lnTo>
                  <a:lnTo>
                    <a:pt x="906" y="3000"/>
                  </a:lnTo>
                  <a:lnTo>
                    <a:pt x="966" y="3016"/>
                  </a:lnTo>
                  <a:lnTo>
                    <a:pt x="1030" y="3030"/>
                  </a:lnTo>
                  <a:lnTo>
                    <a:pt x="1092" y="3042"/>
                  </a:lnTo>
                  <a:lnTo>
                    <a:pt x="1156" y="3050"/>
                  </a:lnTo>
                  <a:lnTo>
                    <a:pt x="1222" y="3056"/>
                  </a:lnTo>
                  <a:lnTo>
                    <a:pt x="1288" y="3058"/>
                  </a:lnTo>
                  <a:lnTo>
                    <a:pt x="1288" y="3058"/>
                  </a:lnTo>
                  <a:lnTo>
                    <a:pt x="1356" y="3056"/>
                  </a:lnTo>
                  <a:lnTo>
                    <a:pt x="1420" y="3050"/>
                  </a:lnTo>
                  <a:lnTo>
                    <a:pt x="1484" y="3042"/>
                  </a:lnTo>
                  <a:lnTo>
                    <a:pt x="1548" y="3030"/>
                  </a:lnTo>
                  <a:lnTo>
                    <a:pt x="1610" y="3016"/>
                  </a:lnTo>
                  <a:lnTo>
                    <a:pt x="1672" y="3000"/>
                  </a:lnTo>
                  <a:lnTo>
                    <a:pt x="1732" y="2978"/>
                  </a:lnTo>
                  <a:lnTo>
                    <a:pt x="1790" y="2956"/>
                  </a:lnTo>
                  <a:lnTo>
                    <a:pt x="1848" y="2930"/>
                  </a:lnTo>
                  <a:lnTo>
                    <a:pt x="1902" y="2902"/>
                  </a:lnTo>
                  <a:lnTo>
                    <a:pt x="1956" y="2870"/>
                  </a:lnTo>
                  <a:lnTo>
                    <a:pt x="2010" y="2836"/>
                  </a:lnTo>
                  <a:lnTo>
                    <a:pt x="2060" y="2802"/>
                  </a:lnTo>
                  <a:lnTo>
                    <a:pt x="2108" y="2762"/>
                  </a:lnTo>
                  <a:lnTo>
                    <a:pt x="2156" y="2722"/>
                  </a:lnTo>
                  <a:lnTo>
                    <a:pt x="2200" y="2680"/>
                  </a:lnTo>
                  <a:lnTo>
                    <a:pt x="2242" y="2634"/>
                  </a:lnTo>
                  <a:lnTo>
                    <a:pt x="2284" y="2588"/>
                  </a:lnTo>
                  <a:lnTo>
                    <a:pt x="2322" y="2540"/>
                  </a:lnTo>
                  <a:lnTo>
                    <a:pt x="2358" y="2488"/>
                  </a:lnTo>
                  <a:lnTo>
                    <a:pt x="2390" y="2436"/>
                  </a:lnTo>
                  <a:lnTo>
                    <a:pt x="2422" y="2382"/>
                  </a:lnTo>
                  <a:lnTo>
                    <a:pt x="2450" y="2328"/>
                  </a:lnTo>
                  <a:lnTo>
                    <a:pt x="2476" y="2270"/>
                  </a:lnTo>
                  <a:lnTo>
                    <a:pt x="2500" y="2212"/>
                  </a:lnTo>
                  <a:lnTo>
                    <a:pt x="2520" y="2152"/>
                  </a:lnTo>
                  <a:lnTo>
                    <a:pt x="2536" y="2090"/>
                  </a:lnTo>
                  <a:lnTo>
                    <a:pt x="2552" y="2028"/>
                  </a:lnTo>
                  <a:lnTo>
                    <a:pt x="2562" y="1964"/>
                  </a:lnTo>
                  <a:lnTo>
                    <a:pt x="2570" y="1900"/>
                  </a:lnTo>
                  <a:lnTo>
                    <a:pt x="2576" y="1834"/>
                  </a:lnTo>
                  <a:lnTo>
                    <a:pt x="2578" y="1768"/>
                  </a:lnTo>
                  <a:lnTo>
                    <a:pt x="2578" y="1768"/>
                  </a:lnTo>
                  <a:lnTo>
                    <a:pt x="2576" y="1696"/>
                  </a:lnTo>
                  <a:lnTo>
                    <a:pt x="2570" y="1626"/>
                  </a:lnTo>
                  <a:lnTo>
                    <a:pt x="2560" y="1556"/>
                  </a:lnTo>
                  <a:lnTo>
                    <a:pt x="2546" y="1488"/>
                  </a:lnTo>
                  <a:lnTo>
                    <a:pt x="2530" y="1422"/>
                  </a:lnTo>
                  <a:lnTo>
                    <a:pt x="2510" y="1356"/>
                  </a:lnTo>
                  <a:lnTo>
                    <a:pt x="2486" y="1292"/>
                  </a:lnTo>
                  <a:lnTo>
                    <a:pt x="2460" y="1230"/>
                  </a:lnTo>
                  <a:lnTo>
                    <a:pt x="2430" y="1170"/>
                  </a:lnTo>
                  <a:lnTo>
                    <a:pt x="2396" y="1110"/>
                  </a:lnTo>
                  <a:lnTo>
                    <a:pt x="2362" y="1054"/>
                  </a:lnTo>
                  <a:lnTo>
                    <a:pt x="2322" y="1000"/>
                  </a:lnTo>
                  <a:lnTo>
                    <a:pt x="2282" y="946"/>
                  </a:lnTo>
                  <a:lnTo>
                    <a:pt x="2238" y="896"/>
                  </a:lnTo>
                  <a:lnTo>
                    <a:pt x="2190" y="848"/>
                  </a:lnTo>
                  <a:lnTo>
                    <a:pt x="2142" y="802"/>
                  </a:lnTo>
                  <a:lnTo>
                    <a:pt x="2142" y="802"/>
                  </a:lnTo>
                  <a:close/>
                </a:path>
              </a:pathLst>
            </a:custGeom>
            <a:solidFill>
              <a:srgbClr val="FFB500"/>
            </a:solidFill>
            <a:ln>
              <a:noFill/>
            </a:ln>
            <a:effectLst/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2700">
                <a:solidFill>
                  <a:schemeClr val="accent1"/>
                </a:solidFill>
              </a:endParaRPr>
            </a:p>
          </p:txBody>
        </p:sp>
        <p:sp>
          <p:nvSpPr>
            <p:cNvPr id="30" name="Oval 29" descr="decorative: Oval 41">
              <a:extLst>
                <a:ext uri="{FF2B5EF4-FFF2-40B4-BE49-F238E27FC236}">
                  <a16:creationId xmlns:a16="http://schemas.microsoft.com/office/drawing/2014/main" id="{069E6F18-4983-9252-7CE4-3DB947F6B899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ltGray">
            <a:xfrm>
              <a:off x="5584489" y="2084616"/>
              <a:ext cx="1023021" cy="1023020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2700">
                <a:solidFill>
                  <a:schemeClr val="accent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9593971-1A9F-4F5E-9D78-D91A40C13BF2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8541907" y="1741447"/>
            <a:ext cx="861842" cy="1022309"/>
            <a:chOff x="7814499" y="1801228"/>
            <a:chExt cx="1149122" cy="1363079"/>
          </a:xfrm>
        </p:grpSpPr>
        <p:sp>
          <p:nvSpPr>
            <p:cNvPr id="32" name="Freeform 6" descr="decorative: Freeform 6">
              <a:extLst>
                <a:ext uri="{FF2B5EF4-FFF2-40B4-BE49-F238E27FC236}">
                  <a16:creationId xmlns:a16="http://schemas.microsoft.com/office/drawing/2014/main" id="{6C980DDD-8BA5-83D9-CAD6-B1FD715947C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 bwMode="auto">
            <a:xfrm>
              <a:off x="7928398" y="1801228"/>
              <a:ext cx="230004" cy="141746"/>
            </a:xfrm>
            <a:custGeom>
              <a:avLst/>
              <a:gdLst>
                <a:gd name="T0" fmla="*/ 512 w 512"/>
                <a:gd name="T1" fmla="*/ 318 h 318"/>
                <a:gd name="T2" fmla="*/ 512 w 512"/>
                <a:gd name="T3" fmla="*/ 316 h 318"/>
                <a:gd name="T4" fmla="*/ 512 w 512"/>
                <a:gd name="T5" fmla="*/ 316 h 318"/>
                <a:gd name="T6" fmla="*/ 510 w 512"/>
                <a:gd name="T7" fmla="*/ 290 h 318"/>
                <a:gd name="T8" fmla="*/ 506 w 512"/>
                <a:gd name="T9" fmla="*/ 262 h 318"/>
                <a:gd name="T10" fmla="*/ 500 w 512"/>
                <a:gd name="T11" fmla="*/ 234 h 318"/>
                <a:gd name="T12" fmla="*/ 492 w 512"/>
                <a:gd name="T13" fmla="*/ 206 h 318"/>
                <a:gd name="T14" fmla="*/ 480 w 512"/>
                <a:gd name="T15" fmla="*/ 180 h 318"/>
                <a:gd name="T16" fmla="*/ 468 w 512"/>
                <a:gd name="T17" fmla="*/ 154 h 318"/>
                <a:gd name="T18" fmla="*/ 454 w 512"/>
                <a:gd name="T19" fmla="*/ 128 h 318"/>
                <a:gd name="T20" fmla="*/ 436 w 512"/>
                <a:gd name="T21" fmla="*/ 104 h 318"/>
                <a:gd name="T22" fmla="*/ 418 w 512"/>
                <a:gd name="T23" fmla="*/ 82 h 318"/>
                <a:gd name="T24" fmla="*/ 398 w 512"/>
                <a:gd name="T25" fmla="*/ 62 h 318"/>
                <a:gd name="T26" fmla="*/ 378 w 512"/>
                <a:gd name="T27" fmla="*/ 44 h 318"/>
                <a:gd name="T28" fmla="*/ 356 w 512"/>
                <a:gd name="T29" fmla="*/ 28 h 318"/>
                <a:gd name="T30" fmla="*/ 332 w 512"/>
                <a:gd name="T31" fmla="*/ 16 h 318"/>
                <a:gd name="T32" fmla="*/ 308 w 512"/>
                <a:gd name="T33" fmla="*/ 8 h 318"/>
                <a:gd name="T34" fmla="*/ 282 w 512"/>
                <a:gd name="T35" fmla="*/ 2 h 318"/>
                <a:gd name="T36" fmla="*/ 256 w 512"/>
                <a:gd name="T37" fmla="*/ 0 h 318"/>
                <a:gd name="T38" fmla="*/ 256 w 512"/>
                <a:gd name="T39" fmla="*/ 0 h 318"/>
                <a:gd name="T40" fmla="*/ 230 w 512"/>
                <a:gd name="T41" fmla="*/ 2 h 318"/>
                <a:gd name="T42" fmla="*/ 204 w 512"/>
                <a:gd name="T43" fmla="*/ 8 h 318"/>
                <a:gd name="T44" fmla="*/ 180 w 512"/>
                <a:gd name="T45" fmla="*/ 16 h 318"/>
                <a:gd name="T46" fmla="*/ 156 w 512"/>
                <a:gd name="T47" fmla="*/ 28 h 318"/>
                <a:gd name="T48" fmla="*/ 134 w 512"/>
                <a:gd name="T49" fmla="*/ 44 h 318"/>
                <a:gd name="T50" fmla="*/ 114 w 512"/>
                <a:gd name="T51" fmla="*/ 62 h 318"/>
                <a:gd name="T52" fmla="*/ 94 w 512"/>
                <a:gd name="T53" fmla="*/ 82 h 318"/>
                <a:gd name="T54" fmla="*/ 76 w 512"/>
                <a:gd name="T55" fmla="*/ 104 h 318"/>
                <a:gd name="T56" fmla="*/ 60 w 512"/>
                <a:gd name="T57" fmla="*/ 128 h 318"/>
                <a:gd name="T58" fmla="*/ 44 w 512"/>
                <a:gd name="T59" fmla="*/ 154 h 318"/>
                <a:gd name="T60" fmla="*/ 32 w 512"/>
                <a:gd name="T61" fmla="*/ 180 h 318"/>
                <a:gd name="T62" fmla="*/ 20 w 512"/>
                <a:gd name="T63" fmla="*/ 206 h 318"/>
                <a:gd name="T64" fmla="*/ 12 w 512"/>
                <a:gd name="T65" fmla="*/ 234 h 318"/>
                <a:gd name="T66" fmla="*/ 6 w 512"/>
                <a:gd name="T67" fmla="*/ 262 h 318"/>
                <a:gd name="T68" fmla="*/ 2 w 512"/>
                <a:gd name="T69" fmla="*/ 290 h 318"/>
                <a:gd name="T70" fmla="*/ 0 w 512"/>
                <a:gd name="T71" fmla="*/ 316 h 318"/>
                <a:gd name="T72" fmla="*/ 0 w 512"/>
                <a:gd name="T73" fmla="*/ 318 h 318"/>
                <a:gd name="T74" fmla="*/ 512 w 512"/>
                <a:gd name="T7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2" h="318">
                  <a:moveTo>
                    <a:pt x="512" y="318"/>
                  </a:moveTo>
                  <a:lnTo>
                    <a:pt x="512" y="316"/>
                  </a:lnTo>
                  <a:lnTo>
                    <a:pt x="512" y="316"/>
                  </a:lnTo>
                  <a:lnTo>
                    <a:pt x="510" y="290"/>
                  </a:lnTo>
                  <a:lnTo>
                    <a:pt x="506" y="262"/>
                  </a:lnTo>
                  <a:lnTo>
                    <a:pt x="500" y="234"/>
                  </a:lnTo>
                  <a:lnTo>
                    <a:pt x="492" y="206"/>
                  </a:lnTo>
                  <a:lnTo>
                    <a:pt x="480" y="180"/>
                  </a:lnTo>
                  <a:lnTo>
                    <a:pt x="468" y="154"/>
                  </a:lnTo>
                  <a:lnTo>
                    <a:pt x="454" y="128"/>
                  </a:lnTo>
                  <a:lnTo>
                    <a:pt x="436" y="104"/>
                  </a:lnTo>
                  <a:lnTo>
                    <a:pt x="418" y="82"/>
                  </a:lnTo>
                  <a:lnTo>
                    <a:pt x="398" y="62"/>
                  </a:lnTo>
                  <a:lnTo>
                    <a:pt x="378" y="44"/>
                  </a:lnTo>
                  <a:lnTo>
                    <a:pt x="356" y="28"/>
                  </a:lnTo>
                  <a:lnTo>
                    <a:pt x="332" y="16"/>
                  </a:lnTo>
                  <a:lnTo>
                    <a:pt x="308" y="8"/>
                  </a:lnTo>
                  <a:lnTo>
                    <a:pt x="282" y="2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230" y="2"/>
                  </a:lnTo>
                  <a:lnTo>
                    <a:pt x="204" y="8"/>
                  </a:lnTo>
                  <a:lnTo>
                    <a:pt x="180" y="16"/>
                  </a:lnTo>
                  <a:lnTo>
                    <a:pt x="156" y="28"/>
                  </a:lnTo>
                  <a:lnTo>
                    <a:pt x="134" y="44"/>
                  </a:lnTo>
                  <a:lnTo>
                    <a:pt x="114" y="62"/>
                  </a:lnTo>
                  <a:lnTo>
                    <a:pt x="94" y="82"/>
                  </a:lnTo>
                  <a:lnTo>
                    <a:pt x="76" y="104"/>
                  </a:lnTo>
                  <a:lnTo>
                    <a:pt x="60" y="128"/>
                  </a:lnTo>
                  <a:lnTo>
                    <a:pt x="44" y="154"/>
                  </a:lnTo>
                  <a:lnTo>
                    <a:pt x="32" y="180"/>
                  </a:lnTo>
                  <a:lnTo>
                    <a:pt x="20" y="206"/>
                  </a:lnTo>
                  <a:lnTo>
                    <a:pt x="12" y="234"/>
                  </a:lnTo>
                  <a:lnTo>
                    <a:pt x="6" y="262"/>
                  </a:lnTo>
                  <a:lnTo>
                    <a:pt x="2" y="290"/>
                  </a:lnTo>
                  <a:lnTo>
                    <a:pt x="0" y="316"/>
                  </a:lnTo>
                  <a:lnTo>
                    <a:pt x="0" y="318"/>
                  </a:lnTo>
                  <a:lnTo>
                    <a:pt x="512" y="318"/>
                  </a:lnTo>
                  <a:close/>
                </a:path>
              </a:pathLst>
            </a:custGeom>
            <a:solidFill>
              <a:srgbClr val="121314">
                <a:alpha val="69804"/>
              </a:srgbClr>
            </a:solidFill>
            <a:ln>
              <a:noFill/>
            </a:ln>
            <a:effectLst/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27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3" name="Freeform 7" descr="decorative: Freeform 7">
              <a:extLst>
                <a:ext uri="{FF2B5EF4-FFF2-40B4-BE49-F238E27FC236}">
                  <a16:creationId xmlns:a16="http://schemas.microsoft.com/office/drawing/2014/main" id="{FEEBEAB5-01B0-3369-7AE8-71AB39B21EE8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auto">
            <a:xfrm>
              <a:off x="8620612" y="1801228"/>
              <a:ext cx="229108" cy="141746"/>
            </a:xfrm>
            <a:custGeom>
              <a:avLst/>
              <a:gdLst>
                <a:gd name="T0" fmla="*/ 0 w 510"/>
                <a:gd name="T1" fmla="*/ 318 h 318"/>
                <a:gd name="T2" fmla="*/ 0 w 510"/>
                <a:gd name="T3" fmla="*/ 316 h 318"/>
                <a:gd name="T4" fmla="*/ 0 w 510"/>
                <a:gd name="T5" fmla="*/ 316 h 318"/>
                <a:gd name="T6" fmla="*/ 2 w 510"/>
                <a:gd name="T7" fmla="*/ 290 h 318"/>
                <a:gd name="T8" fmla="*/ 6 w 510"/>
                <a:gd name="T9" fmla="*/ 262 h 318"/>
                <a:gd name="T10" fmla="*/ 12 w 510"/>
                <a:gd name="T11" fmla="*/ 234 h 318"/>
                <a:gd name="T12" fmla="*/ 20 w 510"/>
                <a:gd name="T13" fmla="*/ 206 h 318"/>
                <a:gd name="T14" fmla="*/ 30 w 510"/>
                <a:gd name="T15" fmla="*/ 180 h 318"/>
                <a:gd name="T16" fmla="*/ 44 w 510"/>
                <a:gd name="T17" fmla="*/ 154 h 318"/>
                <a:gd name="T18" fmla="*/ 58 w 510"/>
                <a:gd name="T19" fmla="*/ 128 h 318"/>
                <a:gd name="T20" fmla="*/ 74 w 510"/>
                <a:gd name="T21" fmla="*/ 104 h 318"/>
                <a:gd name="T22" fmla="*/ 92 w 510"/>
                <a:gd name="T23" fmla="*/ 82 h 318"/>
                <a:gd name="T24" fmla="*/ 112 w 510"/>
                <a:gd name="T25" fmla="*/ 62 h 318"/>
                <a:gd name="T26" fmla="*/ 134 w 510"/>
                <a:gd name="T27" fmla="*/ 44 h 318"/>
                <a:gd name="T28" fmla="*/ 156 w 510"/>
                <a:gd name="T29" fmla="*/ 28 h 318"/>
                <a:gd name="T30" fmla="*/ 180 w 510"/>
                <a:gd name="T31" fmla="*/ 16 h 318"/>
                <a:gd name="T32" fmla="*/ 204 w 510"/>
                <a:gd name="T33" fmla="*/ 8 h 318"/>
                <a:gd name="T34" fmla="*/ 230 w 510"/>
                <a:gd name="T35" fmla="*/ 2 h 318"/>
                <a:gd name="T36" fmla="*/ 256 w 510"/>
                <a:gd name="T37" fmla="*/ 0 h 318"/>
                <a:gd name="T38" fmla="*/ 256 w 510"/>
                <a:gd name="T39" fmla="*/ 0 h 318"/>
                <a:gd name="T40" fmla="*/ 282 w 510"/>
                <a:gd name="T41" fmla="*/ 2 h 318"/>
                <a:gd name="T42" fmla="*/ 306 w 510"/>
                <a:gd name="T43" fmla="*/ 8 h 318"/>
                <a:gd name="T44" fmla="*/ 332 w 510"/>
                <a:gd name="T45" fmla="*/ 16 h 318"/>
                <a:gd name="T46" fmla="*/ 354 w 510"/>
                <a:gd name="T47" fmla="*/ 28 h 318"/>
                <a:gd name="T48" fmla="*/ 376 w 510"/>
                <a:gd name="T49" fmla="*/ 44 h 318"/>
                <a:gd name="T50" fmla="*/ 398 w 510"/>
                <a:gd name="T51" fmla="*/ 62 h 318"/>
                <a:gd name="T52" fmla="*/ 418 w 510"/>
                <a:gd name="T53" fmla="*/ 82 h 318"/>
                <a:gd name="T54" fmla="*/ 436 w 510"/>
                <a:gd name="T55" fmla="*/ 104 h 318"/>
                <a:gd name="T56" fmla="*/ 452 w 510"/>
                <a:gd name="T57" fmla="*/ 128 h 318"/>
                <a:gd name="T58" fmla="*/ 466 w 510"/>
                <a:gd name="T59" fmla="*/ 154 h 318"/>
                <a:gd name="T60" fmla="*/ 480 w 510"/>
                <a:gd name="T61" fmla="*/ 180 h 318"/>
                <a:gd name="T62" fmla="*/ 490 w 510"/>
                <a:gd name="T63" fmla="*/ 206 h 318"/>
                <a:gd name="T64" fmla="*/ 500 w 510"/>
                <a:gd name="T65" fmla="*/ 234 h 318"/>
                <a:gd name="T66" fmla="*/ 506 w 510"/>
                <a:gd name="T67" fmla="*/ 262 h 318"/>
                <a:gd name="T68" fmla="*/ 510 w 510"/>
                <a:gd name="T69" fmla="*/ 290 h 318"/>
                <a:gd name="T70" fmla="*/ 510 w 510"/>
                <a:gd name="T71" fmla="*/ 316 h 318"/>
                <a:gd name="T72" fmla="*/ 510 w 510"/>
                <a:gd name="T73" fmla="*/ 318 h 318"/>
                <a:gd name="T74" fmla="*/ 0 w 510"/>
                <a:gd name="T75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0" h="318">
                  <a:moveTo>
                    <a:pt x="0" y="318"/>
                  </a:moveTo>
                  <a:lnTo>
                    <a:pt x="0" y="316"/>
                  </a:lnTo>
                  <a:lnTo>
                    <a:pt x="0" y="316"/>
                  </a:lnTo>
                  <a:lnTo>
                    <a:pt x="2" y="290"/>
                  </a:lnTo>
                  <a:lnTo>
                    <a:pt x="6" y="262"/>
                  </a:lnTo>
                  <a:lnTo>
                    <a:pt x="12" y="234"/>
                  </a:lnTo>
                  <a:lnTo>
                    <a:pt x="20" y="206"/>
                  </a:lnTo>
                  <a:lnTo>
                    <a:pt x="30" y="180"/>
                  </a:lnTo>
                  <a:lnTo>
                    <a:pt x="44" y="154"/>
                  </a:lnTo>
                  <a:lnTo>
                    <a:pt x="58" y="128"/>
                  </a:lnTo>
                  <a:lnTo>
                    <a:pt x="74" y="104"/>
                  </a:lnTo>
                  <a:lnTo>
                    <a:pt x="92" y="82"/>
                  </a:lnTo>
                  <a:lnTo>
                    <a:pt x="112" y="62"/>
                  </a:lnTo>
                  <a:lnTo>
                    <a:pt x="134" y="44"/>
                  </a:lnTo>
                  <a:lnTo>
                    <a:pt x="156" y="28"/>
                  </a:lnTo>
                  <a:lnTo>
                    <a:pt x="180" y="16"/>
                  </a:lnTo>
                  <a:lnTo>
                    <a:pt x="204" y="8"/>
                  </a:lnTo>
                  <a:lnTo>
                    <a:pt x="230" y="2"/>
                  </a:lnTo>
                  <a:lnTo>
                    <a:pt x="256" y="0"/>
                  </a:lnTo>
                  <a:lnTo>
                    <a:pt x="256" y="0"/>
                  </a:lnTo>
                  <a:lnTo>
                    <a:pt x="282" y="2"/>
                  </a:lnTo>
                  <a:lnTo>
                    <a:pt x="306" y="8"/>
                  </a:lnTo>
                  <a:lnTo>
                    <a:pt x="332" y="16"/>
                  </a:lnTo>
                  <a:lnTo>
                    <a:pt x="354" y="28"/>
                  </a:lnTo>
                  <a:lnTo>
                    <a:pt x="376" y="44"/>
                  </a:lnTo>
                  <a:lnTo>
                    <a:pt x="398" y="62"/>
                  </a:lnTo>
                  <a:lnTo>
                    <a:pt x="418" y="82"/>
                  </a:lnTo>
                  <a:lnTo>
                    <a:pt x="436" y="104"/>
                  </a:lnTo>
                  <a:lnTo>
                    <a:pt x="452" y="128"/>
                  </a:lnTo>
                  <a:lnTo>
                    <a:pt x="466" y="154"/>
                  </a:lnTo>
                  <a:lnTo>
                    <a:pt x="480" y="180"/>
                  </a:lnTo>
                  <a:lnTo>
                    <a:pt x="490" y="206"/>
                  </a:lnTo>
                  <a:lnTo>
                    <a:pt x="500" y="234"/>
                  </a:lnTo>
                  <a:lnTo>
                    <a:pt x="506" y="262"/>
                  </a:lnTo>
                  <a:lnTo>
                    <a:pt x="510" y="290"/>
                  </a:lnTo>
                  <a:lnTo>
                    <a:pt x="510" y="316"/>
                  </a:lnTo>
                  <a:lnTo>
                    <a:pt x="510" y="318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rgbClr val="121314">
                <a:alpha val="69804"/>
              </a:srgbClr>
            </a:solidFill>
            <a:ln>
              <a:noFill/>
            </a:ln>
            <a:effectLst/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27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4" name="Freeform 11" descr="decorative: Freeform 11">
              <a:extLst>
                <a:ext uri="{FF2B5EF4-FFF2-40B4-BE49-F238E27FC236}">
                  <a16:creationId xmlns:a16="http://schemas.microsoft.com/office/drawing/2014/main" id="{C930232B-9794-4194-3529-D2188168D9C7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auto">
            <a:xfrm>
              <a:off x="7814499" y="1801229"/>
              <a:ext cx="1149122" cy="1363078"/>
            </a:xfrm>
            <a:custGeom>
              <a:avLst/>
              <a:gdLst>
                <a:gd name="T0" fmla="*/ 2092 w 2578"/>
                <a:gd name="T1" fmla="*/ 756 h 3058"/>
                <a:gd name="T2" fmla="*/ 1912 w 2578"/>
                <a:gd name="T3" fmla="*/ 612 h 3058"/>
                <a:gd name="T4" fmla="*/ 1854 w 2578"/>
                <a:gd name="T5" fmla="*/ 554 h 3058"/>
                <a:gd name="T6" fmla="*/ 1822 w 2578"/>
                <a:gd name="T7" fmla="*/ 484 h 3058"/>
                <a:gd name="T8" fmla="*/ 1810 w 2578"/>
                <a:gd name="T9" fmla="*/ 374 h 3058"/>
                <a:gd name="T10" fmla="*/ 1808 w 2578"/>
                <a:gd name="T11" fmla="*/ 316 h 3058"/>
                <a:gd name="T12" fmla="*/ 1820 w 2578"/>
                <a:gd name="T13" fmla="*/ 234 h 3058"/>
                <a:gd name="T14" fmla="*/ 1852 w 2578"/>
                <a:gd name="T15" fmla="*/ 154 h 3058"/>
                <a:gd name="T16" fmla="*/ 1900 w 2578"/>
                <a:gd name="T17" fmla="*/ 82 h 3058"/>
                <a:gd name="T18" fmla="*/ 1964 w 2578"/>
                <a:gd name="T19" fmla="*/ 28 h 3058"/>
                <a:gd name="T20" fmla="*/ 2038 w 2578"/>
                <a:gd name="T21" fmla="*/ 2 h 3058"/>
                <a:gd name="T22" fmla="*/ 1926 w 2578"/>
                <a:gd name="T23" fmla="*/ 0 h 3058"/>
                <a:gd name="T24" fmla="*/ 1648 w 2578"/>
                <a:gd name="T25" fmla="*/ 12 h 3058"/>
                <a:gd name="T26" fmla="*/ 1402 w 2578"/>
                <a:gd name="T27" fmla="*/ 26 h 3058"/>
                <a:gd name="T28" fmla="*/ 1288 w 2578"/>
                <a:gd name="T29" fmla="*/ 26 h 3058"/>
                <a:gd name="T30" fmla="*/ 1084 w 2578"/>
                <a:gd name="T31" fmla="*/ 22 h 3058"/>
                <a:gd name="T32" fmla="*/ 850 w 2578"/>
                <a:gd name="T33" fmla="*/ 8 h 3058"/>
                <a:gd name="T34" fmla="*/ 514 w 2578"/>
                <a:gd name="T35" fmla="*/ 0 h 3058"/>
                <a:gd name="T36" fmla="*/ 566 w 2578"/>
                <a:gd name="T37" fmla="*/ 8 h 3058"/>
                <a:gd name="T38" fmla="*/ 636 w 2578"/>
                <a:gd name="T39" fmla="*/ 44 h 3058"/>
                <a:gd name="T40" fmla="*/ 694 w 2578"/>
                <a:gd name="T41" fmla="*/ 104 h 3058"/>
                <a:gd name="T42" fmla="*/ 738 w 2578"/>
                <a:gd name="T43" fmla="*/ 180 h 3058"/>
                <a:gd name="T44" fmla="*/ 764 w 2578"/>
                <a:gd name="T45" fmla="*/ 262 h 3058"/>
                <a:gd name="T46" fmla="*/ 770 w 2578"/>
                <a:gd name="T47" fmla="*/ 324 h 3058"/>
                <a:gd name="T48" fmla="*/ 766 w 2578"/>
                <a:gd name="T49" fmla="*/ 416 h 3058"/>
                <a:gd name="T50" fmla="*/ 746 w 2578"/>
                <a:gd name="T51" fmla="*/ 510 h 3058"/>
                <a:gd name="T52" fmla="*/ 708 w 2578"/>
                <a:gd name="T53" fmla="*/ 572 h 3058"/>
                <a:gd name="T54" fmla="*/ 606 w 2578"/>
                <a:gd name="T55" fmla="*/ 658 h 3058"/>
                <a:gd name="T56" fmla="*/ 436 w 2578"/>
                <a:gd name="T57" fmla="*/ 802 h 3058"/>
                <a:gd name="T58" fmla="*/ 386 w 2578"/>
                <a:gd name="T59" fmla="*/ 848 h 3058"/>
                <a:gd name="T60" fmla="*/ 254 w 2578"/>
                <a:gd name="T61" fmla="*/ 1000 h 3058"/>
                <a:gd name="T62" fmla="*/ 148 w 2578"/>
                <a:gd name="T63" fmla="*/ 1170 h 3058"/>
                <a:gd name="T64" fmla="*/ 68 w 2578"/>
                <a:gd name="T65" fmla="*/ 1356 h 3058"/>
                <a:gd name="T66" fmla="*/ 18 w 2578"/>
                <a:gd name="T67" fmla="*/ 1556 h 3058"/>
                <a:gd name="T68" fmla="*/ 0 w 2578"/>
                <a:gd name="T69" fmla="*/ 1768 h 3058"/>
                <a:gd name="T70" fmla="*/ 6 w 2578"/>
                <a:gd name="T71" fmla="*/ 1900 h 3058"/>
                <a:gd name="T72" fmla="*/ 40 w 2578"/>
                <a:gd name="T73" fmla="*/ 2090 h 3058"/>
                <a:gd name="T74" fmla="*/ 102 w 2578"/>
                <a:gd name="T75" fmla="*/ 2270 h 3058"/>
                <a:gd name="T76" fmla="*/ 186 w 2578"/>
                <a:gd name="T77" fmla="*/ 2436 h 3058"/>
                <a:gd name="T78" fmla="*/ 294 w 2578"/>
                <a:gd name="T79" fmla="*/ 2588 h 3058"/>
                <a:gd name="T80" fmla="*/ 422 w 2578"/>
                <a:gd name="T81" fmla="*/ 2722 h 3058"/>
                <a:gd name="T82" fmla="*/ 568 w 2578"/>
                <a:gd name="T83" fmla="*/ 2836 h 3058"/>
                <a:gd name="T84" fmla="*/ 730 w 2578"/>
                <a:gd name="T85" fmla="*/ 2930 h 3058"/>
                <a:gd name="T86" fmla="*/ 906 w 2578"/>
                <a:gd name="T87" fmla="*/ 3000 h 3058"/>
                <a:gd name="T88" fmla="*/ 1092 w 2578"/>
                <a:gd name="T89" fmla="*/ 3042 h 3058"/>
                <a:gd name="T90" fmla="*/ 1288 w 2578"/>
                <a:gd name="T91" fmla="*/ 3058 h 3058"/>
                <a:gd name="T92" fmla="*/ 1420 w 2578"/>
                <a:gd name="T93" fmla="*/ 3050 h 3058"/>
                <a:gd name="T94" fmla="*/ 1610 w 2578"/>
                <a:gd name="T95" fmla="*/ 3016 h 3058"/>
                <a:gd name="T96" fmla="*/ 1790 w 2578"/>
                <a:gd name="T97" fmla="*/ 2956 h 3058"/>
                <a:gd name="T98" fmla="*/ 1956 w 2578"/>
                <a:gd name="T99" fmla="*/ 2870 h 3058"/>
                <a:gd name="T100" fmla="*/ 2108 w 2578"/>
                <a:gd name="T101" fmla="*/ 2762 h 3058"/>
                <a:gd name="T102" fmla="*/ 2242 w 2578"/>
                <a:gd name="T103" fmla="*/ 2634 h 3058"/>
                <a:gd name="T104" fmla="*/ 2358 w 2578"/>
                <a:gd name="T105" fmla="*/ 2488 h 3058"/>
                <a:gd name="T106" fmla="*/ 2450 w 2578"/>
                <a:gd name="T107" fmla="*/ 2328 h 3058"/>
                <a:gd name="T108" fmla="*/ 2520 w 2578"/>
                <a:gd name="T109" fmla="*/ 2152 h 3058"/>
                <a:gd name="T110" fmla="*/ 2562 w 2578"/>
                <a:gd name="T111" fmla="*/ 1964 h 3058"/>
                <a:gd name="T112" fmla="*/ 2578 w 2578"/>
                <a:gd name="T113" fmla="*/ 1768 h 3058"/>
                <a:gd name="T114" fmla="*/ 2570 w 2578"/>
                <a:gd name="T115" fmla="*/ 1626 h 3058"/>
                <a:gd name="T116" fmla="*/ 2530 w 2578"/>
                <a:gd name="T117" fmla="*/ 1422 h 3058"/>
                <a:gd name="T118" fmla="*/ 2460 w 2578"/>
                <a:gd name="T119" fmla="*/ 1230 h 3058"/>
                <a:gd name="T120" fmla="*/ 2362 w 2578"/>
                <a:gd name="T121" fmla="*/ 1054 h 3058"/>
                <a:gd name="T122" fmla="*/ 2238 w 2578"/>
                <a:gd name="T123" fmla="*/ 896 h 3058"/>
                <a:gd name="T124" fmla="*/ 2142 w 2578"/>
                <a:gd name="T125" fmla="*/ 80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78" h="3058">
                  <a:moveTo>
                    <a:pt x="2142" y="802"/>
                  </a:moveTo>
                  <a:lnTo>
                    <a:pt x="2142" y="802"/>
                  </a:lnTo>
                  <a:lnTo>
                    <a:pt x="2092" y="756"/>
                  </a:lnTo>
                  <a:lnTo>
                    <a:pt x="2046" y="718"/>
                  </a:lnTo>
                  <a:lnTo>
                    <a:pt x="1970" y="658"/>
                  </a:lnTo>
                  <a:lnTo>
                    <a:pt x="1912" y="612"/>
                  </a:lnTo>
                  <a:lnTo>
                    <a:pt x="1890" y="592"/>
                  </a:lnTo>
                  <a:lnTo>
                    <a:pt x="1870" y="572"/>
                  </a:lnTo>
                  <a:lnTo>
                    <a:pt x="1854" y="554"/>
                  </a:lnTo>
                  <a:lnTo>
                    <a:pt x="1842" y="532"/>
                  </a:lnTo>
                  <a:lnTo>
                    <a:pt x="1830" y="510"/>
                  </a:lnTo>
                  <a:lnTo>
                    <a:pt x="1822" y="484"/>
                  </a:lnTo>
                  <a:lnTo>
                    <a:pt x="1816" y="452"/>
                  </a:lnTo>
                  <a:lnTo>
                    <a:pt x="1812" y="416"/>
                  </a:lnTo>
                  <a:lnTo>
                    <a:pt x="1810" y="374"/>
                  </a:lnTo>
                  <a:lnTo>
                    <a:pt x="1808" y="324"/>
                  </a:lnTo>
                  <a:lnTo>
                    <a:pt x="1808" y="316"/>
                  </a:lnTo>
                  <a:lnTo>
                    <a:pt x="1808" y="316"/>
                  </a:lnTo>
                  <a:lnTo>
                    <a:pt x="1810" y="290"/>
                  </a:lnTo>
                  <a:lnTo>
                    <a:pt x="1814" y="262"/>
                  </a:lnTo>
                  <a:lnTo>
                    <a:pt x="1820" y="234"/>
                  </a:lnTo>
                  <a:lnTo>
                    <a:pt x="1828" y="206"/>
                  </a:lnTo>
                  <a:lnTo>
                    <a:pt x="1838" y="180"/>
                  </a:lnTo>
                  <a:lnTo>
                    <a:pt x="1852" y="154"/>
                  </a:lnTo>
                  <a:lnTo>
                    <a:pt x="1866" y="128"/>
                  </a:lnTo>
                  <a:lnTo>
                    <a:pt x="1882" y="104"/>
                  </a:lnTo>
                  <a:lnTo>
                    <a:pt x="1900" y="82"/>
                  </a:lnTo>
                  <a:lnTo>
                    <a:pt x="1920" y="62"/>
                  </a:lnTo>
                  <a:lnTo>
                    <a:pt x="1942" y="44"/>
                  </a:lnTo>
                  <a:lnTo>
                    <a:pt x="1964" y="28"/>
                  </a:lnTo>
                  <a:lnTo>
                    <a:pt x="1988" y="16"/>
                  </a:lnTo>
                  <a:lnTo>
                    <a:pt x="2012" y="8"/>
                  </a:lnTo>
                  <a:lnTo>
                    <a:pt x="2038" y="2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1926" y="0"/>
                  </a:lnTo>
                  <a:lnTo>
                    <a:pt x="1818" y="4"/>
                  </a:lnTo>
                  <a:lnTo>
                    <a:pt x="1728" y="8"/>
                  </a:lnTo>
                  <a:lnTo>
                    <a:pt x="1648" y="12"/>
                  </a:lnTo>
                  <a:lnTo>
                    <a:pt x="1574" y="18"/>
                  </a:lnTo>
                  <a:lnTo>
                    <a:pt x="1494" y="22"/>
                  </a:lnTo>
                  <a:lnTo>
                    <a:pt x="1402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288" y="26"/>
                  </a:lnTo>
                  <a:lnTo>
                    <a:pt x="1176" y="26"/>
                  </a:lnTo>
                  <a:lnTo>
                    <a:pt x="1084" y="22"/>
                  </a:lnTo>
                  <a:lnTo>
                    <a:pt x="1004" y="18"/>
                  </a:lnTo>
                  <a:lnTo>
                    <a:pt x="928" y="12"/>
                  </a:lnTo>
                  <a:lnTo>
                    <a:pt x="850" y="8"/>
                  </a:lnTo>
                  <a:lnTo>
                    <a:pt x="760" y="4"/>
                  </a:lnTo>
                  <a:lnTo>
                    <a:pt x="650" y="0"/>
                  </a:lnTo>
                  <a:lnTo>
                    <a:pt x="514" y="0"/>
                  </a:lnTo>
                  <a:lnTo>
                    <a:pt x="514" y="0"/>
                  </a:lnTo>
                  <a:lnTo>
                    <a:pt x="540" y="2"/>
                  </a:lnTo>
                  <a:lnTo>
                    <a:pt x="566" y="8"/>
                  </a:lnTo>
                  <a:lnTo>
                    <a:pt x="590" y="16"/>
                  </a:lnTo>
                  <a:lnTo>
                    <a:pt x="614" y="28"/>
                  </a:lnTo>
                  <a:lnTo>
                    <a:pt x="636" y="44"/>
                  </a:lnTo>
                  <a:lnTo>
                    <a:pt x="656" y="62"/>
                  </a:lnTo>
                  <a:lnTo>
                    <a:pt x="676" y="82"/>
                  </a:lnTo>
                  <a:lnTo>
                    <a:pt x="694" y="104"/>
                  </a:lnTo>
                  <a:lnTo>
                    <a:pt x="712" y="128"/>
                  </a:lnTo>
                  <a:lnTo>
                    <a:pt x="726" y="154"/>
                  </a:lnTo>
                  <a:lnTo>
                    <a:pt x="738" y="180"/>
                  </a:lnTo>
                  <a:lnTo>
                    <a:pt x="750" y="206"/>
                  </a:lnTo>
                  <a:lnTo>
                    <a:pt x="758" y="234"/>
                  </a:lnTo>
                  <a:lnTo>
                    <a:pt x="764" y="262"/>
                  </a:lnTo>
                  <a:lnTo>
                    <a:pt x="768" y="290"/>
                  </a:lnTo>
                  <a:lnTo>
                    <a:pt x="770" y="316"/>
                  </a:lnTo>
                  <a:lnTo>
                    <a:pt x="770" y="324"/>
                  </a:lnTo>
                  <a:lnTo>
                    <a:pt x="770" y="324"/>
                  </a:lnTo>
                  <a:lnTo>
                    <a:pt x="768" y="374"/>
                  </a:lnTo>
                  <a:lnTo>
                    <a:pt x="766" y="416"/>
                  </a:lnTo>
                  <a:lnTo>
                    <a:pt x="760" y="452"/>
                  </a:lnTo>
                  <a:lnTo>
                    <a:pt x="754" y="484"/>
                  </a:lnTo>
                  <a:lnTo>
                    <a:pt x="746" y="510"/>
                  </a:lnTo>
                  <a:lnTo>
                    <a:pt x="736" y="532"/>
                  </a:lnTo>
                  <a:lnTo>
                    <a:pt x="724" y="554"/>
                  </a:lnTo>
                  <a:lnTo>
                    <a:pt x="708" y="572"/>
                  </a:lnTo>
                  <a:lnTo>
                    <a:pt x="688" y="592"/>
                  </a:lnTo>
                  <a:lnTo>
                    <a:pt x="664" y="612"/>
                  </a:lnTo>
                  <a:lnTo>
                    <a:pt x="606" y="658"/>
                  </a:lnTo>
                  <a:lnTo>
                    <a:pt x="532" y="718"/>
                  </a:lnTo>
                  <a:lnTo>
                    <a:pt x="486" y="756"/>
                  </a:lnTo>
                  <a:lnTo>
                    <a:pt x="436" y="802"/>
                  </a:lnTo>
                  <a:lnTo>
                    <a:pt x="436" y="802"/>
                  </a:lnTo>
                  <a:lnTo>
                    <a:pt x="436" y="802"/>
                  </a:lnTo>
                  <a:lnTo>
                    <a:pt x="386" y="848"/>
                  </a:lnTo>
                  <a:lnTo>
                    <a:pt x="340" y="896"/>
                  </a:lnTo>
                  <a:lnTo>
                    <a:pt x="296" y="946"/>
                  </a:lnTo>
                  <a:lnTo>
                    <a:pt x="254" y="1000"/>
                  </a:lnTo>
                  <a:lnTo>
                    <a:pt x="216" y="1054"/>
                  </a:lnTo>
                  <a:lnTo>
                    <a:pt x="180" y="1110"/>
                  </a:lnTo>
                  <a:lnTo>
                    <a:pt x="148" y="1170"/>
                  </a:lnTo>
                  <a:lnTo>
                    <a:pt x="118" y="1230"/>
                  </a:lnTo>
                  <a:lnTo>
                    <a:pt x="90" y="1292"/>
                  </a:lnTo>
                  <a:lnTo>
                    <a:pt x="68" y="1356"/>
                  </a:lnTo>
                  <a:lnTo>
                    <a:pt x="48" y="1422"/>
                  </a:lnTo>
                  <a:lnTo>
                    <a:pt x="30" y="1488"/>
                  </a:lnTo>
                  <a:lnTo>
                    <a:pt x="18" y="1556"/>
                  </a:lnTo>
                  <a:lnTo>
                    <a:pt x="8" y="1626"/>
                  </a:lnTo>
                  <a:lnTo>
                    <a:pt x="2" y="1696"/>
                  </a:lnTo>
                  <a:lnTo>
                    <a:pt x="0" y="1768"/>
                  </a:lnTo>
                  <a:lnTo>
                    <a:pt x="0" y="1768"/>
                  </a:lnTo>
                  <a:lnTo>
                    <a:pt x="2" y="1834"/>
                  </a:lnTo>
                  <a:lnTo>
                    <a:pt x="6" y="1900"/>
                  </a:lnTo>
                  <a:lnTo>
                    <a:pt x="14" y="1964"/>
                  </a:lnTo>
                  <a:lnTo>
                    <a:pt x="26" y="2028"/>
                  </a:lnTo>
                  <a:lnTo>
                    <a:pt x="40" y="2090"/>
                  </a:lnTo>
                  <a:lnTo>
                    <a:pt x="58" y="2152"/>
                  </a:lnTo>
                  <a:lnTo>
                    <a:pt x="78" y="2212"/>
                  </a:lnTo>
                  <a:lnTo>
                    <a:pt x="102" y="2270"/>
                  </a:lnTo>
                  <a:lnTo>
                    <a:pt x="128" y="2328"/>
                  </a:lnTo>
                  <a:lnTo>
                    <a:pt x="156" y="2382"/>
                  </a:lnTo>
                  <a:lnTo>
                    <a:pt x="186" y="2436"/>
                  </a:lnTo>
                  <a:lnTo>
                    <a:pt x="220" y="2488"/>
                  </a:lnTo>
                  <a:lnTo>
                    <a:pt x="256" y="2540"/>
                  </a:lnTo>
                  <a:lnTo>
                    <a:pt x="294" y="2588"/>
                  </a:lnTo>
                  <a:lnTo>
                    <a:pt x="334" y="2634"/>
                  </a:lnTo>
                  <a:lnTo>
                    <a:pt x="378" y="2680"/>
                  </a:lnTo>
                  <a:lnTo>
                    <a:pt x="422" y="2722"/>
                  </a:lnTo>
                  <a:lnTo>
                    <a:pt x="470" y="2762"/>
                  </a:lnTo>
                  <a:lnTo>
                    <a:pt x="518" y="2802"/>
                  </a:lnTo>
                  <a:lnTo>
                    <a:pt x="568" y="2836"/>
                  </a:lnTo>
                  <a:lnTo>
                    <a:pt x="620" y="2870"/>
                  </a:lnTo>
                  <a:lnTo>
                    <a:pt x="674" y="2902"/>
                  </a:lnTo>
                  <a:lnTo>
                    <a:pt x="730" y="2930"/>
                  </a:lnTo>
                  <a:lnTo>
                    <a:pt x="788" y="2956"/>
                  </a:lnTo>
                  <a:lnTo>
                    <a:pt x="846" y="2978"/>
                  </a:lnTo>
                  <a:lnTo>
                    <a:pt x="906" y="3000"/>
                  </a:lnTo>
                  <a:lnTo>
                    <a:pt x="966" y="3016"/>
                  </a:lnTo>
                  <a:lnTo>
                    <a:pt x="1030" y="3030"/>
                  </a:lnTo>
                  <a:lnTo>
                    <a:pt x="1092" y="3042"/>
                  </a:lnTo>
                  <a:lnTo>
                    <a:pt x="1156" y="3050"/>
                  </a:lnTo>
                  <a:lnTo>
                    <a:pt x="1222" y="3056"/>
                  </a:lnTo>
                  <a:lnTo>
                    <a:pt x="1288" y="3058"/>
                  </a:lnTo>
                  <a:lnTo>
                    <a:pt x="1288" y="3058"/>
                  </a:lnTo>
                  <a:lnTo>
                    <a:pt x="1356" y="3056"/>
                  </a:lnTo>
                  <a:lnTo>
                    <a:pt x="1420" y="3050"/>
                  </a:lnTo>
                  <a:lnTo>
                    <a:pt x="1484" y="3042"/>
                  </a:lnTo>
                  <a:lnTo>
                    <a:pt x="1548" y="3030"/>
                  </a:lnTo>
                  <a:lnTo>
                    <a:pt x="1610" y="3016"/>
                  </a:lnTo>
                  <a:lnTo>
                    <a:pt x="1672" y="3000"/>
                  </a:lnTo>
                  <a:lnTo>
                    <a:pt x="1732" y="2978"/>
                  </a:lnTo>
                  <a:lnTo>
                    <a:pt x="1790" y="2956"/>
                  </a:lnTo>
                  <a:lnTo>
                    <a:pt x="1848" y="2930"/>
                  </a:lnTo>
                  <a:lnTo>
                    <a:pt x="1902" y="2902"/>
                  </a:lnTo>
                  <a:lnTo>
                    <a:pt x="1956" y="2870"/>
                  </a:lnTo>
                  <a:lnTo>
                    <a:pt x="2010" y="2836"/>
                  </a:lnTo>
                  <a:lnTo>
                    <a:pt x="2060" y="2802"/>
                  </a:lnTo>
                  <a:lnTo>
                    <a:pt x="2108" y="2762"/>
                  </a:lnTo>
                  <a:lnTo>
                    <a:pt x="2156" y="2722"/>
                  </a:lnTo>
                  <a:lnTo>
                    <a:pt x="2200" y="2680"/>
                  </a:lnTo>
                  <a:lnTo>
                    <a:pt x="2242" y="2634"/>
                  </a:lnTo>
                  <a:lnTo>
                    <a:pt x="2284" y="2588"/>
                  </a:lnTo>
                  <a:lnTo>
                    <a:pt x="2322" y="2540"/>
                  </a:lnTo>
                  <a:lnTo>
                    <a:pt x="2358" y="2488"/>
                  </a:lnTo>
                  <a:lnTo>
                    <a:pt x="2390" y="2436"/>
                  </a:lnTo>
                  <a:lnTo>
                    <a:pt x="2422" y="2382"/>
                  </a:lnTo>
                  <a:lnTo>
                    <a:pt x="2450" y="2328"/>
                  </a:lnTo>
                  <a:lnTo>
                    <a:pt x="2476" y="2270"/>
                  </a:lnTo>
                  <a:lnTo>
                    <a:pt x="2500" y="2212"/>
                  </a:lnTo>
                  <a:lnTo>
                    <a:pt x="2520" y="2152"/>
                  </a:lnTo>
                  <a:lnTo>
                    <a:pt x="2536" y="2090"/>
                  </a:lnTo>
                  <a:lnTo>
                    <a:pt x="2552" y="2028"/>
                  </a:lnTo>
                  <a:lnTo>
                    <a:pt x="2562" y="1964"/>
                  </a:lnTo>
                  <a:lnTo>
                    <a:pt x="2570" y="1900"/>
                  </a:lnTo>
                  <a:lnTo>
                    <a:pt x="2576" y="1834"/>
                  </a:lnTo>
                  <a:lnTo>
                    <a:pt x="2578" y="1768"/>
                  </a:lnTo>
                  <a:lnTo>
                    <a:pt x="2578" y="1768"/>
                  </a:lnTo>
                  <a:lnTo>
                    <a:pt x="2576" y="1696"/>
                  </a:lnTo>
                  <a:lnTo>
                    <a:pt x="2570" y="1626"/>
                  </a:lnTo>
                  <a:lnTo>
                    <a:pt x="2560" y="1556"/>
                  </a:lnTo>
                  <a:lnTo>
                    <a:pt x="2546" y="1488"/>
                  </a:lnTo>
                  <a:lnTo>
                    <a:pt x="2530" y="1422"/>
                  </a:lnTo>
                  <a:lnTo>
                    <a:pt x="2510" y="1356"/>
                  </a:lnTo>
                  <a:lnTo>
                    <a:pt x="2486" y="1292"/>
                  </a:lnTo>
                  <a:lnTo>
                    <a:pt x="2460" y="1230"/>
                  </a:lnTo>
                  <a:lnTo>
                    <a:pt x="2430" y="1170"/>
                  </a:lnTo>
                  <a:lnTo>
                    <a:pt x="2396" y="1110"/>
                  </a:lnTo>
                  <a:lnTo>
                    <a:pt x="2362" y="1054"/>
                  </a:lnTo>
                  <a:lnTo>
                    <a:pt x="2322" y="1000"/>
                  </a:lnTo>
                  <a:lnTo>
                    <a:pt x="2282" y="946"/>
                  </a:lnTo>
                  <a:lnTo>
                    <a:pt x="2238" y="896"/>
                  </a:lnTo>
                  <a:lnTo>
                    <a:pt x="2190" y="848"/>
                  </a:lnTo>
                  <a:lnTo>
                    <a:pt x="2142" y="802"/>
                  </a:lnTo>
                  <a:lnTo>
                    <a:pt x="2142" y="802"/>
                  </a:lnTo>
                  <a:close/>
                </a:path>
              </a:pathLst>
            </a:custGeom>
            <a:solidFill>
              <a:srgbClr val="121314"/>
            </a:solidFill>
            <a:ln>
              <a:noFill/>
            </a:ln>
            <a:effectLst/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27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5" name="Oval 34" descr="decorative: Oval 46">
              <a:extLst>
                <a:ext uri="{FF2B5EF4-FFF2-40B4-BE49-F238E27FC236}">
                  <a16:creationId xmlns:a16="http://schemas.microsoft.com/office/drawing/2014/main" id="{375CDAD6-94A5-4C67-B4F1-2E959207CFD6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ltGray">
            <a:xfrm>
              <a:off x="7877549" y="2084616"/>
              <a:ext cx="1023021" cy="1023020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27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pic>
        <p:nvPicPr>
          <p:cNvPr id="36" name="Graphic 42">
            <a:extLst>
              <a:ext uri="{FF2B5EF4-FFF2-40B4-BE49-F238E27FC236}">
                <a16:creationId xmlns:a16="http://schemas.microsoft.com/office/drawing/2014/main" id="{9C07EAF7-DCD8-187F-1931-1F331605E872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259943" y="2100151"/>
            <a:ext cx="470656" cy="470656"/>
          </a:xfrm>
          <a:prstGeom prst="rect">
            <a:avLst/>
          </a:prstGeom>
        </p:spPr>
      </p:pic>
      <p:pic>
        <p:nvPicPr>
          <p:cNvPr id="37" name="Graphic 42">
            <a:extLst>
              <a:ext uri="{FF2B5EF4-FFF2-40B4-BE49-F238E27FC236}">
                <a16:creationId xmlns:a16="http://schemas.microsoft.com/office/drawing/2014/main" id="{703E4FB1-AC2C-C178-27A7-21ECF7A267C5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419129" y="2100151"/>
            <a:ext cx="470656" cy="470656"/>
          </a:xfrm>
          <a:prstGeom prst="rect">
            <a:avLst/>
          </a:prstGeom>
        </p:spPr>
      </p:pic>
      <p:pic>
        <p:nvPicPr>
          <p:cNvPr id="38" name="Graphic 42">
            <a:extLst>
              <a:ext uri="{FF2B5EF4-FFF2-40B4-BE49-F238E27FC236}">
                <a16:creationId xmlns:a16="http://schemas.microsoft.com/office/drawing/2014/main" id="{3CFC7AC0-DCDC-75B6-10A4-CA50F87ADA81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578314" y="2100151"/>
            <a:ext cx="470656" cy="470656"/>
          </a:xfrm>
          <a:prstGeom prst="rect">
            <a:avLst/>
          </a:prstGeom>
        </p:spPr>
      </p:pic>
      <p:pic>
        <p:nvPicPr>
          <p:cNvPr id="39" name="Graphic 42">
            <a:extLst>
              <a:ext uri="{FF2B5EF4-FFF2-40B4-BE49-F238E27FC236}">
                <a16:creationId xmlns:a16="http://schemas.microsoft.com/office/drawing/2014/main" id="{6FBDA408-A711-9433-E089-918715A705A7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737500" y="2100151"/>
            <a:ext cx="470656" cy="4706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656554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EA309C0D-AC2B-C59F-E260-2FE8CD5C54A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66" y="-11575"/>
            <a:ext cx="11721534" cy="3866277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9B5D01D-28E8-3860-61F6-38EF4CC07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rPr lang="en-US"/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766941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ID" val="7572723435017592209163d2f9b32b4d94f0ee638489df95cb41a8c711fae41448811957"/>
  <p:tag name="SLIDEHUBID_NEW" val="updated"/>
  <p:tag name="SLIDEHUBUPDATETIME" val="2025-09-02 07:28:50.9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MAG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UppMjhPS29rRUlyN0ZwWXFWeWFnQg%3D%3D"/>
  <p:tag name="SLIDEHUBID" val="70979737904571812111164c7fa568ed673b0305e1a48b7d6ae7378c0aea1a1674849687"/>
  <p:tag name="SLIDEHUBID_NEW" val="updated"/>
  <p:tag name="SLIDEHUBUPDATETIME" val="2026-01-29 09:29:20.88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bEo3MThzSExLQTVyVnFsVHd2ZmVJOUpXTm50NHNraGFDbC9lRm1WVVBpMUp3Vm5qRldlK0sxVkZBb3hnT3BLcA%3D%3D"/>
  <p:tag name="SLIDEHUBID_NEW" val="updated"/>
  <p:tag name="SLIDEHUBUPDATETIME" val="2025-12-03 14:09:24.08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"/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9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3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mtrUmFtUytZbEVmc0lKSUwvakNzVQ%3D%3D"/>
  <p:tag name="SLIDEHUBID" val="29717679498137205506296d8c3bb136e3caa095c743c4ea83aa50aa7eb6b6440925765"/>
  <p:tag name="SLIDEHUBID_NEW" val="updated"/>
  <p:tag name="SLIDEHUBUPDATETIME" val="2026-01-29 09:29:14.619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UppMjhPS29rRUlyN0ZwWXFWeWFnQg%3D%3D"/>
  <p:tag name="SLIDEHUBID" val="70979737904571812111164c7fa568ed673b0305e1a48b7d6ae7378c0aea1a1674849687"/>
  <p:tag name="SLIDEHUBID_NEW" val="updated"/>
  <p:tag name="SLIDEHUBUPDATETIME" val="2026-01-29 09:29:20.88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DRWdGZRNEtBSTVaM2NuM2xzbWlrbQ%3D%3D"/>
  <p:tag name="SLIDEHUBID" val="4073748755077239721588b7f98bd297bd9484375ed21fa7422695f7d1898d1256673560"/>
  <p:tag name="SLIDEHUBID_NEW" val="updated"/>
  <p:tag name="SLIDEHUBUPDATETIME" val="2026-01-12 11:43:39.177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DRWdGZRNEtBSTVaM2NuM2xzbWlrbQ%3D%3D"/>
  <p:tag name="SLIDEHUBID" val="4073748755077239721588b7f98bd297bd9484375ed21fa7422695f7d1898d1256673560"/>
  <p:tag name="SLIDEHUBID_NEW" val="updated"/>
  <p:tag name="SLIDEHUBUPDATETIME" val="2026-01-12 11:43:39.177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4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4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4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4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45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46"/>
  <p:tag name="SHCOLOR" val="WHI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4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48"/>
  <p:tag name="SHCOLOR" val="WHI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49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50"/>
  <p:tag name="SHCOLOR" val="WHI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5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52"/>
  <p:tag name="SHCOLOR" val="WHI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5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5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5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"/>
  <p:tag name="SHCOLOR" val="WHI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  <p:tag name="SHCOLOR" val="WHI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  <p:tag name="SHCOLOR" val="WHI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"/>
  <p:tag name="SHCOLOR" val="WHI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ID" val="7572723435017592209163d2f9b32b4d94f0ee638489df95cb41a8c711fae41448811957"/>
  <p:tag name="SLIDEHUBID_NEW" val="updated"/>
  <p:tag name="SLIDEHUBUPDATETIME" val="2025-09-02 07:28:54.005"/>
</p:tagLst>
</file>

<file path=ppt/theme/theme1.xml><?xml version="1.0" encoding="utf-8"?>
<a:theme xmlns:a="http://schemas.openxmlformats.org/drawingml/2006/main" name="Office Theme">
  <a:themeElements>
    <a:clrScheme name="XC_MAIN">
      <a:dk1>
        <a:srgbClr val="000000"/>
      </a:dk1>
      <a:lt1>
        <a:srgbClr val="FFFFFF"/>
      </a:lt1>
      <a:dk2>
        <a:srgbClr val="121314"/>
      </a:dk2>
      <a:lt2>
        <a:srgbClr val="FFF8E6"/>
      </a:lt2>
      <a:accent1>
        <a:srgbClr val="FFB500"/>
      </a:accent1>
      <a:accent2>
        <a:srgbClr val="121314"/>
      </a:accent2>
      <a:accent3>
        <a:srgbClr val="F2F2F2"/>
      </a:accent3>
      <a:accent4>
        <a:srgbClr val="CC9100"/>
      </a:accent4>
      <a:accent5>
        <a:srgbClr val="00A9EB"/>
      </a:accent5>
      <a:accent6>
        <a:srgbClr val="EBF9FF"/>
      </a:accent6>
      <a:hlink>
        <a:srgbClr val="00A9EB"/>
      </a:hlink>
      <a:folHlink>
        <a:srgbClr val="B8870A"/>
      </a:folHlink>
    </a:clrScheme>
    <a:fontScheme name="Xceedance_2023_Avenir">
      <a:majorFont>
        <a:latin typeface="Avenir Next LT Pro Demi"/>
        <a:ea typeface="Avenir Next LT Pro Demi"/>
        <a:cs typeface="Arial"/>
      </a:majorFont>
      <a:minorFont>
        <a:latin typeface="Avenir Next LT Pro"/>
        <a:ea typeface="Avenir Next LT Pro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Zshuti_2" id="{67F13E3B-F23C-462B-9799-0D9E2FC2148F}" vid="{39BA6812-1C55-45A6-877C-941FF00F80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505FE9D-C144-403C-BC1D-44E283C41876}">
  <we:reference id="512bb70a-1733-11ee-be56-0242ac120002" version="1.0.0.1" store="EXCatalog" storeType="EXCatalog"/>
  <we:alternateReferences>
    <we:reference id="WA200005701" version="1.0.0.1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E49FC91522C54CA16AF9B1CBC3E848" ma:contentTypeVersion="11" ma:contentTypeDescription="Create a new document." ma:contentTypeScope="" ma:versionID="b964fb9d5a1105820f46755c513c3bf4">
  <xsd:schema xmlns:xsd="http://www.w3.org/2001/XMLSchema" xmlns:xs="http://www.w3.org/2001/XMLSchema" xmlns:p="http://schemas.microsoft.com/office/2006/metadata/properties" xmlns:ns2="47a4f59c-87f6-4cba-a964-cc796e029bc1" xmlns:ns3="2301aecd-65f5-4732-b2f6-446dcef82f66" targetNamespace="http://schemas.microsoft.com/office/2006/metadata/properties" ma:root="true" ma:fieldsID="e94d4f541af6e131f5fa92b5dea6a73f" ns2:_="" ns3:_="">
    <xsd:import namespace="47a4f59c-87f6-4cba-a964-cc796e029bc1"/>
    <xsd:import namespace="2301aecd-65f5-4732-b2f6-446dcef82f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a4f59c-87f6-4cba-a964-cc796e029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9bc5e91-0f40-490a-8bf4-7a094a4b00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1aecd-65f5-4732-b2f6-446dcef82f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4926928-5175-48db-b79f-d0d746c6272f}" ma:internalName="TaxCatchAll" ma:showField="CatchAllData" ma:web="2301aecd-65f5-4732-b2f6-446dcef82f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a4f59c-87f6-4cba-a964-cc796e029bc1">
      <Terms xmlns="http://schemas.microsoft.com/office/infopath/2007/PartnerControls"/>
    </lcf76f155ced4ddcb4097134ff3c332f>
    <TaxCatchAll xmlns="2301aecd-65f5-4732-b2f6-446dcef82f66" xsi:nil="true"/>
  </documentManagement>
</p:properties>
</file>

<file path=customXml/itemProps1.xml><?xml version="1.0" encoding="utf-8"?>
<ds:datastoreItem xmlns:ds="http://schemas.openxmlformats.org/officeDocument/2006/customXml" ds:itemID="{022B3828-4FF0-44B1-94DD-9C67DDB184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088D33-6CC7-40B2-88F0-5CC0B615D7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a4f59c-87f6-4cba-a964-cc796e029bc1"/>
    <ds:schemaRef ds:uri="2301aecd-65f5-4732-b2f6-446dcef82f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0C9FE9-5E2B-4B23-9E7A-D85D00A87A35}">
  <ds:schemaRefs>
    <ds:schemaRef ds:uri="http://schemas.microsoft.com/office/2006/metadata/properties"/>
    <ds:schemaRef ds:uri="http://schemas.microsoft.com/office/infopath/2007/PartnerControls"/>
    <ds:schemaRef ds:uri="47a4f59c-87f6-4cba-a964-cc796e029bc1"/>
    <ds:schemaRef ds:uri="2301aecd-65f5-4732-b2f6-446dcef82f66"/>
  </ds:schemaRefs>
</ds:datastoreItem>
</file>

<file path=docMetadata/LabelInfo.xml><?xml version="1.0" encoding="utf-8"?>
<clbl:labelList xmlns:clbl="http://schemas.microsoft.com/office/2020/mipLabelMetadata">
  <clbl:label id="{70ea2e9a-ed1c-457b-8cb8-a3ba3a87d0ba}" enabled="1" method="Privileged" siteId="{7597b9d4-4dbf-4a04-888f-21d6563b181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920</Words>
  <Application>Microsoft Office PowerPoint</Application>
  <PresentationFormat>Widescreen</PresentationFormat>
  <Paragraphs>150</Paragraphs>
  <Slides>11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Avenir Next LT Pro Demi</vt:lpstr>
      <vt:lpstr>Aptos</vt:lpstr>
      <vt:lpstr>Arial</vt:lpstr>
      <vt:lpstr>Avenir Next LT Pro</vt:lpstr>
      <vt:lpstr>Segoe UI</vt:lpstr>
      <vt:lpstr>Office Theme</vt:lpstr>
      <vt:lpstr>think-cell Slide</vt:lpstr>
      <vt:lpstr>Architecture Review Board</vt:lpstr>
      <vt:lpstr>Why Are We Here?</vt:lpstr>
      <vt:lpstr>What Is the ARB?</vt:lpstr>
      <vt:lpstr>Cadence &amp; Format</vt:lpstr>
      <vt:lpstr>Submission Process</vt:lpstr>
      <vt:lpstr>Who's Involved</vt:lpstr>
      <vt:lpstr>What's on the Docket — First 3 Sessions</vt:lpstr>
      <vt:lpstr>How Decisions Are Recorded</vt:lpstr>
      <vt:lpstr>What We Need From You</vt:lpstr>
      <vt:lpstr>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Thakur</dc:creator>
  <cp:lastModifiedBy>Anurag Thakur</cp:lastModifiedBy>
  <cp:revision>19</cp:revision>
  <dcterms:created xsi:type="dcterms:W3CDTF">2026-04-10T04:28:27Z</dcterms:created>
  <dcterms:modified xsi:type="dcterms:W3CDTF">2026-06-12T13:20:15Z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0x010100BCE49FC91522C54CA16AF9B1CBC3E848</vt:lpwstr>
  </property>
  <property fmtid="{D5CDD505-2E9C-101B-9397-08002B2CF9AE}" pid="3" name="MediaServiceImageTags">
    <vt:lpwstr/>
  </property>
</Properties>
</file>